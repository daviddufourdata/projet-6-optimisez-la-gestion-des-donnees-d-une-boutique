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329" r:id="rId2"/>
    <p:sldId id="258" r:id="rId3"/>
    <p:sldId id="260" r:id="rId4"/>
    <p:sldId id="263" r:id="rId5"/>
    <p:sldId id="336" r:id="rId6"/>
    <p:sldId id="337" r:id="rId7"/>
    <p:sldId id="330" r:id="rId8"/>
    <p:sldId id="338" r:id="rId9"/>
    <p:sldId id="331" r:id="rId10"/>
    <p:sldId id="265" r:id="rId11"/>
    <p:sldId id="266" r:id="rId12"/>
    <p:sldId id="268" r:id="rId13"/>
    <p:sldId id="267" r:id="rId14"/>
    <p:sldId id="269" r:id="rId15"/>
    <p:sldId id="270" r:id="rId16"/>
    <p:sldId id="332" r:id="rId17"/>
    <p:sldId id="271" r:id="rId18"/>
    <p:sldId id="333" r:id="rId19"/>
    <p:sldId id="272" r:id="rId20"/>
    <p:sldId id="288" r:id="rId21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77">
          <p15:clr>
            <a:srgbClr val="A4A3A4"/>
          </p15:clr>
        </p15:guide>
        <p15:guide id="2" pos="2721">
          <p15:clr>
            <a:srgbClr val="A4A3A4"/>
          </p15:clr>
        </p15:guide>
        <p15:guide id="3" pos="2438">
          <p15:clr>
            <a:srgbClr val="9AA0A6"/>
          </p15:clr>
        </p15:guide>
        <p15:guide id="4" pos="416">
          <p15:clr>
            <a:srgbClr val="9AA0A6"/>
          </p15:clr>
        </p15:guide>
        <p15:guide id="5" pos="1191">
          <p15:clr>
            <a:srgbClr val="9AA0A6"/>
          </p15:clr>
        </p15:guide>
        <p15:guide id="6" pos="638">
          <p15:clr>
            <a:srgbClr val="9AA0A6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9" roundtripDataSignature="AMtx7miohyEog1akfKJRRdWquyApPmpA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C0804"/>
    <a:srgbClr val="CB0A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E58CCF-E3A0-4098-895D-985AF1DFC4BF}" v="36" dt="2024-08-14T08:37:56.8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077"/>
        <p:guide pos="2721"/>
        <p:guide pos="2438"/>
        <p:guide pos="416"/>
        <p:guide pos="1191"/>
        <p:guide pos="63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4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734FB5DF-19C0-234E-1B9E-458362A3E0D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BF7B6A1-495F-433E-FB67-35339CE43CF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303066-4A3E-427A-9C87-17F32B83C528}" type="datetimeFigureOut">
              <a:rPr lang="fr-FR" smtClean="0"/>
              <a:t>14/08/2024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F98035E-8FCA-D104-49AB-992CD6A8706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18DF59F-F8CA-6106-8D93-7FD022F9A5F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AAFA80-154C-4132-8896-96D655CA02A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738535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0;g104e860fe09_0_6:notes">
            <a:extLst>
              <a:ext uri="{FF2B5EF4-FFF2-40B4-BE49-F238E27FC236}">
                <a16:creationId xmlns:a16="http://schemas.microsoft.com/office/drawing/2014/main" id="{203AB36F-424D-533F-7FEE-4E70FF9840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Google Shape;191;g104e860fe09_0_6:notes">
            <a:extLst>
              <a:ext uri="{FF2B5EF4-FFF2-40B4-BE49-F238E27FC236}">
                <a16:creationId xmlns:a16="http://schemas.microsoft.com/office/drawing/2014/main" id="{E7DB050D-93B9-F2A8-75EB-897FA40EF92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P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25;g104e860fe09_0_71:notes">
            <a:extLst>
              <a:ext uri="{FF2B5EF4-FFF2-40B4-BE49-F238E27FC236}">
                <a16:creationId xmlns:a16="http://schemas.microsoft.com/office/drawing/2014/main" id="{75DA7350-C43D-516E-B62A-937991415E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Google Shape;226;g104e860fe09_0_71:notes">
            <a:extLst>
              <a:ext uri="{FF2B5EF4-FFF2-40B4-BE49-F238E27FC236}">
                <a16:creationId xmlns:a16="http://schemas.microsoft.com/office/drawing/2014/main" id="{F0B5EC47-ED1A-74DC-8795-82528080665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s-PE"/>
              <a:t>slidesppt.net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25;g104e860fe09_0_71:notes">
            <a:extLst>
              <a:ext uri="{FF2B5EF4-FFF2-40B4-BE49-F238E27FC236}">
                <a16:creationId xmlns:a16="http://schemas.microsoft.com/office/drawing/2014/main" id="{75DA7350-C43D-516E-B62A-937991415E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Google Shape;226;g104e860fe09_0_71:notes">
            <a:extLst>
              <a:ext uri="{FF2B5EF4-FFF2-40B4-BE49-F238E27FC236}">
                <a16:creationId xmlns:a16="http://schemas.microsoft.com/office/drawing/2014/main" id="{F0B5EC47-ED1A-74DC-8795-82528080665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s-PE"/>
              <a:t>slidesppt.net</a:t>
            </a:r>
          </a:p>
        </p:txBody>
      </p:sp>
    </p:spTree>
    <p:extLst>
      <p:ext uri="{BB962C8B-B14F-4D97-AF65-F5344CB8AC3E}">
        <p14:creationId xmlns:p14="http://schemas.microsoft.com/office/powerpoint/2010/main" val="3972627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25;g104e860fe09_0_71:notes">
            <a:extLst>
              <a:ext uri="{FF2B5EF4-FFF2-40B4-BE49-F238E27FC236}">
                <a16:creationId xmlns:a16="http://schemas.microsoft.com/office/drawing/2014/main" id="{75DA7350-C43D-516E-B62A-937991415E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Google Shape;226;g104e860fe09_0_71:notes">
            <a:extLst>
              <a:ext uri="{FF2B5EF4-FFF2-40B4-BE49-F238E27FC236}">
                <a16:creationId xmlns:a16="http://schemas.microsoft.com/office/drawing/2014/main" id="{F0B5EC47-ED1A-74DC-8795-82528080665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s-PE"/>
              <a:t>slidesppt.net</a:t>
            </a:r>
          </a:p>
        </p:txBody>
      </p:sp>
    </p:spTree>
    <p:extLst>
      <p:ext uri="{BB962C8B-B14F-4D97-AF65-F5344CB8AC3E}">
        <p14:creationId xmlns:p14="http://schemas.microsoft.com/office/powerpoint/2010/main" val="1762698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25;g104e860fe09_0_71:notes">
            <a:extLst>
              <a:ext uri="{FF2B5EF4-FFF2-40B4-BE49-F238E27FC236}">
                <a16:creationId xmlns:a16="http://schemas.microsoft.com/office/drawing/2014/main" id="{75DA7350-C43D-516E-B62A-937991415E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Google Shape;226;g104e860fe09_0_71:notes">
            <a:extLst>
              <a:ext uri="{FF2B5EF4-FFF2-40B4-BE49-F238E27FC236}">
                <a16:creationId xmlns:a16="http://schemas.microsoft.com/office/drawing/2014/main" id="{F0B5EC47-ED1A-74DC-8795-82528080665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s-PE"/>
              <a:t>slidesppt.net</a:t>
            </a:r>
          </a:p>
        </p:txBody>
      </p:sp>
    </p:spTree>
    <p:extLst>
      <p:ext uri="{BB962C8B-B14F-4D97-AF65-F5344CB8AC3E}">
        <p14:creationId xmlns:p14="http://schemas.microsoft.com/office/powerpoint/2010/main" val="29686036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25;g104e860fe09_0_71:notes">
            <a:extLst>
              <a:ext uri="{FF2B5EF4-FFF2-40B4-BE49-F238E27FC236}">
                <a16:creationId xmlns:a16="http://schemas.microsoft.com/office/drawing/2014/main" id="{75DA7350-C43D-516E-B62A-937991415E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Google Shape;226;g104e860fe09_0_71:notes">
            <a:extLst>
              <a:ext uri="{FF2B5EF4-FFF2-40B4-BE49-F238E27FC236}">
                <a16:creationId xmlns:a16="http://schemas.microsoft.com/office/drawing/2014/main" id="{F0B5EC47-ED1A-74DC-8795-82528080665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s-PE"/>
              <a:t>slidesppt.net</a:t>
            </a:r>
          </a:p>
        </p:txBody>
      </p:sp>
    </p:spTree>
    <p:extLst>
      <p:ext uri="{BB962C8B-B14F-4D97-AF65-F5344CB8AC3E}">
        <p14:creationId xmlns:p14="http://schemas.microsoft.com/office/powerpoint/2010/main" val="39963553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76;g104e860fe09_0_198:notes">
            <a:extLst>
              <a:ext uri="{FF2B5EF4-FFF2-40B4-BE49-F238E27FC236}">
                <a16:creationId xmlns:a16="http://schemas.microsoft.com/office/drawing/2014/main" id="{EB644A79-6E06-F530-8E04-9BD1BBAA0E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Google Shape;877;g104e860fe09_0_198:notes">
            <a:extLst>
              <a:ext uri="{FF2B5EF4-FFF2-40B4-BE49-F238E27FC236}">
                <a16:creationId xmlns:a16="http://schemas.microsoft.com/office/drawing/2014/main" id="{F6FC8F3E-A761-F2C6-0CAD-8AD2BD87431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PE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rgbClr val="F3F3F3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1" i="0" u="sng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30832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9;p13">
            <a:extLst>
              <a:ext uri="{FF2B5EF4-FFF2-40B4-BE49-F238E27FC236}">
                <a16:creationId xmlns:a16="http://schemas.microsoft.com/office/drawing/2014/main" id="{B8629FB2-3544-9164-A3EB-93B496BE4A7D}"/>
              </a:ext>
            </a:extLst>
          </p:cNvPr>
          <p:cNvSpPr/>
          <p:nvPr/>
        </p:nvSpPr>
        <p:spPr>
          <a:xfrm>
            <a:off x="-1874" y="0"/>
            <a:ext cx="5940600" cy="5143499"/>
          </a:xfrm>
          <a:prstGeom prst="rect">
            <a:avLst/>
          </a:prstGeom>
          <a:solidFill>
            <a:srgbClr val="980000">
              <a:alpha val="80000"/>
            </a:srgbClr>
          </a:solidFill>
          <a:ln cap="flat">
            <a:noFill/>
            <a:prstDash val="solid"/>
          </a:ln>
        </p:spPr>
        <p:txBody>
          <a:bodyPr vert="horz" wrap="square" lIns="91421" tIns="91421" rIns="91421" bIns="91421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PE" sz="14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Google Shape;50;p13">
            <a:extLst>
              <a:ext uri="{FF2B5EF4-FFF2-40B4-BE49-F238E27FC236}">
                <a16:creationId xmlns:a16="http://schemas.microsoft.com/office/drawing/2014/main" id="{BE877BA6-7D04-A56B-4CB0-5ED9E670D7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6250" y="1742773"/>
            <a:ext cx="2336401" cy="527700"/>
          </a:xfrm>
        </p:spPr>
        <p:txBody>
          <a:bodyPr anchor="ctr" anchorCtr="1"/>
          <a:lstStyle>
            <a:lvl1pPr algn="ctr">
              <a:defRPr sz="2400"/>
            </a:lvl1pPr>
          </a:lstStyle>
          <a:p>
            <a:pPr lvl="0"/>
            <a:endParaRPr lang="es-PE"/>
          </a:p>
        </p:txBody>
      </p:sp>
      <p:sp>
        <p:nvSpPr>
          <p:cNvPr id="4" name="Google Shape;51;p13">
            <a:extLst>
              <a:ext uri="{FF2B5EF4-FFF2-40B4-BE49-F238E27FC236}">
                <a16:creationId xmlns:a16="http://schemas.microsoft.com/office/drawing/2014/main" id="{16118E40-02DE-7C2B-A39C-88ADEFE8593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276804" y="1225798"/>
            <a:ext cx="1275304" cy="593399"/>
          </a:xfrm>
        </p:spPr>
        <p:txBody>
          <a:bodyPr anchor="ctr" anchorCtr="1"/>
          <a:lstStyle>
            <a:lvl1pPr algn="ctr">
              <a:defRPr sz="3000"/>
            </a:lvl1pPr>
          </a:lstStyle>
          <a:p>
            <a:pPr lvl="0"/>
            <a:r>
              <a:rPr lang="es-PE"/>
              <a:t>xx%</a:t>
            </a:r>
          </a:p>
        </p:txBody>
      </p:sp>
      <p:sp>
        <p:nvSpPr>
          <p:cNvPr id="5" name="Google Shape;52;p13">
            <a:extLst>
              <a:ext uri="{FF2B5EF4-FFF2-40B4-BE49-F238E27FC236}">
                <a16:creationId xmlns:a16="http://schemas.microsoft.com/office/drawing/2014/main" id="{D337F071-63C4-C6E1-756B-7E83BAC4F8D6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7547" y="2263313"/>
            <a:ext cx="2388897" cy="484796"/>
          </a:xfrm>
        </p:spPr>
        <p:txBody>
          <a:bodyPr anchor="ctr" anchorCtr="1"/>
          <a:lstStyle>
            <a:lvl1pPr algn="ctr">
              <a:lnSpc>
                <a:spcPct val="100000"/>
              </a:lnSpc>
              <a:buNone/>
              <a:defRPr/>
            </a:lvl1pPr>
          </a:lstStyle>
          <a:p>
            <a:pPr lvl="0"/>
            <a:endParaRPr lang="es-PE"/>
          </a:p>
        </p:txBody>
      </p:sp>
      <p:sp>
        <p:nvSpPr>
          <p:cNvPr id="6" name="Google Shape;53;p13">
            <a:extLst>
              <a:ext uri="{FF2B5EF4-FFF2-40B4-BE49-F238E27FC236}">
                <a16:creationId xmlns:a16="http://schemas.microsoft.com/office/drawing/2014/main" id="{FFFB1F47-1859-1A4C-D343-E6BC4FB5824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406249" y="1742773"/>
            <a:ext cx="2336401" cy="527700"/>
          </a:xfrm>
        </p:spPr>
        <p:txBody>
          <a:bodyPr anchor="ctr" anchorCtr="1"/>
          <a:lstStyle>
            <a:lvl1pPr algn="ctr">
              <a:defRPr sz="2400"/>
            </a:lvl1pPr>
          </a:lstStyle>
          <a:p>
            <a:pPr lvl="0"/>
            <a:endParaRPr lang="es-PE"/>
          </a:p>
        </p:txBody>
      </p:sp>
      <p:sp>
        <p:nvSpPr>
          <p:cNvPr id="7" name="Google Shape;54;p13">
            <a:extLst>
              <a:ext uri="{FF2B5EF4-FFF2-40B4-BE49-F238E27FC236}">
                <a16:creationId xmlns:a16="http://schemas.microsoft.com/office/drawing/2014/main" id="{0EA42E1F-3177-5A4A-7C4C-7ACC50F2610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936802" y="1225798"/>
            <a:ext cx="1275304" cy="593399"/>
          </a:xfrm>
        </p:spPr>
        <p:txBody>
          <a:bodyPr anchor="ctr" anchorCtr="1"/>
          <a:lstStyle>
            <a:lvl1pPr algn="ctr">
              <a:defRPr sz="3000"/>
            </a:lvl1pPr>
          </a:lstStyle>
          <a:p>
            <a:pPr lvl="0"/>
            <a:r>
              <a:rPr lang="es-PE"/>
              <a:t>xx%</a:t>
            </a:r>
          </a:p>
        </p:txBody>
      </p:sp>
      <p:sp>
        <p:nvSpPr>
          <p:cNvPr id="8" name="Google Shape;55;p13">
            <a:extLst>
              <a:ext uri="{FF2B5EF4-FFF2-40B4-BE49-F238E27FC236}">
                <a16:creationId xmlns:a16="http://schemas.microsoft.com/office/drawing/2014/main" id="{C85A939B-782E-2890-67B4-6564189B1752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3377546" y="2263313"/>
            <a:ext cx="2388897" cy="484796"/>
          </a:xfrm>
        </p:spPr>
        <p:txBody>
          <a:bodyPr anchor="ctr" anchorCtr="1"/>
          <a:lstStyle>
            <a:lvl1pPr algn="ctr">
              <a:lnSpc>
                <a:spcPct val="100000"/>
              </a:lnSpc>
              <a:buNone/>
              <a:defRPr/>
            </a:lvl1pPr>
          </a:lstStyle>
          <a:p>
            <a:pPr lvl="0"/>
            <a:endParaRPr lang="es-PE"/>
          </a:p>
        </p:txBody>
      </p:sp>
      <p:sp>
        <p:nvSpPr>
          <p:cNvPr id="9" name="Google Shape;56;p13">
            <a:extLst>
              <a:ext uri="{FF2B5EF4-FFF2-40B4-BE49-F238E27FC236}">
                <a16:creationId xmlns:a16="http://schemas.microsoft.com/office/drawing/2014/main" id="{F6A3F2E1-9531-B54E-0F93-2BB132708AB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46250" y="3595996"/>
            <a:ext cx="2336401" cy="527700"/>
          </a:xfrm>
        </p:spPr>
        <p:txBody>
          <a:bodyPr anchor="ctr" anchorCtr="1"/>
          <a:lstStyle>
            <a:lvl1pPr algn="ctr">
              <a:defRPr sz="2400"/>
            </a:lvl1pPr>
          </a:lstStyle>
          <a:p>
            <a:pPr lvl="0"/>
            <a:endParaRPr lang="es-PE"/>
          </a:p>
        </p:txBody>
      </p:sp>
      <p:sp>
        <p:nvSpPr>
          <p:cNvPr id="10" name="Google Shape;57;p13">
            <a:extLst>
              <a:ext uri="{FF2B5EF4-FFF2-40B4-BE49-F238E27FC236}">
                <a16:creationId xmlns:a16="http://schemas.microsoft.com/office/drawing/2014/main" id="{E1AB12D3-A4A3-C081-0470-EAEF87441C3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276804" y="3079022"/>
            <a:ext cx="1275304" cy="593399"/>
          </a:xfrm>
        </p:spPr>
        <p:txBody>
          <a:bodyPr anchor="ctr" anchorCtr="1"/>
          <a:lstStyle>
            <a:lvl1pPr algn="ctr">
              <a:defRPr sz="3000"/>
            </a:lvl1pPr>
          </a:lstStyle>
          <a:p>
            <a:pPr lvl="0"/>
            <a:r>
              <a:rPr lang="es-PE"/>
              <a:t>xx%</a:t>
            </a:r>
          </a:p>
        </p:txBody>
      </p:sp>
      <p:sp>
        <p:nvSpPr>
          <p:cNvPr id="11" name="Google Shape;58;p13">
            <a:extLst>
              <a:ext uri="{FF2B5EF4-FFF2-40B4-BE49-F238E27FC236}">
                <a16:creationId xmlns:a16="http://schemas.microsoft.com/office/drawing/2014/main" id="{21628B5D-AA89-8989-D242-49742072857C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9998" y="4116537"/>
            <a:ext cx="2388897" cy="484796"/>
          </a:xfrm>
        </p:spPr>
        <p:txBody>
          <a:bodyPr anchor="ctr" anchorCtr="1"/>
          <a:lstStyle>
            <a:lvl1pPr algn="ctr">
              <a:lnSpc>
                <a:spcPct val="100000"/>
              </a:lnSpc>
              <a:buNone/>
              <a:defRPr/>
            </a:lvl1pPr>
          </a:lstStyle>
          <a:p>
            <a:pPr lvl="0"/>
            <a:endParaRPr lang="es-PE"/>
          </a:p>
        </p:txBody>
      </p:sp>
      <p:sp>
        <p:nvSpPr>
          <p:cNvPr id="12" name="Google Shape;59;p13">
            <a:extLst>
              <a:ext uri="{FF2B5EF4-FFF2-40B4-BE49-F238E27FC236}">
                <a16:creationId xmlns:a16="http://schemas.microsoft.com/office/drawing/2014/main" id="{92C2FA2A-00CC-3E22-042A-1C849A1362A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406249" y="3595996"/>
            <a:ext cx="2336401" cy="527700"/>
          </a:xfrm>
        </p:spPr>
        <p:txBody>
          <a:bodyPr anchor="ctr" anchorCtr="1"/>
          <a:lstStyle>
            <a:lvl1pPr algn="ctr">
              <a:defRPr sz="2400"/>
            </a:lvl1pPr>
          </a:lstStyle>
          <a:p>
            <a:pPr lvl="0"/>
            <a:endParaRPr lang="es-PE"/>
          </a:p>
        </p:txBody>
      </p:sp>
      <p:sp>
        <p:nvSpPr>
          <p:cNvPr id="13" name="Google Shape;60;p13">
            <a:extLst>
              <a:ext uri="{FF2B5EF4-FFF2-40B4-BE49-F238E27FC236}">
                <a16:creationId xmlns:a16="http://schemas.microsoft.com/office/drawing/2014/main" id="{4E5D2977-BE8C-F52A-C32B-23481366FBA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936802" y="3079022"/>
            <a:ext cx="1275304" cy="593399"/>
          </a:xfrm>
        </p:spPr>
        <p:txBody>
          <a:bodyPr anchor="ctr" anchorCtr="1"/>
          <a:lstStyle>
            <a:lvl1pPr algn="ctr">
              <a:defRPr sz="3000"/>
            </a:lvl1pPr>
          </a:lstStyle>
          <a:p>
            <a:pPr lvl="0"/>
            <a:r>
              <a:rPr lang="es-PE"/>
              <a:t>xx%</a:t>
            </a:r>
          </a:p>
        </p:txBody>
      </p:sp>
      <p:sp>
        <p:nvSpPr>
          <p:cNvPr id="14" name="Google Shape;61;p13">
            <a:extLst>
              <a:ext uri="{FF2B5EF4-FFF2-40B4-BE49-F238E27FC236}">
                <a16:creationId xmlns:a16="http://schemas.microsoft.com/office/drawing/2014/main" id="{555355AC-1BB3-F6D4-9096-B8680DC953F0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3379997" y="4116537"/>
            <a:ext cx="2388897" cy="484796"/>
          </a:xfrm>
        </p:spPr>
        <p:txBody>
          <a:bodyPr anchor="ctr" anchorCtr="1"/>
          <a:lstStyle>
            <a:lvl1pPr algn="ctr">
              <a:lnSpc>
                <a:spcPct val="100000"/>
              </a:lnSpc>
              <a:buNone/>
              <a:defRPr/>
            </a:lvl1pPr>
          </a:lstStyle>
          <a:p>
            <a:pPr lvl="0"/>
            <a:endParaRPr lang="es-PE"/>
          </a:p>
        </p:txBody>
      </p:sp>
      <p:sp>
        <p:nvSpPr>
          <p:cNvPr id="15" name="Google Shape;62;p13">
            <a:extLst>
              <a:ext uri="{FF2B5EF4-FFF2-40B4-BE49-F238E27FC236}">
                <a16:creationId xmlns:a16="http://schemas.microsoft.com/office/drawing/2014/main" id="{94507F47-6FFA-50EC-4123-8D4147E4CBC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19998" y="445029"/>
            <a:ext cx="7704002" cy="572697"/>
          </a:xfrm>
        </p:spPr>
        <p:txBody>
          <a:bodyPr anchor="ctr"/>
          <a:lstStyle>
            <a:lvl1pPr>
              <a:defRPr/>
            </a:lvl1pPr>
          </a:lstStyle>
          <a:p>
            <a:pPr lvl="0"/>
            <a:endParaRPr lang="es-PE"/>
          </a:p>
        </p:txBody>
      </p:sp>
      <p:sp>
        <p:nvSpPr>
          <p:cNvPr id="16" name="Google Shape;63;p13">
            <a:extLst>
              <a:ext uri="{FF2B5EF4-FFF2-40B4-BE49-F238E27FC236}">
                <a16:creationId xmlns:a16="http://schemas.microsoft.com/office/drawing/2014/main" id="{18CF49BA-378A-B72E-3C6E-4730EAA17B3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66248" y="1742773"/>
            <a:ext cx="2336401" cy="527700"/>
          </a:xfrm>
        </p:spPr>
        <p:txBody>
          <a:bodyPr anchor="ctr" anchorCtr="1"/>
          <a:lstStyle>
            <a:lvl1pPr algn="ctr">
              <a:defRPr sz="2400"/>
            </a:lvl1pPr>
          </a:lstStyle>
          <a:p>
            <a:pPr lvl="0"/>
            <a:endParaRPr lang="es-PE"/>
          </a:p>
        </p:txBody>
      </p:sp>
      <p:sp>
        <p:nvSpPr>
          <p:cNvPr id="17" name="Google Shape;64;p13">
            <a:extLst>
              <a:ext uri="{FF2B5EF4-FFF2-40B4-BE49-F238E27FC236}">
                <a16:creationId xmlns:a16="http://schemas.microsoft.com/office/drawing/2014/main" id="{BD9DD824-1023-C622-5F40-7ACEABDD5C6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596801" y="1225798"/>
            <a:ext cx="1275304" cy="593399"/>
          </a:xfrm>
        </p:spPr>
        <p:txBody>
          <a:bodyPr anchor="ctr" anchorCtr="1"/>
          <a:lstStyle>
            <a:lvl1pPr algn="ctr">
              <a:defRPr sz="3000"/>
            </a:lvl1pPr>
          </a:lstStyle>
          <a:p>
            <a:pPr lvl="0"/>
            <a:r>
              <a:rPr lang="es-PE"/>
              <a:t>xx%</a:t>
            </a:r>
          </a:p>
        </p:txBody>
      </p:sp>
      <p:sp>
        <p:nvSpPr>
          <p:cNvPr id="18" name="Google Shape;65;p13">
            <a:extLst>
              <a:ext uri="{FF2B5EF4-FFF2-40B4-BE49-F238E27FC236}">
                <a16:creationId xmlns:a16="http://schemas.microsoft.com/office/drawing/2014/main" id="{AACDEEEB-28B5-C11F-A6DF-0E05530567B7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037545" y="2263313"/>
            <a:ext cx="2388897" cy="484796"/>
          </a:xfrm>
        </p:spPr>
        <p:txBody>
          <a:bodyPr anchor="ctr" anchorCtr="1"/>
          <a:lstStyle>
            <a:lvl1pPr algn="ctr">
              <a:lnSpc>
                <a:spcPct val="100000"/>
              </a:lnSpc>
              <a:buNone/>
              <a:defRPr/>
            </a:lvl1pPr>
          </a:lstStyle>
          <a:p>
            <a:pPr lvl="0"/>
            <a:endParaRPr lang="es-PE"/>
          </a:p>
        </p:txBody>
      </p:sp>
      <p:sp>
        <p:nvSpPr>
          <p:cNvPr id="19" name="Google Shape;66;p13">
            <a:extLst>
              <a:ext uri="{FF2B5EF4-FFF2-40B4-BE49-F238E27FC236}">
                <a16:creationId xmlns:a16="http://schemas.microsoft.com/office/drawing/2014/main" id="{C87A37A6-7A38-C35B-BAC8-75DFA7AB597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66248" y="3595996"/>
            <a:ext cx="2336401" cy="527700"/>
          </a:xfrm>
        </p:spPr>
        <p:txBody>
          <a:bodyPr anchor="ctr" anchorCtr="1"/>
          <a:lstStyle>
            <a:lvl1pPr algn="ctr">
              <a:defRPr sz="2400"/>
            </a:lvl1pPr>
          </a:lstStyle>
          <a:p>
            <a:pPr lvl="0"/>
            <a:endParaRPr lang="es-PE"/>
          </a:p>
        </p:txBody>
      </p:sp>
      <p:sp>
        <p:nvSpPr>
          <p:cNvPr id="20" name="Google Shape;67;p13">
            <a:extLst>
              <a:ext uri="{FF2B5EF4-FFF2-40B4-BE49-F238E27FC236}">
                <a16:creationId xmlns:a16="http://schemas.microsoft.com/office/drawing/2014/main" id="{3EB5B66C-1FA0-D478-3438-590AB3D5AEF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596801" y="3079022"/>
            <a:ext cx="1275304" cy="593399"/>
          </a:xfrm>
        </p:spPr>
        <p:txBody>
          <a:bodyPr anchor="ctr" anchorCtr="1"/>
          <a:lstStyle>
            <a:lvl1pPr algn="ctr">
              <a:defRPr sz="3000"/>
            </a:lvl1pPr>
          </a:lstStyle>
          <a:p>
            <a:pPr lvl="0"/>
            <a:r>
              <a:rPr lang="es-PE"/>
              <a:t>xx%</a:t>
            </a:r>
          </a:p>
        </p:txBody>
      </p:sp>
      <p:sp>
        <p:nvSpPr>
          <p:cNvPr id="21" name="Google Shape;68;p13">
            <a:extLst>
              <a:ext uri="{FF2B5EF4-FFF2-40B4-BE49-F238E27FC236}">
                <a16:creationId xmlns:a16="http://schemas.microsoft.com/office/drawing/2014/main" id="{A3E746DF-1DF2-CCA1-225B-4ADC7EF74BAA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039996" y="4116537"/>
            <a:ext cx="2388897" cy="484796"/>
          </a:xfrm>
        </p:spPr>
        <p:txBody>
          <a:bodyPr anchor="ctr" anchorCtr="1"/>
          <a:lstStyle>
            <a:lvl1pPr algn="ctr">
              <a:lnSpc>
                <a:spcPct val="100000"/>
              </a:lnSpc>
              <a:buNone/>
              <a:defRPr/>
            </a:lvl1pPr>
          </a:lstStyle>
          <a:p>
            <a:pPr lvl="0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52455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;p3">
            <a:extLst>
              <a:ext uri="{FF2B5EF4-FFF2-40B4-BE49-F238E27FC236}">
                <a16:creationId xmlns:a16="http://schemas.microsoft.com/office/drawing/2014/main" id="{E110A136-3940-AA80-57C8-E05B383F4D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06703" y="1925214"/>
            <a:ext cx="4360197" cy="841796"/>
          </a:xfrm>
        </p:spPr>
        <p:txBody>
          <a:bodyPr anchor="ctr"/>
          <a:lstStyle>
            <a:lvl1pPr>
              <a:defRPr sz="6500"/>
            </a:lvl1pPr>
          </a:lstStyle>
          <a:p>
            <a:pPr lvl="0"/>
            <a:endParaRPr lang="es-PE"/>
          </a:p>
        </p:txBody>
      </p:sp>
      <p:sp>
        <p:nvSpPr>
          <p:cNvPr id="3" name="Google Shape;15;p3">
            <a:extLst>
              <a:ext uri="{FF2B5EF4-FFF2-40B4-BE49-F238E27FC236}">
                <a16:creationId xmlns:a16="http://schemas.microsoft.com/office/drawing/2014/main" id="{8BADA678-18AB-5F77-CB2D-A146E751E83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783747" y="1837569"/>
            <a:ext cx="1831497" cy="1439704"/>
          </a:xfrm>
        </p:spPr>
        <p:txBody>
          <a:bodyPr anchor="ctr"/>
          <a:lstStyle>
            <a:lvl1pPr algn="r">
              <a:defRPr sz="11400"/>
            </a:lvl1pPr>
          </a:lstStyle>
          <a:p>
            <a:pPr lvl="0"/>
            <a:r>
              <a:rPr lang="es-PE"/>
              <a:t>xx%</a:t>
            </a:r>
          </a:p>
        </p:txBody>
      </p:sp>
      <p:sp>
        <p:nvSpPr>
          <p:cNvPr id="4" name="Google Shape;16;p3">
            <a:extLst>
              <a:ext uri="{FF2B5EF4-FFF2-40B4-BE49-F238E27FC236}">
                <a16:creationId xmlns:a16="http://schemas.microsoft.com/office/drawing/2014/main" id="{43C52893-F9D8-E63D-FE9B-7C338169EC83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3706703" y="2809996"/>
            <a:ext cx="4360197" cy="397800"/>
          </a:xfrm>
        </p:spPr>
        <p:txBody>
          <a:bodyPr anchor="ctr"/>
          <a:lstStyle>
            <a:lvl1pPr>
              <a:lnSpc>
                <a:spcPct val="100000"/>
              </a:lnSpc>
              <a:buNone/>
              <a:defRPr/>
            </a:lvl1pPr>
          </a:lstStyle>
          <a:p>
            <a:pPr lvl="0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978751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_1_1_1_1_1_1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9;p26">
            <a:extLst>
              <a:ext uri="{FF2B5EF4-FFF2-40B4-BE49-F238E27FC236}">
                <a16:creationId xmlns:a16="http://schemas.microsoft.com/office/drawing/2014/main" id="{87F1E910-0E44-38EA-39CD-380E3634CE5C}"/>
              </a:ext>
            </a:extLst>
          </p:cNvPr>
          <p:cNvSpPr/>
          <p:nvPr/>
        </p:nvSpPr>
        <p:spPr>
          <a:xfrm>
            <a:off x="-1874" y="0"/>
            <a:ext cx="6013798" cy="5143499"/>
          </a:xfrm>
          <a:prstGeom prst="rect">
            <a:avLst/>
          </a:prstGeom>
          <a:solidFill>
            <a:srgbClr val="980000">
              <a:alpha val="80000"/>
            </a:srgbClr>
          </a:solidFill>
          <a:ln cap="flat">
            <a:noFill/>
            <a:prstDash val="solid"/>
          </a:ln>
        </p:spPr>
        <p:txBody>
          <a:bodyPr vert="horz" wrap="square" lIns="91421" tIns="91421" rIns="91421" bIns="91421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PE" sz="14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Google Shape;160;p26">
            <a:extLst>
              <a:ext uri="{FF2B5EF4-FFF2-40B4-BE49-F238E27FC236}">
                <a16:creationId xmlns:a16="http://schemas.microsoft.com/office/drawing/2014/main" id="{EADD3A44-01CB-EC00-E27F-DD3384DD45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9971" y="534997"/>
            <a:ext cx="4284000" cy="997802"/>
          </a:xfrm>
        </p:spPr>
        <p:txBody>
          <a:bodyPr anchor="ctr"/>
          <a:lstStyle>
            <a:lvl1pPr>
              <a:defRPr sz="6400"/>
            </a:lvl1pPr>
          </a:lstStyle>
          <a:p>
            <a:pPr lvl="0"/>
            <a:endParaRPr lang="es-PE"/>
          </a:p>
        </p:txBody>
      </p:sp>
      <p:sp>
        <p:nvSpPr>
          <p:cNvPr id="4" name="Google Shape;161;p26">
            <a:extLst>
              <a:ext uri="{FF2B5EF4-FFF2-40B4-BE49-F238E27FC236}">
                <a16:creationId xmlns:a16="http://schemas.microsoft.com/office/drawing/2014/main" id="{79E7EB11-248C-61C8-32CB-E0757246D54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5097" y="1569723"/>
            <a:ext cx="4293903" cy="1213801"/>
          </a:xfrm>
        </p:spPr>
        <p:txBody>
          <a:bodyPr anchor="ctr"/>
          <a:lstStyle>
            <a:lvl1pPr>
              <a:lnSpc>
                <a:spcPct val="100000"/>
              </a:lnSpc>
              <a:buNone/>
              <a:defRPr/>
            </a:lvl1pPr>
          </a:lstStyle>
          <a:p>
            <a:pPr lvl="0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28542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2" r:id="rId12"/>
    <p:sldLayoutId id="2147483663" r:id="rId13"/>
    <p:sldLayoutId id="2147483664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4" Type="http://schemas.openxmlformats.org/officeDocument/2006/relationships/hyperlink" Target="https://pxhere.com/fr/photo/11590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C:\Users\Administrator\Desktop\QQ截图20170224201141.jpgQQ截图2017022420114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10477" y="-22860"/>
            <a:ext cx="9164479" cy="331851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-10477" y="3295174"/>
            <a:ext cx="9164479" cy="1884045"/>
          </a:xfrm>
          <a:prstGeom prst="rect">
            <a:avLst/>
          </a:prstGeom>
          <a:solidFill>
            <a:srgbClr val="AC08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zh-CN" altLang="en-US" sz="1350" dirty="0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-21432" y="3223465"/>
            <a:ext cx="9175433" cy="7429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zh-CN" altLang="en-US" sz="1350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74B6FCD8-1FB1-B159-E702-F378792BA56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80" y="-24970"/>
            <a:ext cx="1463828" cy="1016024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A07FEEDE-60F0-A849-F618-36FF12AADCFC}"/>
              </a:ext>
            </a:extLst>
          </p:cNvPr>
          <p:cNvSpPr txBox="1"/>
          <p:nvPr/>
        </p:nvSpPr>
        <p:spPr>
          <a:xfrm>
            <a:off x="7865328" y="4237196"/>
            <a:ext cx="12786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DUFOUR David</a:t>
            </a:r>
          </a:p>
          <a:p>
            <a:r>
              <a:rPr lang="fr-FR" sz="1200" dirty="0"/>
              <a:t>Data </a:t>
            </a:r>
            <a:r>
              <a:rPr lang="fr-FR" sz="1200" dirty="0" err="1"/>
              <a:t>Analyst</a:t>
            </a:r>
            <a:endParaRPr lang="fr-FR" sz="1200" dirty="0"/>
          </a:p>
          <a:p>
            <a:r>
              <a:rPr lang="fr-FR" sz="1200" dirty="0"/>
              <a:t>13 août 2024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08F2EB0-3816-1B8C-7138-237EDFDB723E}"/>
              </a:ext>
            </a:extLst>
          </p:cNvPr>
          <p:cNvSpPr txBox="1"/>
          <p:nvPr/>
        </p:nvSpPr>
        <p:spPr>
          <a:xfrm>
            <a:off x="1057334" y="3616590"/>
            <a:ext cx="701789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chemeClr val="bg1">
                    <a:lumMod val="95000"/>
                  </a:schemeClr>
                </a:solidFill>
              </a:rPr>
              <a:t>Optimisez la gestion du stock d’une boutique en nettoyant ses données</a:t>
            </a:r>
          </a:p>
          <a:p>
            <a:pPr algn="ctr"/>
            <a:endParaRPr lang="fr-FR" sz="2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28B4A317-3A05-2C27-D038-894937B88AD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</a:t>
            </a:fld>
            <a:endParaRPr lang="fr-F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C08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3;p33">
            <a:extLst>
              <a:ext uri="{FF2B5EF4-FFF2-40B4-BE49-F238E27FC236}">
                <a16:creationId xmlns:a16="http://schemas.microsoft.com/office/drawing/2014/main" id="{CF30DE28-C6C3-BA8E-FBCE-67C15634DE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07442" y="978924"/>
            <a:ext cx="4284069" cy="527700"/>
          </a:xfrm>
        </p:spPr>
        <p:txBody>
          <a:bodyPr>
            <a:normAutofit/>
          </a:bodyPr>
          <a:lstStyle/>
          <a:p>
            <a:pPr lvl="0" algn="l"/>
            <a:r>
              <a:rPr lang="en-US" sz="1800" dirty="0">
                <a:solidFill>
                  <a:schemeClr val="bg1"/>
                </a:solidFill>
              </a:rPr>
              <a:t>Analyses </a:t>
            </a:r>
            <a:r>
              <a:rPr lang="en-US" sz="1800" dirty="0" err="1">
                <a:solidFill>
                  <a:schemeClr val="bg1"/>
                </a:solidFill>
              </a:rPr>
              <a:t>exploratoires</a:t>
            </a:r>
            <a:r>
              <a:rPr lang="en-US" sz="1800" dirty="0">
                <a:solidFill>
                  <a:schemeClr val="bg1"/>
                </a:solidFill>
              </a:rPr>
              <a:t> des données</a:t>
            </a:r>
          </a:p>
        </p:txBody>
      </p:sp>
      <p:sp>
        <p:nvSpPr>
          <p:cNvPr id="5" name="Google Shape;196;p33">
            <a:extLst>
              <a:ext uri="{FF2B5EF4-FFF2-40B4-BE49-F238E27FC236}">
                <a16:creationId xmlns:a16="http://schemas.microsoft.com/office/drawing/2014/main" id="{FA86C8DD-F1E1-DE0C-57B7-43FD0C49475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061580" y="1722271"/>
            <a:ext cx="4284068" cy="527700"/>
          </a:xfrm>
        </p:spPr>
        <p:txBody>
          <a:bodyPr anchor="ctr" anchorCtr="1">
            <a:noAutofit/>
          </a:bodyPr>
          <a:lstStyle/>
          <a:p>
            <a:pPr lvl="0"/>
            <a:r>
              <a:rPr lang="fr-FR" sz="1800" dirty="0">
                <a:solidFill>
                  <a:schemeClr val="bg1"/>
                </a:solidFill>
              </a:rPr>
              <a:t>Fusions ou consolidations des données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8" name="Google Shape;199;p33">
            <a:extLst>
              <a:ext uri="{FF2B5EF4-FFF2-40B4-BE49-F238E27FC236}">
                <a16:creationId xmlns:a16="http://schemas.microsoft.com/office/drawing/2014/main" id="{3EAB188B-0F68-5C0F-D55D-949C8C9E177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003884" y="2488320"/>
            <a:ext cx="4121284" cy="527700"/>
          </a:xfrm>
        </p:spPr>
        <p:txBody>
          <a:bodyPr anchor="ctr" anchorCtr="1">
            <a:noAutofit/>
          </a:bodyPr>
          <a:lstStyle/>
          <a:p>
            <a:pPr lvl="0"/>
            <a:r>
              <a:rPr lang="en-US" sz="1800" dirty="0">
                <a:solidFill>
                  <a:schemeClr val="bg1"/>
                </a:solidFill>
              </a:rPr>
              <a:t>Exploitation des données et </a:t>
            </a:r>
            <a:r>
              <a:rPr lang="en-US" sz="1800" dirty="0" err="1">
                <a:solidFill>
                  <a:schemeClr val="bg1"/>
                </a:solidFill>
              </a:rPr>
              <a:t>résultats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1" name="Google Shape;202;p33">
            <a:extLst>
              <a:ext uri="{FF2B5EF4-FFF2-40B4-BE49-F238E27FC236}">
                <a16:creationId xmlns:a16="http://schemas.microsoft.com/office/drawing/2014/main" id="{91DBA169-B7AF-CD76-CBDC-4BC8C56D277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929464" y="3311819"/>
            <a:ext cx="3512050" cy="527700"/>
          </a:xfrm>
        </p:spPr>
        <p:txBody>
          <a:bodyPr anchor="ctr" anchorCtr="1">
            <a:normAutofit/>
          </a:bodyPr>
          <a:lstStyle/>
          <a:p>
            <a:pPr lvl="0"/>
            <a:r>
              <a:rPr lang="en-US" sz="1800" dirty="0">
                <a:solidFill>
                  <a:schemeClr val="bg1"/>
                </a:solidFill>
              </a:rPr>
              <a:t>Actions à </a:t>
            </a:r>
            <a:r>
              <a:rPr lang="en-US" sz="1800" dirty="0" err="1">
                <a:solidFill>
                  <a:schemeClr val="bg1"/>
                </a:solidFill>
              </a:rPr>
              <a:t>mener</a:t>
            </a:r>
            <a:r>
              <a:rPr lang="en-US" sz="1800" dirty="0">
                <a:solidFill>
                  <a:schemeClr val="bg1"/>
                </a:solidFill>
              </a:rPr>
              <a:t> pour la suite</a:t>
            </a:r>
          </a:p>
        </p:txBody>
      </p:sp>
      <p:sp>
        <p:nvSpPr>
          <p:cNvPr id="14" name="Google Shape;205;p33">
            <a:extLst>
              <a:ext uri="{FF2B5EF4-FFF2-40B4-BE49-F238E27FC236}">
                <a16:creationId xmlns:a16="http://schemas.microsoft.com/office/drawing/2014/main" id="{504C8698-8FA3-81CC-123A-FCF4B9029D8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88610" y="318837"/>
            <a:ext cx="7704002" cy="572697"/>
          </a:xfrm>
        </p:spPr>
        <p:txBody>
          <a:bodyPr anchor="ctr">
            <a:normAutofit fontScale="90000"/>
          </a:bodyPr>
          <a:lstStyle/>
          <a:p>
            <a:pPr lvl="0"/>
            <a:r>
              <a:rPr lang="en-US" dirty="0" err="1">
                <a:solidFill>
                  <a:schemeClr val="bg1"/>
                </a:solidFill>
              </a:rPr>
              <a:t>Sommaire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Google Shape;206;p33">
            <a:extLst>
              <a:ext uri="{FF2B5EF4-FFF2-40B4-BE49-F238E27FC236}">
                <a16:creationId xmlns:a16="http://schemas.microsoft.com/office/drawing/2014/main" id="{809155DE-56AD-8B09-EE96-FD1D5231B6A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66248" y="1742773"/>
            <a:ext cx="2336401" cy="527700"/>
          </a:xfrm>
        </p:spPr>
        <p:txBody>
          <a:bodyPr anchor="ctr" anchorCtr="1">
            <a:normAutofit fontScale="90000"/>
          </a:bodyPr>
          <a:lstStyle/>
          <a:p>
            <a:pPr lvl="0" algn="ctr"/>
            <a:r>
              <a:rPr lang="en-US" sz="2400"/>
              <a:t>GOALS &amp; STRATEGY</a:t>
            </a:r>
          </a:p>
        </p:txBody>
      </p:sp>
      <p:sp>
        <p:nvSpPr>
          <p:cNvPr id="16" name="Google Shape;207;p33">
            <a:extLst>
              <a:ext uri="{FF2B5EF4-FFF2-40B4-BE49-F238E27FC236}">
                <a16:creationId xmlns:a16="http://schemas.microsoft.com/office/drawing/2014/main" id="{5CF8A6A4-3208-6A1C-C547-42D4B824014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596801" y="1225798"/>
            <a:ext cx="1275304" cy="593399"/>
          </a:xfrm>
        </p:spPr>
        <p:txBody>
          <a:bodyPr anchor="ctr" anchorCtr="1">
            <a:normAutofit fontScale="90000"/>
          </a:bodyPr>
          <a:lstStyle/>
          <a:p>
            <a:pPr lvl="0" algn="ctr"/>
            <a:r>
              <a:rPr lang="en-US" sz="3000"/>
              <a:t>03</a:t>
            </a:r>
          </a:p>
        </p:txBody>
      </p:sp>
      <p:sp>
        <p:nvSpPr>
          <p:cNvPr id="17" name="Google Shape;208;p33">
            <a:extLst>
              <a:ext uri="{FF2B5EF4-FFF2-40B4-BE49-F238E27FC236}">
                <a16:creationId xmlns:a16="http://schemas.microsoft.com/office/drawing/2014/main" id="{0BA14FF4-0DCD-582B-584A-A19B594EF9D7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037545" y="2263313"/>
            <a:ext cx="2388897" cy="484796"/>
          </a:xfrm>
        </p:spPr>
        <p:txBody>
          <a:bodyPr anchor="ctr" anchorCtr="1">
            <a:normAutofit fontScale="62500" lnSpcReduction="20000"/>
          </a:bodyPr>
          <a:lstStyle/>
          <a:p>
            <a:pPr marL="0" lvl="0" indent="0" algn="ctr">
              <a:lnSpc>
                <a:spcPct val="100000"/>
              </a:lnSpc>
              <a:buNone/>
            </a:pPr>
            <a:r>
              <a:rPr lang="en-US"/>
              <a:t>You can describe the topic of the section here</a:t>
            </a:r>
          </a:p>
        </p:txBody>
      </p:sp>
      <p:sp>
        <p:nvSpPr>
          <p:cNvPr id="18" name="Google Shape;209;p33">
            <a:extLst>
              <a:ext uri="{FF2B5EF4-FFF2-40B4-BE49-F238E27FC236}">
                <a16:creationId xmlns:a16="http://schemas.microsoft.com/office/drawing/2014/main" id="{721A88D2-0B58-EB3C-BDCA-222140959FC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66248" y="3595996"/>
            <a:ext cx="2336401" cy="527700"/>
          </a:xfrm>
        </p:spPr>
        <p:txBody>
          <a:bodyPr anchor="ctr" anchorCtr="1">
            <a:normAutofit fontScale="90000"/>
          </a:bodyPr>
          <a:lstStyle/>
          <a:p>
            <a:pPr lvl="0" algn="ctr"/>
            <a:r>
              <a:rPr lang="en-US" sz="2400"/>
              <a:t>KPI Overview</a:t>
            </a:r>
          </a:p>
        </p:txBody>
      </p:sp>
      <p:sp>
        <p:nvSpPr>
          <p:cNvPr id="19" name="Google Shape;210;p33">
            <a:extLst>
              <a:ext uri="{FF2B5EF4-FFF2-40B4-BE49-F238E27FC236}">
                <a16:creationId xmlns:a16="http://schemas.microsoft.com/office/drawing/2014/main" id="{84C5046E-A3B1-86C5-8CDF-A926F14D645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596801" y="3079022"/>
            <a:ext cx="1275304" cy="593399"/>
          </a:xfrm>
        </p:spPr>
        <p:txBody>
          <a:bodyPr anchor="ctr" anchorCtr="1">
            <a:normAutofit fontScale="90000"/>
          </a:bodyPr>
          <a:lstStyle/>
          <a:p>
            <a:pPr lvl="0" algn="ctr"/>
            <a:r>
              <a:rPr lang="en-US" sz="3000"/>
              <a:t>06</a:t>
            </a:r>
          </a:p>
        </p:txBody>
      </p:sp>
      <p:sp>
        <p:nvSpPr>
          <p:cNvPr id="20" name="Google Shape;211;p33">
            <a:extLst>
              <a:ext uri="{FF2B5EF4-FFF2-40B4-BE49-F238E27FC236}">
                <a16:creationId xmlns:a16="http://schemas.microsoft.com/office/drawing/2014/main" id="{72A2D444-11CB-52E6-DA69-972C9EF3C227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039996" y="4116537"/>
            <a:ext cx="2388897" cy="484796"/>
          </a:xfrm>
        </p:spPr>
        <p:txBody>
          <a:bodyPr anchor="ctr" anchorCtr="1">
            <a:normAutofit fontScale="62500" lnSpcReduction="20000"/>
          </a:bodyPr>
          <a:lstStyle/>
          <a:p>
            <a:pPr marL="0" lvl="0" indent="0" algn="ctr">
              <a:lnSpc>
                <a:spcPct val="100000"/>
              </a:lnSpc>
              <a:buNone/>
            </a:pPr>
            <a:r>
              <a:rPr lang="en-US"/>
              <a:t>You can describe the topic of the section here</a:t>
            </a:r>
          </a:p>
        </p:txBody>
      </p:sp>
      <p:cxnSp>
        <p:nvCxnSpPr>
          <p:cNvPr id="21" name="Google Shape;212;p33">
            <a:extLst>
              <a:ext uri="{FF2B5EF4-FFF2-40B4-BE49-F238E27FC236}">
                <a16:creationId xmlns:a16="http://schemas.microsoft.com/office/drawing/2014/main" id="{777BB123-5463-8CF3-6647-CD26C82F8B42}"/>
              </a:ext>
            </a:extLst>
          </p:cNvPr>
          <p:cNvCxnSpPr/>
          <p:nvPr/>
        </p:nvCxnSpPr>
        <p:spPr>
          <a:xfrm>
            <a:off x="-14328" y="294372"/>
            <a:ext cx="1998603" cy="0"/>
          </a:xfrm>
          <a:prstGeom prst="straightConnector1">
            <a:avLst/>
          </a:prstGeom>
          <a:noFill/>
          <a:ln w="9528" cap="flat">
            <a:solidFill>
              <a:srgbClr val="FFFFFF"/>
            </a:solidFill>
            <a:prstDash val="solid"/>
            <a:round/>
          </a:ln>
        </p:spPr>
      </p:cxnSp>
      <p:pic>
        <p:nvPicPr>
          <p:cNvPr id="22" name="Picture 2" descr="persona con copa de vino transparente">
            <a:extLst>
              <a:ext uri="{FF2B5EF4-FFF2-40B4-BE49-F238E27FC236}">
                <a16:creationId xmlns:a16="http://schemas.microsoft.com/office/drawing/2014/main" id="{71C5C0C1-10B3-83CA-5CA1-CBA355F4B1A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713408" y="0"/>
            <a:ext cx="3430591" cy="514349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23" name="Ellipse 22">
            <a:extLst>
              <a:ext uri="{FF2B5EF4-FFF2-40B4-BE49-F238E27FC236}">
                <a16:creationId xmlns:a16="http://schemas.microsoft.com/office/drawing/2014/main" id="{357D0283-7BF5-83F8-16E4-6E17F127D477}"/>
              </a:ext>
            </a:extLst>
          </p:cNvPr>
          <p:cNvSpPr/>
          <p:nvPr/>
        </p:nvSpPr>
        <p:spPr>
          <a:xfrm>
            <a:off x="357267" y="927200"/>
            <a:ext cx="625958" cy="593398"/>
          </a:xfrm>
          <a:prstGeom prst="ellipse">
            <a:avLst/>
          </a:prstGeom>
          <a:solidFill>
            <a:srgbClr val="AC0804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01</a:t>
            </a: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77E64A2C-E367-4BC6-7651-09EA04D77A6D}"/>
              </a:ext>
            </a:extLst>
          </p:cNvPr>
          <p:cNvSpPr/>
          <p:nvPr/>
        </p:nvSpPr>
        <p:spPr>
          <a:xfrm>
            <a:off x="357267" y="1700773"/>
            <a:ext cx="625958" cy="593398"/>
          </a:xfrm>
          <a:prstGeom prst="ellipse">
            <a:avLst/>
          </a:prstGeom>
          <a:solidFill>
            <a:srgbClr val="AC0804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02</a:t>
            </a: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99777522-9D42-4D13-83DB-199EA8B33BD7}"/>
              </a:ext>
            </a:extLst>
          </p:cNvPr>
          <p:cNvSpPr/>
          <p:nvPr/>
        </p:nvSpPr>
        <p:spPr>
          <a:xfrm>
            <a:off x="344023" y="2505711"/>
            <a:ext cx="625958" cy="593398"/>
          </a:xfrm>
          <a:prstGeom prst="ellipse">
            <a:avLst/>
          </a:prstGeom>
          <a:solidFill>
            <a:srgbClr val="AC0804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03</a:t>
            </a: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669E3C04-0C31-2ECD-9DEE-33755F1D6131}"/>
              </a:ext>
            </a:extLst>
          </p:cNvPr>
          <p:cNvSpPr/>
          <p:nvPr/>
        </p:nvSpPr>
        <p:spPr>
          <a:xfrm>
            <a:off x="344023" y="3311819"/>
            <a:ext cx="625958" cy="593398"/>
          </a:xfrm>
          <a:prstGeom prst="ellipse">
            <a:avLst/>
          </a:prstGeom>
          <a:solidFill>
            <a:srgbClr val="AC0804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04</a:t>
            </a:r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DA593259-E617-451B-A311-19C3B8B7B7F5}"/>
              </a:ext>
            </a:extLst>
          </p:cNvPr>
          <p:cNvSpPr/>
          <p:nvPr/>
        </p:nvSpPr>
        <p:spPr>
          <a:xfrm>
            <a:off x="357267" y="4135318"/>
            <a:ext cx="625958" cy="593398"/>
          </a:xfrm>
          <a:prstGeom prst="ellipse">
            <a:avLst/>
          </a:prstGeom>
          <a:solidFill>
            <a:srgbClr val="AC0804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05</a:t>
            </a:r>
          </a:p>
        </p:txBody>
      </p:sp>
      <p:sp>
        <p:nvSpPr>
          <p:cNvPr id="28" name="Google Shape;202;p33">
            <a:extLst>
              <a:ext uri="{FF2B5EF4-FFF2-40B4-BE49-F238E27FC236}">
                <a16:creationId xmlns:a16="http://schemas.microsoft.com/office/drawing/2014/main" id="{51F39EBD-95AA-B48C-5499-3AAD93DCAF5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061580" y="4164576"/>
            <a:ext cx="3869159" cy="527700"/>
          </a:xfrm>
        </p:spPr>
        <p:txBody>
          <a:bodyPr anchor="ctr" anchorCtr="1">
            <a:noAutofit/>
          </a:bodyPr>
          <a:lstStyle/>
          <a:p>
            <a:pPr lvl="0"/>
            <a:r>
              <a:rPr lang="fr-FR" sz="1800" dirty="0">
                <a:solidFill>
                  <a:schemeClr val="bg1"/>
                </a:solidFill>
              </a:rPr>
              <a:t>Point sur les compétences apprises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;p3">
            <a:extLst>
              <a:ext uri="{FF2B5EF4-FFF2-40B4-BE49-F238E27FC236}">
                <a16:creationId xmlns:a16="http://schemas.microsoft.com/office/drawing/2014/main" id="{92E8A485-2678-4301-39AE-A2AA6E52BE71}"/>
              </a:ext>
            </a:extLst>
          </p:cNvPr>
          <p:cNvSpPr/>
          <p:nvPr/>
        </p:nvSpPr>
        <p:spPr>
          <a:xfrm>
            <a:off x="107516" y="996621"/>
            <a:ext cx="5603882" cy="3225075"/>
          </a:xfrm>
          <a:prstGeom prst="rect">
            <a:avLst/>
          </a:prstGeom>
          <a:solidFill>
            <a:srgbClr val="AC0804">
              <a:alpha val="80000"/>
            </a:srgbClr>
          </a:solidFill>
          <a:ln cap="flat">
            <a:noFill/>
            <a:prstDash val="solid"/>
          </a:ln>
        </p:spPr>
        <p:txBody>
          <a:bodyPr vert="horz" wrap="square" lIns="91421" tIns="91421" rIns="91421" bIns="91421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PE" sz="14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Google Shape;228;p35">
            <a:extLst>
              <a:ext uri="{FF2B5EF4-FFF2-40B4-BE49-F238E27FC236}">
                <a16:creationId xmlns:a16="http://schemas.microsoft.com/office/drawing/2014/main" id="{B63F6846-B8E4-0003-2402-ACDD6B0F4F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2924" y="2280954"/>
            <a:ext cx="5557142" cy="1385848"/>
          </a:xfrm>
        </p:spPr>
        <p:txBody>
          <a:bodyPr>
            <a:noAutofit/>
          </a:bodyPr>
          <a:lstStyle/>
          <a:p>
            <a:pPr lvl="0"/>
            <a:r>
              <a:rPr lang="en-US" sz="3600" dirty="0">
                <a:solidFill>
                  <a:schemeClr val="bg1"/>
                </a:solidFill>
              </a:rPr>
              <a:t>Analyses </a:t>
            </a:r>
            <a:r>
              <a:rPr lang="en-US" sz="3600" dirty="0" err="1">
                <a:solidFill>
                  <a:schemeClr val="bg1"/>
                </a:solidFill>
              </a:rPr>
              <a:t>exploratoires</a:t>
            </a:r>
            <a:r>
              <a:rPr lang="en-US" sz="3600" dirty="0">
                <a:solidFill>
                  <a:schemeClr val="bg1"/>
                </a:solidFill>
              </a:rPr>
              <a:t> des données</a:t>
            </a:r>
          </a:p>
        </p:txBody>
      </p:sp>
      <p:sp>
        <p:nvSpPr>
          <p:cNvPr id="5" name="Google Shape;230;p35">
            <a:extLst>
              <a:ext uri="{FF2B5EF4-FFF2-40B4-BE49-F238E27FC236}">
                <a16:creationId xmlns:a16="http://schemas.microsoft.com/office/drawing/2014/main" id="{069C5FFB-F455-1898-49BA-B352C22B65F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30042" y="765593"/>
            <a:ext cx="1831497" cy="1439704"/>
          </a:xfrm>
        </p:spPr>
        <p:txBody>
          <a:bodyPr anchor="ctr">
            <a:normAutofit fontScale="90000"/>
          </a:bodyPr>
          <a:lstStyle/>
          <a:p>
            <a:pPr lvl="0" algn="r"/>
            <a:r>
              <a:rPr lang="en-US" sz="7300" dirty="0">
                <a:solidFill>
                  <a:schemeClr val="bg1"/>
                </a:solidFill>
              </a:rPr>
              <a:t>01</a:t>
            </a:r>
            <a:r>
              <a:rPr lang="en-US" sz="114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AB40E8A0-BCE2-DF84-1BAE-7DD9EA6579DF}"/>
              </a:ext>
            </a:extLst>
          </p:cNvPr>
          <p:cNvSpPr/>
          <p:nvPr/>
        </p:nvSpPr>
        <p:spPr>
          <a:xfrm flipH="1">
            <a:off x="7738878" y="88587"/>
            <a:ext cx="1401519" cy="908035"/>
          </a:xfrm>
          <a:custGeom>
            <a:avLst/>
            <a:gdLst>
              <a:gd name="f0" fmla="val 10800000"/>
              <a:gd name="f1" fmla="val 5400000"/>
              <a:gd name="f2" fmla="val 360"/>
              <a:gd name="f3" fmla="val 180"/>
              <a:gd name="f4" fmla="val w"/>
              <a:gd name="f5" fmla="val h"/>
              <a:gd name="f6" fmla="val 0"/>
              <a:gd name="f7" fmla="val 1590"/>
              <a:gd name="f8" fmla="val 1029"/>
              <a:gd name="f9" fmla="val 250"/>
              <a:gd name="f10" fmla="val 6"/>
              <a:gd name="f11" fmla="val 243"/>
              <a:gd name="f12" fmla="val 12"/>
              <a:gd name="f13" fmla="val 245"/>
              <a:gd name="f14" fmla="val 19"/>
              <a:gd name="f15" fmla="val 248"/>
              <a:gd name="f16" fmla="val 93"/>
              <a:gd name="f17" fmla="val 273"/>
              <a:gd name="f18" fmla="val 168"/>
              <a:gd name="f19" fmla="val 298"/>
              <a:gd name="f20" fmla="val 239"/>
              <a:gd name="f21" fmla="val 331"/>
              <a:gd name="f22" fmla="val 336"/>
              <a:gd name="f23" fmla="val 261"/>
              <a:gd name="f24" fmla="val 338"/>
              <a:gd name="f25" fmla="val 272"/>
              <a:gd name="f26" fmla="val 341"/>
              <a:gd name="f27" fmla="val 280"/>
              <a:gd name="f28" fmla="val 344"/>
              <a:gd name="f29" fmla="val 288"/>
              <a:gd name="f30" fmla="val 343"/>
              <a:gd name="f31" fmla="val 296"/>
              <a:gd name="f32" fmla="val 339"/>
              <a:gd name="f33" fmla="val 301"/>
              <a:gd name="f34" fmla="val 337"/>
              <a:gd name="f35" fmla="val 305"/>
              <a:gd name="f36" fmla="val 307"/>
              <a:gd name="f37" fmla="val 308"/>
              <a:gd name="f38" fmla="val 347"/>
              <a:gd name="f39" fmla="val 312"/>
              <a:gd name="f40" fmla="val 351"/>
              <a:gd name="f41" fmla="val 315"/>
              <a:gd name="f42" fmla="val 352"/>
              <a:gd name="f43" fmla="val 333"/>
              <a:gd name="f44" fmla="val 355"/>
              <a:gd name="f45" fmla="val 359"/>
              <a:gd name="f46" fmla="val 369"/>
              <a:gd name="f47" fmla="val 412"/>
              <a:gd name="f48" fmla="val 361"/>
              <a:gd name="f49" fmla="val 456"/>
              <a:gd name="f50" fmla="val 499"/>
              <a:gd name="f51" fmla="val 363"/>
              <a:gd name="f52" fmla="val 534"/>
              <a:gd name="f53" fmla="val 365"/>
              <a:gd name="f54" fmla="val 570"/>
              <a:gd name="f55" fmla="val 605"/>
              <a:gd name="f56" fmla="val 371"/>
              <a:gd name="f57" fmla="val 619"/>
              <a:gd name="f58" fmla="val 372"/>
              <a:gd name="f59" fmla="val 633"/>
              <a:gd name="f60" fmla="val 647"/>
              <a:gd name="f61" fmla="val 659"/>
              <a:gd name="f62" fmla="val 368"/>
              <a:gd name="f63" fmla="val 668"/>
              <a:gd name="f64" fmla="val 672"/>
              <a:gd name="f65" fmla="val 349"/>
              <a:gd name="f66" fmla="val 677"/>
              <a:gd name="f67" fmla="val 335"/>
              <a:gd name="f68" fmla="val 682"/>
              <a:gd name="f69" fmla="val 320"/>
              <a:gd name="f70" fmla="val 685"/>
              <a:gd name="f71" fmla="val 306"/>
              <a:gd name="f72" fmla="val 688"/>
              <a:gd name="f73" fmla="val 690"/>
              <a:gd name="f74" fmla="val 270"/>
              <a:gd name="f75" fmla="val 693"/>
              <a:gd name="f76" fmla="val 252"/>
              <a:gd name="f77" fmla="val 679"/>
              <a:gd name="f78" fmla="val 663"/>
              <a:gd name="f79" fmla="val 650"/>
              <a:gd name="f80" fmla="val 640"/>
              <a:gd name="f81" fmla="val 627"/>
              <a:gd name="f82" fmla="val 615"/>
              <a:gd name="f83" fmla="val 614"/>
              <a:gd name="f84" fmla="val 602"/>
              <a:gd name="f85" fmla="val 265"/>
              <a:gd name="f86" fmla="val 589"/>
              <a:gd name="f87" fmla="val 260"/>
              <a:gd name="f88" fmla="val 577"/>
              <a:gd name="f89" fmla="val 255"/>
              <a:gd name="f90" fmla="val 573"/>
              <a:gd name="f91" fmla="val 253"/>
              <a:gd name="f92" fmla="val 569"/>
              <a:gd name="f93" fmla="val 251"/>
              <a:gd name="f94" fmla="val 563"/>
              <a:gd name="f95" fmla="val 566"/>
              <a:gd name="f96" fmla="val 246"/>
              <a:gd name="f97" fmla="val 568"/>
              <a:gd name="f98" fmla="val 244"/>
              <a:gd name="f99" fmla="val 565"/>
              <a:gd name="f100" fmla="val 240"/>
              <a:gd name="f101" fmla="val 560"/>
              <a:gd name="f102" fmla="val 235"/>
              <a:gd name="f103" fmla="val 555"/>
              <a:gd name="f104" fmla="val 231"/>
              <a:gd name="f105" fmla="val 554"/>
              <a:gd name="f106" fmla="val 552"/>
              <a:gd name="f107" fmla="val 551"/>
              <a:gd name="f108" fmla="val 230"/>
              <a:gd name="f109" fmla="val 540"/>
              <a:gd name="f110" fmla="val 227"/>
              <a:gd name="f111" fmla="val 530"/>
              <a:gd name="f112" fmla="val 223"/>
              <a:gd name="f113" fmla="val 517"/>
              <a:gd name="f114" fmla="val 219"/>
              <a:gd name="f115" fmla="val 524"/>
              <a:gd name="f116" fmla="val 216"/>
              <a:gd name="f117" fmla="val 528"/>
              <a:gd name="f118" fmla="val 213"/>
              <a:gd name="f119" fmla="val 535"/>
              <a:gd name="f120" fmla="val 210"/>
              <a:gd name="f121" fmla="val 523"/>
              <a:gd name="f122" fmla="val 205"/>
              <a:gd name="f123" fmla="val 512"/>
              <a:gd name="f124" fmla="val 201"/>
              <a:gd name="f125" fmla="val 500"/>
              <a:gd name="f126" fmla="val 195"/>
              <a:gd name="f127" fmla="val 504"/>
              <a:gd name="f128" fmla="val 193"/>
              <a:gd name="f129" fmla="val 509"/>
              <a:gd name="f130" fmla="val 190"/>
              <a:gd name="f131" fmla="val 515"/>
              <a:gd name="f132" fmla="val 187"/>
              <a:gd name="f133" fmla="val 511"/>
              <a:gd name="f134" fmla="val 184"/>
              <a:gd name="f135" fmla="val 182"/>
              <a:gd name="f136" fmla="val 506"/>
              <a:gd name="f137" fmla="val 501"/>
              <a:gd name="f138" fmla="val 176"/>
              <a:gd name="f139" fmla="val 172"/>
              <a:gd name="f140" fmla="val 507"/>
              <a:gd name="f141" fmla="val 170"/>
              <a:gd name="f142" fmla="val 167"/>
              <a:gd name="f143" fmla="val 531"/>
              <a:gd name="f144" fmla="val 166"/>
              <a:gd name="f145" fmla="val 539"/>
              <a:gd name="f146" fmla="val 544"/>
              <a:gd name="f147" fmla="val 545"/>
              <a:gd name="f148" fmla="val 547"/>
              <a:gd name="f149" fmla="val 165"/>
              <a:gd name="f150" fmla="val 549"/>
              <a:gd name="f151" fmla="val 164"/>
              <a:gd name="f152" fmla="val 163"/>
              <a:gd name="f153" fmla="val 162"/>
              <a:gd name="f154" fmla="val 557"/>
              <a:gd name="f155" fmla="val 574"/>
              <a:gd name="f156" fmla="val 169"/>
              <a:gd name="f157" fmla="val 580"/>
              <a:gd name="f158" fmla="val 171"/>
              <a:gd name="f159" fmla="val 588"/>
              <a:gd name="f160" fmla="val 174"/>
              <a:gd name="f161" fmla="val 591"/>
              <a:gd name="f162" fmla="val 595"/>
              <a:gd name="f163" fmla="val 161"/>
              <a:gd name="f164" fmla="val 156"/>
              <a:gd name="f165" fmla="val 583"/>
              <a:gd name="f166" fmla="val 152"/>
              <a:gd name="f167" fmla="val 578"/>
              <a:gd name="f168" fmla="val 148"/>
              <a:gd name="f169" fmla="val 572"/>
              <a:gd name="f170" fmla="val 146"/>
              <a:gd name="f171" fmla="val 567"/>
              <a:gd name="f172" fmla="val 143"/>
              <a:gd name="f173" fmla="val 135"/>
              <a:gd name="f174" fmla="val 127"/>
              <a:gd name="f175" fmla="val 120"/>
              <a:gd name="f176" fmla="val 571"/>
              <a:gd name="f177" fmla="val 111"/>
              <a:gd name="f178" fmla="val 576"/>
              <a:gd name="f179" fmla="val 105"/>
              <a:gd name="f180" fmla="val 100"/>
              <a:gd name="f181" fmla="val 97"/>
              <a:gd name="f182" fmla="val 590"/>
              <a:gd name="f183" fmla="val 88"/>
              <a:gd name="f184" fmla="val 81"/>
              <a:gd name="f185" fmla="val 75"/>
              <a:gd name="f186" fmla="val 599"/>
              <a:gd name="f187" fmla="val 77"/>
              <a:gd name="f188" fmla="val 598"/>
              <a:gd name="f189" fmla="val 71"/>
              <a:gd name="f190" fmla="val 64"/>
              <a:gd name="f191" fmla="val 58"/>
              <a:gd name="f192" fmla="val 600"/>
              <a:gd name="f193" fmla="val 57"/>
              <a:gd name="f194" fmla="val 601"/>
              <a:gd name="f195" fmla="val 610"/>
              <a:gd name="f196" fmla="val 66"/>
              <a:gd name="f197" fmla="val 618"/>
              <a:gd name="f198" fmla="val 626"/>
              <a:gd name="f199" fmla="val 56"/>
              <a:gd name="f200" fmla="val 629"/>
              <a:gd name="f201" fmla="val 54"/>
              <a:gd name="f202" fmla="val 53"/>
              <a:gd name="f203" fmla="val 637"/>
              <a:gd name="f204" fmla="val 51"/>
              <a:gd name="f205" fmla="val 49"/>
              <a:gd name="f206" fmla="val 644"/>
              <a:gd name="f207" fmla="val 47"/>
              <a:gd name="f208" fmla="val 44"/>
              <a:gd name="f209" fmla="val 646"/>
              <a:gd name="f210" fmla="val 32"/>
              <a:gd name="f211" fmla="val 658"/>
              <a:gd name="f212" fmla="val 31"/>
              <a:gd name="f213" fmla="val 666"/>
              <a:gd name="f214" fmla="val 26"/>
              <a:gd name="f215" fmla="val 24"/>
              <a:gd name="f216" fmla="val 673"/>
              <a:gd name="f217" fmla="val 27"/>
              <a:gd name="f218" fmla="val 29"/>
              <a:gd name="f219" fmla="val 686"/>
              <a:gd name="f220" fmla="val 33"/>
              <a:gd name="f221" fmla="val 689"/>
              <a:gd name="f222" fmla="val 695"/>
              <a:gd name="f223" fmla="val 30"/>
              <a:gd name="f224" fmla="val 701"/>
              <a:gd name="f225" fmla="val 34"/>
              <a:gd name="f226" fmla="val 706"/>
              <a:gd name="f227" fmla="val 39"/>
              <a:gd name="f228" fmla="val 715"/>
              <a:gd name="f229" fmla="val 48"/>
              <a:gd name="f230" fmla="val 720"/>
              <a:gd name="f231" fmla="val 728"/>
              <a:gd name="f232" fmla="val 37"/>
              <a:gd name="f233" fmla="val 731"/>
              <a:gd name="f234" fmla="val 734"/>
              <a:gd name="f235" fmla="val 738"/>
              <a:gd name="f236" fmla="val 23"/>
              <a:gd name="f237" fmla="val 739"/>
              <a:gd name="f238" fmla="val 21"/>
              <a:gd name="f239" fmla="val 744"/>
              <a:gd name="f240" fmla="val 20"/>
              <a:gd name="f241" fmla="val 745"/>
              <a:gd name="f242" fmla="val 750"/>
              <a:gd name="f243" fmla="val 753"/>
              <a:gd name="f244" fmla="val 757"/>
              <a:gd name="f245" fmla="val 761"/>
              <a:gd name="f246" fmla="val 18"/>
              <a:gd name="f247" fmla="val 764"/>
              <a:gd name="f248" fmla="val 15"/>
              <a:gd name="f249" fmla="val 768"/>
              <a:gd name="f250" fmla="val 773"/>
              <a:gd name="f251" fmla="val 9"/>
              <a:gd name="f252" fmla="val 777"/>
              <a:gd name="f253" fmla="val 782"/>
              <a:gd name="f254" fmla="val 11"/>
              <a:gd name="f255" fmla="val 784"/>
              <a:gd name="f256" fmla="val 788"/>
              <a:gd name="f257" fmla="val 792"/>
              <a:gd name="f258" fmla="val 10"/>
              <a:gd name="f259" fmla="val 797"/>
              <a:gd name="f260" fmla="val 802"/>
              <a:gd name="f261" fmla="val 8"/>
              <a:gd name="f262" fmla="val 807"/>
              <a:gd name="f263" fmla="val 7"/>
              <a:gd name="f264" fmla="val 809"/>
              <a:gd name="f265" fmla="val 811"/>
              <a:gd name="f266" fmla="val 813"/>
              <a:gd name="f267" fmla="val 5"/>
              <a:gd name="f268" fmla="val 819"/>
              <a:gd name="f269" fmla="val 2"/>
              <a:gd name="f270" fmla="val 824"/>
              <a:gd name="f271" fmla="val 829"/>
              <a:gd name="f272" fmla="val 4"/>
              <a:gd name="f273" fmla="val 832"/>
              <a:gd name="f274" fmla="val 835"/>
              <a:gd name="f275" fmla="val 3"/>
              <a:gd name="f276" fmla="val 839"/>
              <a:gd name="f277" fmla="val 841"/>
              <a:gd name="f278" fmla="val 1"/>
              <a:gd name="f279" fmla="val 844"/>
              <a:gd name="f280" fmla="val 846"/>
              <a:gd name="f281" fmla="val 849"/>
              <a:gd name="f282" fmla="val 852"/>
              <a:gd name="f283" fmla="val 855"/>
              <a:gd name="f284" fmla="val 867"/>
              <a:gd name="f285" fmla="val 877"/>
              <a:gd name="f286" fmla="val 882"/>
              <a:gd name="f287" fmla="val 17"/>
              <a:gd name="f288" fmla="val 883"/>
              <a:gd name="f289" fmla="val 888"/>
              <a:gd name="f290" fmla="val 894"/>
              <a:gd name="f291" fmla="val 902"/>
              <a:gd name="f292" fmla="val 900"/>
              <a:gd name="f293" fmla="val 35"/>
              <a:gd name="f294" fmla="val 898"/>
              <a:gd name="f295" fmla="val 40"/>
              <a:gd name="f296" fmla="val 899"/>
              <a:gd name="f297" fmla="val 42"/>
              <a:gd name="f298" fmla="val 904"/>
              <a:gd name="f299" fmla="val 917"/>
              <a:gd name="f300" fmla="val 918"/>
              <a:gd name="f301" fmla="val 909"/>
              <a:gd name="f302" fmla="val 61"/>
              <a:gd name="f303" fmla="val 908"/>
              <a:gd name="f304" fmla="val 62"/>
              <a:gd name="f305" fmla="val 907"/>
              <a:gd name="f306" fmla="val 912"/>
              <a:gd name="f307" fmla="val 68"/>
              <a:gd name="f308" fmla="val 913"/>
              <a:gd name="f309" fmla="val 72"/>
              <a:gd name="f310" fmla="val 78"/>
              <a:gd name="f311" fmla="val 79"/>
              <a:gd name="f312" fmla="val 906"/>
              <a:gd name="f313" fmla="val 83"/>
              <a:gd name="f314" fmla="val 84"/>
              <a:gd name="f315" fmla="val 911"/>
              <a:gd name="f316" fmla="val 915"/>
              <a:gd name="f317" fmla="val 920"/>
              <a:gd name="f318" fmla="val 96"/>
              <a:gd name="f319" fmla="val 926"/>
              <a:gd name="f320" fmla="val 923"/>
              <a:gd name="f321" fmla="val 103"/>
              <a:gd name="f322" fmla="val 919"/>
              <a:gd name="f323" fmla="val 107"/>
              <a:gd name="f324" fmla="val 108"/>
              <a:gd name="f325" fmla="val 110"/>
              <a:gd name="f326" fmla="val 113"/>
              <a:gd name="f327" fmla="val 117"/>
              <a:gd name="f328" fmla="val 119"/>
              <a:gd name="f329" fmla="val 121"/>
              <a:gd name="f330" fmla="val 122"/>
              <a:gd name="f331" fmla="val 124"/>
              <a:gd name="f332" fmla="val 887"/>
              <a:gd name="f333" fmla="val 881"/>
              <a:gd name="f334" fmla="val 130"/>
              <a:gd name="f335" fmla="val 874"/>
              <a:gd name="f336" fmla="val 134"/>
              <a:gd name="f337" fmla="val 880"/>
              <a:gd name="f338" fmla="val 144"/>
              <a:gd name="f339" fmla="val 892"/>
              <a:gd name="f340" fmla="val 140"/>
              <a:gd name="f341" fmla="val 131"/>
              <a:gd name="f342" fmla="val 933"/>
              <a:gd name="f343" fmla="val 954"/>
              <a:gd name="f344" fmla="val 133"/>
              <a:gd name="f345" fmla="val 959"/>
              <a:gd name="f346" fmla="val 963"/>
              <a:gd name="f347" fmla="val 136"/>
              <a:gd name="f348" fmla="val 968"/>
              <a:gd name="f349" fmla="val 138"/>
              <a:gd name="f350" fmla="val 962"/>
              <a:gd name="f351" fmla="val 964"/>
              <a:gd name="f352" fmla="val 147"/>
              <a:gd name="f353" fmla="val 971"/>
              <a:gd name="f354" fmla="val 149"/>
              <a:gd name="f355" fmla="val 975"/>
              <a:gd name="f356" fmla="val 150"/>
              <a:gd name="f357" fmla="val 978"/>
              <a:gd name="f358" fmla="val 151"/>
              <a:gd name="f359" fmla="val 982"/>
              <a:gd name="f360" fmla="val 153"/>
              <a:gd name="f361" fmla="val 985"/>
              <a:gd name="f362" fmla="val 154"/>
              <a:gd name="f363" fmla="val 989"/>
              <a:gd name="f364" fmla="val 988"/>
              <a:gd name="f365" fmla="val 160"/>
              <a:gd name="f366" fmla="val 993"/>
              <a:gd name="f367" fmla="val 996"/>
              <a:gd name="f368" fmla="val 1000"/>
              <a:gd name="f369" fmla="val 1005"/>
              <a:gd name="f370" fmla="val 175"/>
              <a:gd name="f371" fmla="val 1007"/>
              <a:gd name="f372" fmla="val 179"/>
              <a:gd name="f373" fmla="val 1011"/>
              <a:gd name="f374" fmla="val 188"/>
              <a:gd name="f375" fmla="val 1016"/>
              <a:gd name="f376" fmla="val 196"/>
              <a:gd name="f377" fmla="val 1027"/>
              <a:gd name="f378" fmla="val 197"/>
              <a:gd name="f379" fmla="val 1018"/>
              <a:gd name="f380" fmla="val 209"/>
              <a:gd name="f381" fmla="val 1004"/>
              <a:gd name="f382" fmla="val 204"/>
              <a:gd name="f383" fmla="val 994"/>
              <a:gd name="f384" fmla="val 995"/>
              <a:gd name="f385" fmla="val 215"/>
              <a:gd name="f386" fmla="val 998"/>
              <a:gd name="f387" fmla="val 220"/>
              <a:gd name="f388" fmla="val 990"/>
              <a:gd name="f389" fmla="val 218"/>
              <a:gd name="f390" fmla="val 221"/>
              <a:gd name="f391" fmla="val 992"/>
              <a:gd name="f392" fmla="val 225"/>
              <a:gd name="f393" fmla="val 228"/>
              <a:gd name="f394" fmla="val 234"/>
              <a:gd name="f395" fmla="val 997"/>
              <a:gd name="f396" fmla="val 237"/>
              <a:gd name="f397" fmla="val 238"/>
              <a:gd name="f398" fmla="val 991"/>
              <a:gd name="f399" fmla="val 983"/>
              <a:gd name="f400" fmla="val 977"/>
              <a:gd name="f401" fmla="val 236"/>
              <a:gd name="f402" fmla="val 972"/>
              <a:gd name="f403" fmla="val 973"/>
              <a:gd name="f404" fmla="val 249"/>
              <a:gd name="f405" fmla="val 969"/>
              <a:gd name="f406" fmla="val 268"/>
              <a:gd name="f407" fmla="val 277"/>
              <a:gd name="f408" fmla="val 976"/>
              <a:gd name="f409" fmla="val 284"/>
              <a:gd name="f410" fmla="val 965"/>
              <a:gd name="f411" fmla="val 286"/>
              <a:gd name="f412" fmla="val 955"/>
              <a:gd name="f413" fmla="val 945"/>
              <a:gd name="f414" fmla="val 287"/>
              <a:gd name="f415" fmla="val 935"/>
              <a:gd name="f416" fmla="val 930"/>
              <a:gd name="f417" fmla="val 927"/>
              <a:gd name="f418" fmla="val 290"/>
              <a:gd name="f419" fmla="val 293"/>
              <a:gd name="f420" fmla="val 928"/>
              <a:gd name="f421" fmla="val 295"/>
              <a:gd name="f422" fmla="val 921"/>
              <a:gd name="f423" fmla="val 916"/>
              <a:gd name="f424" fmla="val 294"/>
              <a:gd name="f425" fmla="val 291"/>
              <a:gd name="f426" fmla="val 283"/>
              <a:gd name="f427" fmla="val 897"/>
              <a:gd name="f428" fmla="val 279"/>
              <a:gd name="f429" fmla="val 267"/>
              <a:gd name="f430" fmla="val 863"/>
              <a:gd name="f431" fmla="val 850"/>
              <a:gd name="f432" fmla="val 861"/>
              <a:gd name="f433" fmla="val 871"/>
              <a:gd name="f434" fmla="val 297"/>
              <a:gd name="f435" fmla="val 879"/>
              <a:gd name="f436" fmla="val 299"/>
              <a:gd name="f437" fmla="val 885"/>
              <a:gd name="f438" fmla="val 303"/>
              <a:gd name="f439" fmla="val 311"/>
              <a:gd name="f440" fmla="val 314"/>
              <a:gd name="f441" fmla="val 893"/>
              <a:gd name="f442" fmla="val 319"/>
              <a:gd name="f443" fmla="val 896"/>
              <a:gd name="f444" fmla="val 321"/>
              <a:gd name="f445" fmla="val 323"/>
              <a:gd name="f446" fmla="val 325"/>
              <a:gd name="f447" fmla="val 346"/>
              <a:gd name="f448" fmla="val 924"/>
              <a:gd name="f449" fmla="val 922"/>
              <a:gd name="f450" fmla="val 364"/>
              <a:gd name="f451" fmla="val 366"/>
              <a:gd name="f452" fmla="val 373"/>
              <a:gd name="f453" fmla="val 895"/>
              <a:gd name="f454" fmla="val 374"/>
              <a:gd name="f455" fmla="val 878"/>
              <a:gd name="f456" fmla="val 370"/>
              <a:gd name="f457" fmla="val 378"/>
              <a:gd name="f458" fmla="val 394"/>
              <a:gd name="f459" fmla="val 395"/>
              <a:gd name="f460" fmla="val 392"/>
              <a:gd name="f461" fmla="val 854"/>
              <a:gd name="f462" fmla="val 390"/>
              <a:gd name="f463" fmla="val 389"/>
              <a:gd name="f464" fmla="val 837"/>
              <a:gd name="f465" fmla="val 380"/>
              <a:gd name="f466" fmla="val 385"/>
              <a:gd name="f467" fmla="val 838"/>
              <a:gd name="f468" fmla="val 393"/>
              <a:gd name="f469" fmla="val 401"/>
              <a:gd name="f470" fmla="val 836"/>
              <a:gd name="f471" fmla="val 403"/>
              <a:gd name="f472" fmla="val 400"/>
              <a:gd name="f473" fmla="val 822"/>
              <a:gd name="f474" fmla="val 398"/>
              <a:gd name="f475" fmla="val 816"/>
              <a:gd name="f476" fmla="val 810"/>
              <a:gd name="f477" fmla="val 808"/>
              <a:gd name="f478" fmla="val 391"/>
              <a:gd name="f479" fmla="val 806"/>
              <a:gd name="f480" fmla="val 803"/>
              <a:gd name="f481" fmla="val 388"/>
              <a:gd name="f482" fmla="val 396"/>
              <a:gd name="f483" fmla="val 800"/>
              <a:gd name="f484" fmla="val 796"/>
              <a:gd name="f485" fmla="val 794"/>
              <a:gd name="f486" fmla="val 397"/>
              <a:gd name="f487" fmla="val 775"/>
              <a:gd name="f488" fmla="val 780"/>
              <a:gd name="f489" fmla="val 825"/>
              <a:gd name="f490" fmla="val 419"/>
              <a:gd name="f491" fmla="val 869"/>
              <a:gd name="f492" fmla="val 438"/>
              <a:gd name="f493" fmla="val 914"/>
              <a:gd name="f494" fmla="val 457"/>
              <a:gd name="f495" fmla="val 950"/>
              <a:gd name="f496" fmla="val 472"/>
              <a:gd name="f497" fmla="val 986"/>
              <a:gd name="f498" fmla="val 487"/>
              <a:gd name="f499" fmla="val 1022"/>
              <a:gd name="f500" fmla="val 502"/>
              <a:gd name="f501" fmla="val 1024"/>
              <a:gd name="f502" fmla="val 503"/>
              <a:gd name="f503" fmla="val 505"/>
              <a:gd name="f504" fmla="val 1033"/>
              <a:gd name="f505" fmla="val 491"/>
              <a:gd name="f506" fmla="val 1043"/>
              <a:gd name="f507" fmla="val 494"/>
              <a:gd name="f508" fmla="val 498"/>
              <a:gd name="f509" fmla="val 1044"/>
              <a:gd name="f510" fmla="val 1051"/>
              <a:gd name="f511" fmla="val 496"/>
              <a:gd name="f512" fmla="val 1057"/>
              <a:gd name="f513" fmla="val 488"/>
              <a:gd name="f514" fmla="val 1068"/>
              <a:gd name="f515" fmla="val 1069"/>
              <a:gd name="f516" fmla="val 490"/>
              <a:gd name="f517" fmla="val 492"/>
              <a:gd name="f518" fmla="val 1070"/>
              <a:gd name="f519" fmla="val 493"/>
              <a:gd name="f520" fmla="val 1081"/>
              <a:gd name="f521" fmla="val 1093"/>
              <a:gd name="f522" fmla="val 1104"/>
              <a:gd name="f523" fmla="val 1105"/>
              <a:gd name="f524" fmla="val 1103"/>
              <a:gd name="f525" fmla="val 1101"/>
              <a:gd name="f526" fmla="val 1098"/>
              <a:gd name="f527" fmla="val 1111"/>
              <a:gd name="f528" fmla="val 1123"/>
              <a:gd name="f529" fmla="val 513"/>
              <a:gd name="f530" fmla="val 1135"/>
              <a:gd name="f531" fmla="val 516"/>
              <a:gd name="f532" fmla="val 1148"/>
              <a:gd name="f533" fmla="val 519"/>
              <a:gd name="f534" fmla="val 1161"/>
              <a:gd name="f535" fmla="val 1173"/>
              <a:gd name="f536" fmla="val 529"/>
              <a:gd name="f537" fmla="val 1180"/>
              <a:gd name="f538" fmla="val 532"/>
              <a:gd name="f539" fmla="val 1185"/>
              <a:gd name="f540" fmla="val 538"/>
              <a:gd name="f541" fmla="val 1191"/>
              <a:gd name="f542" fmla="val 543"/>
              <a:gd name="f543" fmla="val 1199"/>
              <a:gd name="f544" fmla="val 1205"/>
              <a:gd name="f545" fmla="val 1214"/>
              <a:gd name="f546" fmla="val 546"/>
              <a:gd name="f547" fmla="val 1223"/>
              <a:gd name="f548" fmla="val 541"/>
              <a:gd name="f549" fmla="val 1231"/>
              <a:gd name="f550" fmla="val 1239"/>
              <a:gd name="f551" fmla="val 1244"/>
              <a:gd name="f552" fmla="val 526"/>
              <a:gd name="f553" fmla="val 1248"/>
              <a:gd name="f554" fmla="val 521"/>
              <a:gd name="f555" fmla="val 1251"/>
              <a:gd name="f556" fmla="val 1261"/>
              <a:gd name="f557" fmla="val 1259"/>
              <a:gd name="f558" fmla="val 1247"/>
              <a:gd name="f559" fmla="val 482"/>
              <a:gd name="f560" fmla="val 1241"/>
              <a:gd name="f561" fmla="val 483"/>
              <a:gd name="f562" fmla="val 1235"/>
              <a:gd name="f563" fmla="val 485"/>
              <a:gd name="f564" fmla="val 1230"/>
              <a:gd name="f565" fmla="val 1228"/>
              <a:gd name="f566" fmla="val 486"/>
              <a:gd name="f567" fmla="val 1225"/>
              <a:gd name="f568" fmla="val 480"/>
              <a:gd name="f569" fmla="val 1227"/>
              <a:gd name="f570" fmla="val 477"/>
              <a:gd name="f571" fmla="val 1233"/>
              <a:gd name="f572" fmla="val 475"/>
              <a:gd name="f573" fmla="val 1238"/>
              <a:gd name="f574" fmla="val 473"/>
              <a:gd name="f575" fmla="val 463"/>
              <a:gd name="f576" fmla="val 1246"/>
              <a:gd name="f577" fmla="val 461"/>
              <a:gd name="f578" fmla="val 1237"/>
              <a:gd name="f579" fmla="val 458"/>
              <a:gd name="f580" fmla="val 1232"/>
              <a:gd name="f581" fmla="val 459"/>
              <a:gd name="f582" fmla="val 1226"/>
              <a:gd name="f583" fmla="val 460"/>
              <a:gd name="f584" fmla="val 1220"/>
              <a:gd name="f585" fmla="val 1218"/>
              <a:gd name="f586" fmla="val 454"/>
              <a:gd name="f587" fmla="val 1219"/>
              <a:gd name="f588" fmla="val 452"/>
              <a:gd name="f589" fmla="val 1222"/>
              <a:gd name="f590" fmla="val 444"/>
              <a:gd name="f591" fmla="val 1229"/>
              <a:gd name="f592" fmla="val 446"/>
              <a:gd name="f593" fmla="val 448"/>
              <a:gd name="f594" fmla="val 1236"/>
              <a:gd name="f595" fmla="val 443"/>
              <a:gd name="f596" fmla="val 439"/>
              <a:gd name="f597" fmla="val 435"/>
              <a:gd name="f598" fmla="val 429"/>
              <a:gd name="f599" fmla="val 428"/>
              <a:gd name="f600" fmla="val 1216"/>
              <a:gd name="f601" fmla="val 1213"/>
              <a:gd name="f602" fmla="val 1210"/>
              <a:gd name="f603" fmla="val 430"/>
              <a:gd name="f604" fmla="val 1208"/>
              <a:gd name="f605" fmla="val 1207"/>
              <a:gd name="f606" fmla="val 1204"/>
              <a:gd name="f607" fmla="val 421"/>
              <a:gd name="f608" fmla="val 426"/>
              <a:gd name="f609" fmla="val 1242"/>
              <a:gd name="f610" fmla="val 432"/>
              <a:gd name="f611" fmla="val 450"/>
              <a:gd name="f612" fmla="val 1250"/>
              <a:gd name="f613" fmla="val 1254"/>
              <a:gd name="f614" fmla="val 474"/>
              <a:gd name="f615" fmla="val 476"/>
              <a:gd name="f616" fmla="val 1255"/>
              <a:gd name="f617" fmla="val 1267"/>
              <a:gd name="f618" fmla="val 1265"/>
              <a:gd name="f619" fmla="val 1263"/>
              <a:gd name="f620" fmla="val 1262"/>
              <a:gd name="f621" fmla="val 1264"/>
              <a:gd name="f622" fmla="val 1270"/>
              <a:gd name="f623" fmla="val 1273"/>
              <a:gd name="f624" fmla="val 1276"/>
              <a:gd name="f625" fmla="val 479"/>
              <a:gd name="f626" fmla="val 1280"/>
              <a:gd name="f627" fmla="val 1271"/>
              <a:gd name="f628" fmla="val 471"/>
              <a:gd name="f629" fmla="val 1274"/>
              <a:gd name="f630" fmla="val 464"/>
              <a:gd name="f631" fmla="val 1269"/>
              <a:gd name="f632" fmla="val 441"/>
              <a:gd name="f633" fmla="val 440"/>
              <a:gd name="f634" fmla="val 442"/>
              <a:gd name="f635" fmla="val 1275"/>
              <a:gd name="f636" fmla="val 433"/>
              <a:gd name="f637" fmla="val 423"/>
              <a:gd name="f638" fmla="val 1272"/>
              <a:gd name="f639" fmla="val 411"/>
              <a:gd name="f640" fmla="val 1277"/>
              <a:gd name="f641" fmla="val 413"/>
              <a:gd name="f642" fmla="val 1281"/>
              <a:gd name="f643" fmla="val 414"/>
              <a:gd name="f644" fmla="val 1285"/>
              <a:gd name="f645" fmla="val 415"/>
              <a:gd name="f646" fmla="val 1287"/>
              <a:gd name="f647" fmla="val 410"/>
              <a:gd name="f648" fmla="val 1289"/>
              <a:gd name="f649" fmla="val 1291"/>
              <a:gd name="f650" fmla="val 1292"/>
              <a:gd name="f651" fmla="val 383"/>
              <a:gd name="f652" fmla="val 1294"/>
              <a:gd name="f653" fmla="val 375"/>
              <a:gd name="f654" fmla="val 1295"/>
              <a:gd name="f655" fmla="val 1296"/>
              <a:gd name="f656" fmla="val 1297"/>
              <a:gd name="f657" fmla="val 1304"/>
              <a:gd name="f658" fmla="val 382"/>
              <a:gd name="f659" fmla="val 1309"/>
              <a:gd name="f660" fmla="val 1318"/>
              <a:gd name="f661" fmla="val 1327"/>
              <a:gd name="f662" fmla="val 402"/>
              <a:gd name="f663" fmla="val 1329"/>
              <a:gd name="f664" fmla="val 1337"/>
              <a:gd name="f665" fmla="val 409"/>
              <a:gd name="f666" fmla="val 1340"/>
              <a:gd name="f667" fmla="val 405"/>
              <a:gd name="f668" fmla="val 1342"/>
              <a:gd name="f669" fmla="val 406"/>
              <a:gd name="f670" fmla="val 1344"/>
              <a:gd name="f671" fmla="val 407"/>
              <a:gd name="f672" fmla="val 1345"/>
              <a:gd name="f673" fmla="val 1346"/>
              <a:gd name="f674" fmla="val 399"/>
              <a:gd name="f675" fmla="val 1347"/>
              <a:gd name="f676" fmla="val 1349"/>
              <a:gd name="f677" fmla="val 1351"/>
              <a:gd name="f678" fmla="val 1352"/>
              <a:gd name="f679" fmla="val 1355"/>
              <a:gd name="f680" fmla="val 1356"/>
              <a:gd name="f681" fmla="val 1359"/>
              <a:gd name="f682" fmla="val 1362"/>
              <a:gd name="f683" fmla="val 1365"/>
              <a:gd name="f684" fmla="val 404"/>
              <a:gd name="f685" fmla="val 1371"/>
              <a:gd name="f686" fmla="val 1377"/>
              <a:gd name="f687" fmla="val 387"/>
              <a:gd name="f688" fmla="val 1383"/>
              <a:gd name="f689" fmla="val 1386"/>
              <a:gd name="f690" fmla="val 1388"/>
              <a:gd name="f691" fmla="val 386"/>
              <a:gd name="f692" fmla="val 1390"/>
              <a:gd name="f693" fmla="val 1395"/>
              <a:gd name="f694" fmla="val 1399"/>
              <a:gd name="f695" fmla="val 1404"/>
              <a:gd name="f696" fmla="val 379"/>
              <a:gd name="f697" fmla="val 1405"/>
              <a:gd name="f698" fmla="val 1407"/>
              <a:gd name="f699" fmla="val 381"/>
              <a:gd name="f700" fmla="val 1410"/>
              <a:gd name="f701" fmla="val 1414"/>
              <a:gd name="f702" fmla="val 1419"/>
              <a:gd name="f703" fmla="val 1425"/>
              <a:gd name="f704" fmla="val 1427"/>
              <a:gd name="f705" fmla="val 1432"/>
              <a:gd name="f706" fmla="val 1433"/>
              <a:gd name="f707" fmla="val 1435"/>
              <a:gd name="f708" fmla="val 1436"/>
              <a:gd name="f709" fmla="val 376"/>
              <a:gd name="f710" fmla="val 1437"/>
              <a:gd name="f711" fmla="val 1438"/>
              <a:gd name="f712" fmla="val 1442"/>
              <a:gd name="f713" fmla="val 1444"/>
              <a:gd name="f714" fmla="val 1453"/>
              <a:gd name="f715" fmla="val 1451"/>
              <a:gd name="f716" fmla="val 1448"/>
              <a:gd name="f717" fmla="val 436"/>
              <a:gd name="f718" fmla="val 1447"/>
              <a:gd name="f719" fmla="val 445"/>
              <a:gd name="f720" fmla="val 1452"/>
              <a:gd name="f721" fmla="val 1458"/>
              <a:gd name="f722" fmla="val 1460"/>
              <a:gd name="f723" fmla="val 451"/>
              <a:gd name="f724" fmla="val 1464"/>
              <a:gd name="f725" fmla="val 1462"/>
              <a:gd name="f726" fmla="val 462"/>
              <a:gd name="f727" fmla="val 468"/>
              <a:gd name="f728" fmla="val 1467"/>
              <a:gd name="f729" fmla="val 466"/>
              <a:gd name="f730" fmla="val 1469"/>
              <a:gd name="f731" fmla="val 1468"/>
              <a:gd name="f732" fmla="val 1470"/>
              <a:gd name="f733" fmla="val 1477"/>
              <a:gd name="f734" fmla="val 484"/>
              <a:gd name="f735" fmla="val 1484"/>
              <a:gd name="f736" fmla="val 1486"/>
              <a:gd name="f737" fmla="val 1483"/>
              <a:gd name="f738" fmla="val 497"/>
              <a:gd name="f739" fmla="val 1480"/>
              <a:gd name="f740" fmla="val 1481"/>
              <a:gd name="f741" fmla="val 1487"/>
              <a:gd name="f742" fmla="val 1490"/>
              <a:gd name="f743" fmla="val 1493"/>
              <a:gd name="f744" fmla="val 520"/>
              <a:gd name="f745" fmla="val 1491"/>
              <a:gd name="f746" fmla="val 527"/>
              <a:gd name="f747" fmla="val 533"/>
              <a:gd name="f748" fmla="val 1475"/>
              <a:gd name="f749" fmla="val 537"/>
              <a:gd name="f750" fmla="val 550"/>
              <a:gd name="f751" fmla="val 1465"/>
              <a:gd name="f752" fmla="val 553"/>
              <a:gd name="f753" fmla="val 1461"/>
              <a:gd name="f754" fmla="val 1457"/>
              <a:gd name="f755" fmla="val 556"/>
              <a:gd name="f756" fmla="val 558"/>
              <a:gd name="f757" fmla="val 1450"/>
              <a:gd name="f758" fmla="val 559"/>
              <a:gd name="f759" fmla="val 1454"/>
              <a:gd name="f760" fmla="val 564"/>
              <a:gd name="f761" fmla="val 1456"/>
              <a:gd name="f762" fmla="val 1459"/>
              <a:gd name="f763" fmla="val 1463"/>
              <a:gd name="f764" fmla="val 579"/>
              <a:gd name="f765" fmla="val 582"/>
              <a:gd name="f766" fmla="val 585"/>
              <a:gd name="f767" fmla="val 594"/>
              <a:gd name="f768" fmla="val 1466"/>
              <a:gd name="f769" fmla="val 597"/>
              <a:gd name="f770" fmla="val 603"/>
              <a:gd name="f771" fmla="val 1473"/>
              <a:gd name="f772" fmla="val 1479"/>
              <a:gd name="f773" fmla="val 1485"/>
              <a:gd name="f774" fmla="val 607"/>
              <a:gd name="f775" fmla="val 1495"/>
              <a:gd name="f776" fmla="val 611"/>
              <a:gd name="f777" fmla="val 1496"/>
              <a:gd name="f778" fmla="val 1500"/>
              <a:gd name="f779" fmla="val 623"/>
              <a:gd name="f780" fmla="val 1509"/>
              <a:gd name="f781" fmla="val 624"/>
              <a:gd name="f782" fmla="val 1512"/>
              <a:gd name="f783" fmla="val 1515"/>
              <a:gd name="f784" fmla="val 1517"/>
              <a:gd name="f785" fmla="val 1513"/>
              <a:gd name="f786" fmla="val 631"/>
              <a:gd name="f787" fmla="val 1510"/>
              <a:gd name="f788" fmla="val 632"/>
              <a:gd name="f789" fmla="val 1502"/>
              <a:gd name="f790" fmla="val 636"/>
              <a:gd name="f791" fmla="val 639"/>
              <a:gd name="f792" fmla="val 1488"/>
              <a:gd name="f793" fmla="val 649"/>
              <a:gd name="f794" fmla="val 652"/>
              <a:gd name="f795" fmla="val 1494"/>
              <a:gd name="f796" fmla="val 655"/>
              <a:gd name="f797" fmla="val 657"/>
              <a:gd name="f798" fmla="val 660"/>
              <a:gd name="f799" fmla="val 667"/>
              <a:gd name="f800" fmla="val 1497"/>
              <a:gd name="f801" fmla="val 669"/>
              <a:gd name="f802" fmla="val 675"/>
              <a:gd name="f803" fmla="val 681"/>
              <a:gd name="f804" fmla="val 1499"/>
              <a:gd name="f805" fmla="val 1501"/>
              <a:gd name="f806" fmla="val 696"/>
              <a:gd name="f807" fmla="val 684"/>
              <a:gd name="f808" fmla="val 1476"/>
              <a:gd name="f809" fmla="val 698"/>
              <a:gd name="f810" fmla="val 694"/>
              <a:gd name="f811" fmla="val 691"/>
              <a:gd name="f812" fmla="val 1446"/>
              <a:gd name="f813" fmla="val 683"/>
              <a:gd name="f814" fmla="val 702"/>
              <a:gd name="f815" fmla="val 1439"/>
              <a:gd name="f816" fmla="val 713"/>
              <a:gd name="f817" fmla="val 710"/>
              <a:gd name="f818" fmla="val 707"/>
              <a:gd name="f819" fmla="val 704"/>
              <a:gd name="f820" fmla="val 1431"/>
              <a:gd name="f821" fmla="val 1426"/>
              <a:gd name="f822" fmla="val 680"/>
              <a:gd name="f823" fmla="val 1424"/>
              <a:gd name="f824" fmla="val 670"/>
              <a:gd name="f825" fmla="val 1420"/>
              <a:gd name="f826" fmla="val 662"/>
              <a:gd name="f827" fmla="val 1417"/>
              <a:gd name="f828" fmla="val 653"/>
              <a:gd name="f829" fmla="val 1415"/>
              <a:gd name="f830" fmla="val 642"/>
              <a:gd name="f831" fmla="val 1418"/>
              <a:gd name="f832" fmla="val 635"/>
              <a:gd name="f833" fmla="val 1421"/>
              <a:gd name="f834" fmla="val 1423"/>
              <a:gd name="f835" fmla="val 625"/>
              <a:gd name="f836" fmla="val 1397"/>
              <a:gd name="f837" fmla="val 612"/>
              <a:gd name="f838" fmla="val 1392"/>
              <a:gd name="f839" fmla="val 1387"/>
              <a:gd name="f840" fmla="val 1385"/>
              <a:gd name="f841" fmla="val 609"/>
              <a:gd name="f842" fmla="val 608"/>
              <a:gd name="f843" fmla="val 1378"/>
              <a:gd name="f844" fmla="val 606"/>
              <a:gd name="f845" fmla="val 1373"/>
              <a:gd name="f846" fmla="val 1368"/>
              <a:gd name="f847" fmla="val 1336"/>
              <a:gd name="f848" fmla="val 1319"/>
              <a:gd name="f849" fmla="val 1339"/>
              <a:gd name="f850" fmla="val 1348"/>
              <a:gd name="f851" fmla="val 1364"/>
              <a:gd name="f852" fmla="val 742"/>
              <a:gd name="f853" fmla="val 769"/>
              <a:gd name="f854" fmla="val 845"/>
              <a:gd name="f855" fmla="val 853"/>
              <a:gd name="f856" fmla="val 1507"/>
              <a:gd name="f857" fmla="val 860"/>
              <a:gd name="f858" fmla="val 866"/>
              <a:gd name="f859" fmla="val 1529"/>
              <a:gd name="f860" fmla="val 1545"/>
              <a:gd name="f861" fmla="val 1562"/>
              <a:gd name="f862" fmla="val 1582"/>
              <a:gd name="f863" fmla="val 870"/>
              <a:gd name="f864" fmla="val 1587"/>
              <a:gd name="f865" fmla="val 1578"/>
              <a:gd name="f866" fmla="val 833"/>
              <a:gd name="f867" fmla="val 1575"/>
              <a:gd name="f868" fmla="val 828"/>
              <a:gd name="f869" fmla="val 826"/>
              <a:gd name="f870" fmla="val 1580"/>
              <a:gd name="f871" fmla="val 823"/>
              <a:gd name="f872" fmla="val 1589"/>
              <a:gd name="f873" fmla="val 843"/>
              <a:gd name="f874" fmla="val 1588"/>
              <a:gd name="f875" fmla="val 876"/>
              <a:gd name="f876" fmla="val 1569"/>
              <a:gd name="f877" fmla="val 1557"/>
              <a:gd name="f878" fmla="val 1534"/>
              <a:gd name="f879" fmla="val 1531"/>
              <a:gd name="f880" fmla="val 1524"/>
              <a:gd name="f881" fmla="val 1533"/>
              <a:gd name="f882" fmla="val 1540"/>
              <a:gd name="f883" fmla="val 910"/>
              <a:gd name="f884" fmla="val 1549"/>
              <a:gd name="f885" fmla="val 1559"/>
              <a:gd name="f886" fmla="val 940"/>
              <a:gd name="f887" fmla="val 1568"/>
              <a:gd name="f888" fmla="val 958"/>
              <a:gd name="f889" fmla="val 979"/>
              <a:gd name="f890" fmla="val 1570"/>
              <a:gd name="f891" fmla="val 1003"/>
              <a:gd name="f892" fmla="val 1561"/>
              <a:gd name="f893" fmla="val 1014"/>
              <a:gd name="f894" fmla="val 1556"/>
              <a:gd name="f895" fmla="val 1547"/>
              <a:gd name="f896" fmla="val 1538"/>
              <a:gd name="f897" fmla="val 1527"/>
              <a:gd name="f898" fmla="val 1025"/>
              <a:gd name="f899" fmla="val 1521"/>
              <a:gd name="f900" fmla="val 1520"/>
              <a:gd name="f901" fmla="val 1006"/>
              <a:gd name="f902" fmla="val 1519"/>
              <a:gd name="f903" fmla="val 1522"/>
              <a:gd name="f904" fmla="val 981"/>
              <a:gd name="f905" fmla="val 1526"/>
              <a:gd name="f906" fmla="val 980"/>
              <a:gd name="f907" fmla="val 1532"/>
              <a:gd name="f908" fmla="val 1523"/>
              <a:gd name="f909" fmla="val 1001"/>
              <a:gd name="f910" fmla="val 1023"/>
              <a:gd name="f911" fmla="val 1553"/>
              <a:gd name="f912" fmla="val 1015"/>
              <a:gd name="f913" fmla="val 1564"/>
              <a:gd name="f914" fmla="val 1563"/>
              <a:gd name="f915" fmla="val 1554"/>
              <a:gd name="f916" fmla="val 943"/>
              <a:gd name="f917" fmla="val 1539"/>
              <a:gd name="f918" fmla="val 1528"/>
              <a:gd name="f919" fmla="val 886"/>
              <a:gd name="f920" fmla="val 1514"/>
              <a:gd name="f921" fmla="val 1503"/>
              <a:gd name="f922" fmla="val 856"/>
              <a:gd name="f923" fmla="val 842"/>
              <a:gd name="f924" fmla="val 1471"/>
              <a:gd name="f925" fmla="val 1422"/>
              <a:gd name="f926" fmla="val 765"/>
              <a:gd name="f927" fmla="val 732"/>
              <a:gd name="f928" fmla="val 1381"/>
              <a:gd name="f929" fmla="val 705"/>
              <a:gd name="f930" fmla="val 676"/>
              <a:gd name="f931" fmla="val 648"/>
              <a:gd name="f932" fmla="val 1335"/>
              <a:gd name="f933" fmla="val 630"/>
              <a:gd name="f934" fmla="val 1322"/>
              <a:gd name="f935" fmla="val 1308"/>
              <a:gd name="f936" fmla="val 596"/>
              <a:gd name="f937" fmla="val 1306"/>
              <a:gd name="f938" fmla="val 1305"/>
              <a:gd name="f939" fmla="val 1258"/>
              <a:gd name="f940" fmla="val 1211"/>
              <a:gd name="f941" fmla="val 1163"/>
              <a:gd name="f942" fmla="val 1165"/>
              <a:gd name="f943" fmla="val 1177"/>
              <a:gd name="f944" fmla="val 1170"/>
              <a:gd name="f945" fmla="val 1178"/>
              <a:gd name="f946" fmla="val 1186"/>
              <a:gd name="f947" fmla="val 1194"/>
              <a:gd name="f948" fmla="val 587"/>
              <a:gd name="f949" fmla="val 592"/>
              <a:gd name="f950" fmla="val 1179"/>
              <a:gd name="f951" fmla="val 593"/>
              <a:gd name="f952" fmla="val 1172"/>
              <a:gd name="f953" fmla="val 1168"/>
              <a:gd name="f954" fmla="val 1164"/>
              <a:gd name="f955" fmla="val 1158"/>
              <a:gd name="f956" fmla="val 604"/>
              <a:gd name="f957" fmla="val 1155"/>
              <a:gd name="f958" fmla="val 1162"/>
              <a:gd name="f959" fmla="val 1171"/>
              <a:gd name="f960" fmla="val 617"/>
              <a:gd name="f961" fmla="val 620"/>
              <a:gd name="f962" fmla="val 1184"/>
              <a:gd name="f963" fmla="val 1198"/>
              <a:gd name="f964" fmla="val 1209"/>
              <a:gd name="f965" fmla="val 1200"/>
              <a:gd name="f966" fmla="val 643"/>
              <a:gd name="f967" fmla="val 1182"/>
              <a:gd name="f968" fmla="val 656"/>
              <a:gd name="f969" fmla="val 1196"/>
              <a:gd name="f970" fmla="val 671"/>
              <a:gd name="f971" fmla="val 1203"/>
              <a:gd name="f972" fmla="val 674"/>
              <a:gd name="f973" fmla="val 1202"/>
              <a:gd name="f974" fmla="val 1189"/>
              <a:gd name="f975" fmla="val 1195"/>
              <a:gd name="f976" fmla="val 1197"/>
              <a:gd name="f977" fmla="val 1201"/>
              <a:gd name="f978" fmla="val 1206"/>
              <a:gd name="f979" fmla="val 717"/>
              <a:gd name="f980" fmla="val 721"/>
              <a:gd name="f981" fmla="val 723"/>
              <a:gd name="f982" fmla="val 726"/>
              <a:gd name="f983" fmla="val 735"/>
              <a:gd name="f984" fmla="val 1212"/>
              <a:gd name="f985" fmla="val 746"/>
              <a:gd name="f986" fmla="val 751"/>
              <a:gd name="f987" fmla="val 752"/>
              <a:gd name="f988" fmla="val 749"/>
              <a:gd name="f989" fmla="val 1176"/>
              <a:gd name="f990" fmla="val 748"/>
              <a:gd name="f991" fmla="val 755"/>
              <a:gd name="f992" fmla="val 760"/>
              <a:gd name="f993" fmla="val 1110"/>
              <a:gd name="f994" fmla="val 736"/>
              <a:gd name="f995" fmla="val 1097"/>
              <a:gd name="f996" fmla="val 725"/>
              <a:gd name="f997" fmla="val 1092"/>
              <a:gd name="f998" fmla="val 718"/>
              <a:gd name="f999" fmla="val 1086"/>
              <a:gd name="f1000" fmla="val 711"/>
              <a:gd name="f1001" fmla="val 1080"/>
              <a:gd name="f1002" fmla="val 1071"/>
              <a:gd name="f1003" fmla="val 703"/>
              <a:gd name="f1004" fmla="val 1066"/>
              <a:gd name="f1005" fmla="val 1064"/>
              <a:gd name="f1006" fmla="val 708"/>
              <a:gd name="f1007" fmla="val 1065"/>
              <a:gd name="f1008" fmla="val 714"/>
              <a:gd name="f1009" fmla="val 1067"/>
              <a:gd name="f1010" fmla="val 1073"/>
              <a:gd name="f1011" fmla="val 1077"/>
              <a:gd name="f1012" fmla="val 741"/>
              <a:gd name="f1013" fmla="val 1079"/>
              <a:gd name="f1014" fmla="val 1083"/>
              <a:gd name="f1015" fmla="val 762"/>
              <a:gd name="f1016" fmla="val 1075"/>
              <a:gd name="f1017" fmla="val 767"/>
              <a:gd name="f1018" fmla="val 1074"/>
              <a:gd name="f1019" fmla="val 778"/>
              <a:gd name="f1020" fmla="val 786"/>
              <a:gd name="f1021" fmla="val 795"/>
              <a:gd name="f1022" fmla="val 801"/>
              <a:gd name="f1023" fmla="val 1061"/>
              <a:gd name="f1024" fmla="val 1056"/>
              <a:gd name="f1025" fmla="val 1055"/>
              <a:gd name="f1026" fmla="val 799"/>
              <a:gd name="f1027" fmla="val 1054"/>
              <a:gd name="f1028" fmla="val 1053"/>
              <a:gd name="f1029" fmla="val 805"/>
              <a:gd name="f1030" fmla="val 1049"/>
              <a:gd name="f1031" fmla="val 1046"/>
              <a:gd name="f1032" fmla="val 1041"/>
              <a:gd name="f1033" fmla="val 820"/>
              <a:gd name="f1034" fmla="val 1038"/>
              <a:gd name="f1035" fmla="val 818"/>
              <a:gd name="f1036" fmla="val 1035"/>
              <a:gd name="f1037" fmla="val 1034"/>
              <a:gd name="f1038" fmla="val 830"/>
              <a:gd name="f1039" fmla="val 1032"/>
              <a:gd name="f1040" fmla="val 1030"/>
              <a:gd name="f1041" fmla="val 1021"/>
              <a:gd name="f1042" fmla="val 1019"/>
              <a:gd name="f1043" fmla="val 1017"/>
              <a:gd name="f1044" fmla="val 840"/>
              <a:gd name="f1045" fmla="val 999"/>
              <a:gd name="f1046" fmla="val 970"/>
              <a:gd name="f1047" fmla="val 966"/>
              <a:gd name="f1048" fmla="val 961"/>
              <a:gd name="f1049" fmla="val 960"/>
              <a:gd name="f1050" fmla="val 956"/>
              <a:gd name="f1051" fmla="val 821"/>
              <a:gd name="f1052" fmla="val 953"/>
              <a:gd name="f1053" fmla="val 949"/>
              <a:gd name="f1054" fmla="val 827"/>
              <a:gd name="f1055" fmla="val 941"/>
              <a:gd name="f1056" fmla="val 938"/>
              <a:gd name="f1057" fmla="val 937"/>
              <a:gd name="f1058" fmla="val 814"/>
              <a:gd name="f1059" fmla="val 939"/>
              <a:gd name="f1060" fmla="val 934"/>
              <a:gd name="f1061" fmla="val 790"/>
              <a:gd name="f1062" fmla="val 793"/>
              <a:gd name="f1063" fmla="val 787"/>
              <a:gd name="f1064" fmla="val 756"/>
              <a:gd name="f1065" fmla="val 754"/>
              <a:gd name="f1066" fmla="val 747"/>
              <a:gd name="f1067" fmla="val 737"/>
              <a:gd name="f1068" fmla="val 730"/>
              <a:gd name="f1069" fmla="val 722"/>
              <a:gd name="f1070" fmla="val 716"/>
              <a:gd name="f1071" fmla="val 932"/>
              <a:gd name="f1072" fmla="val 931"/>
              <a:gd name="f1073" fmla="val 929"/>
              <a:gd name="f1074" fmla="val 697"/>
              <a:gd name="f1075" fmla="val 891"/>
              <a:gd name="f1076" fmla="val 873"/>
              <a:gd name="f1077" fmla="val 868"/>
              <a:gd name="f1078" fmla="val 729"/>
              <a:gd name="f1079" fmla="val 858"/>
              <a:gd name="f1080" fmla="val 831"/>
              <a:gd name="f1081" fmla="val 834"/>
              <a:gd name="f1082" fmla="val 661"/>
              <a:gd name="f1083" fmla="val 641"/>
              <a:gd name="f1084" fmla="val 622"/>
              <a:gd name="f1085" fmla="val 851"/>
              <a:gd name="f1086" fmla="val 859"/>
              <a:gd name="f1087" fmla="val 862"/>
              <a:gd name="f1088" fmla="val 613"/>
              <a:gd name="f1089" fmla="val 864"/>
              <a:gd name="f1090" fmla="val 586"/>
              <a:gd name="f1091" fmla="val 581"/>
              <a:gd name="f1092" fmla="val 575"/>
              <a:gd name="f1093" fmla="val 865"/>
              <a:gd name="f1094" fmla="val 884"/>
              <a:gd name="f1095" fmla="val 901"/>
              <a:gd name="f1096" fmla="val 525"/>
              <a:gd name="f1097" fmla="val 510"/>
              <a:gd name="f1098" fmla="val 508"/>
              <a:gd name="f1099" fmla="val 925"/>
              <a:gd name="f1100" fmla="val 946"/>
              <a:gd name="f1101" fmla="val 948"/>
              <a:gd name="f1102" fmla="val 952"/>
              <a:gd name="f1103" fmla="val 957"/>
              <a:gd name="f1104" fmla="val 514"/>
              <a:gd name="f1105" fmla="val 974"/>
              <a:gd name="f1106" fmla="val 548"/>
              <a:gd name="f1107" fmla="val 542"/>
              <a:gd name="f1108" fmla="val 518"/>
              <a:gd name="f1109" fmla="val 987"/>
              <a:gd name="f1110" fmla="val 889"/>
              <a:gd name="f1111" fmla="val 815"/>
              <a:gd name="f1112" fmla="val 417"/>
              <a:gd name="f1113" fmla="val 776"/>
              <a:gd name="f1114" fmla="val 774"/>
              <a:gd name="f1115" fmla="val 416"/>
              <a:gd name="f1116" fmla="val 422"/>
              <a:gd name="f1117" fmla="val 687"/>
              <a:gd name="f1118" fmla="val 616"/>
              <a:gd name="f1119" fmla="val 418"/>
              <a:gd name="f1120" fmla="val 455"/>
              <a:gd name="f1121" fmla="val 522"/>
              <a:gd name="f1122" fmla="val 638"/>
              <a:gd name="f1123" fmla="val 621"/>
              <a:gd name="f1124" fmla="val 628"/>
              <a:gd name="f1125" fmla="val 561"/>
              <a:gd name="f1126" fmla="val 584"/>
              <a:gd name="f1127" fmla="val 384"/>
              <a:gd name="f1128" fmla="val 562"/>
              <a:gd name="f1129" fmla="val 437"/>
              <a:gd name="f1130" fmla="val 357"/>
              <a:gd name="f1131" fmla="val 324"/>
              <a:gd name="f1132" fmla="val 300"/>
              <a:gd name="f1133" fmla="val 292"/>
              <a:gd name="f1134" fmla="val 316"/>
              <a:gd name="f1135" fmla="val 326"/>
              <a:gd name="f1136" fmla="val 353"/>
              <a:gd name="f1137" fmla="val 408"/>
              <a:gd name="f1138" fmla="val 354"/>
              <a:gd name="f1139" fmla="val 425"/>
              <a:gd name="f1140" fmla="val 342"/>
              <a:gd name="f1141" fmla="val 431"/>
              <a:gd name="f1142" fmla="val 332"/>
              <a:gd name="f1143" fmla="val 356"/>
              <a:gd name="f1144" fmla="val 453"/>
              <a:gd name="f1145" fmla="val 434"/>
              <a:gd name="f1146" fmla="val 536"/>
              <a:gd name="f1147" fmla="val 469"/>
              <a:gd name="f1148" fmla="val 362"/>
              <a:gd name="f1149" fmla="val 334"/>
              <a:gd name="f1150" fmla="val 330"/>
              <a:gd name="f1151" fmla="val 340"/>
              <a:gd name="f1152" fmla="val 358"/>
              <a:gd name="f1153" fmla="val 377"/>
              <a:gd name="f1154" fmla="val 654"/>
              <a:gd name="f1155" fmla="val 467"/>
              <a:gd name="f1156" fmla="val 478"/>
              <a:gd name="f1157" fmla="val 470"/>
              <a:gd name="f1158" fmla="val 447"/>
              <a:gd name="f1159" fmla="val 699"/>
              <a:gd name="f1160" fmla="val 724"/>
              <a:gd name="f1161" fmla="val 427"/>
              <a:gd name="f1162" fmla="val 420"/>
              <a:gd name="f1163" fmla="val 763"/>
              <a:gd name="f1164" fmla="val 770"/>
              <a:gd name="f1165" fmla="val 783"/>
              <a:gd name="f1166" fmla="val 779"/>
              <a:gd name="f1167" fmla="val 766"/>
              <a:gd name="f1168" fmla="val 310"/>
              <a:gd name="f1169" fmla="val 743"/>
              <a:gd name="f1170" fmla="val 271"/>
              <a:gd name="f1171" fmla="val 262"/>
              <a:gd name="f1172" fmla="val 263"/>
              <a:gd name="f1173" fmla="val 266"/>
              <a:gd name="f1174" fmla="val 719"/>
              <a:gd name="f1175" fmla="val 727"/>
              <a:gd name="f1176" fmla="val 276"/>
              <a:gd name="f1177" fmla="val 281"/>
              <a:gd name="f1178" fmla="val 278"/>
              <a:gd name="f1179" fmla="val 759"/>
              <a:gd name="f1180" fmla="val 282"/>
              <a:gd name="f1181" fmla="val 285"/>
              <a:gd name="f1182" fmla="val 259"/>
              <a:gd name="f1183" fmla="val 258"/>
              <a:gd name="f1184" fmla="val 758"/>
              <a:gd name="f1185" fmla="val 256"/>
              <a:gd name="f1186" fmla="val 212"/>
              <a:gd name="f1187" fmla="val 199"/>
              <a:gd name="f1188" fmla="val 185"/>
              <a:gd name="f1189" fmla="val 177"/>
              <a:gd name="f1190" fmla="val 173"/>
              <a:gd name="f1191" fmla="val 709"/>
              <a:gd name="f1192" fmla="val 159"/>
              <a:gd name="f1193" fmla="val 692"/>
              <a:gd name="f1194" fmla="val 678"/>
              <a:gd name="f1195" fmla="val 145"/>
              <a:gd name="f1196" fmla="val 142"/>
              <a:gd name="f1197" fmla="val 129"/>
              <a:gd name="f1198" fmla="val 128"/>
              <a:gd name="f1199" fmla="val 123"/>
              <a:gd name="f1200" fmla="val 495"/>
              <a:gd name="f1201" fmla="val 158"/>
              <a:gd name="f1202" fmla="val 449"/>
              <a:gd name="f1203" fmla="val 157"/>
              <a:gd name="f1204" fmla="val 191"/>
              <a:gd name="f1205" fmla="val 194"/>
              <a:gd name="f1206" fmla="val 192"/>
              <a:gd name="f1207" fmla="val 189"/>
              <a:gd name="f1208" fmla="val 186"/>
              <a:gd name="f1209" fmla="val 178"/>
              <a:gd name="f1210" fmla="val 181"/>
              <a:gd name="f1211" fmla="val 198"/>
              <a:gd name="f1212" fmla="val 200"/>
              <a:gd name="f1213" fmla="val 214"/>
              <a:gd name="f1214" fmla="val 226"/>
              <a:gd name="f1215" fmla="val 229"/>
              <a:gd name="f1216" fmla="val 257"/>
              <a:gd name="f1217" fmla="val 328"/>
              <a:gd name="f1218" fmla="val 264"/>
              <a:gd name="f1219" fmla="val 254"/>
              <a:gd name="f1220" fmla="val 1256"/>
              <a:gd name="f1221" fmla="val 1234"/>
              <a:gd name="f1222" fmla="val 1283"/>
              <a:gd name="f1223" fmla="val 1293"/>
              <a:gd name="f1224" fmla="val 1313"/>
              <a:gd name="f1225" fmla="val 1330"/>
              <a:gd name="f1226" fmla="val 1338"/>
              <a:gd name="f1227" fmla="val 1332"/>
              <a:gd name="f1228" fmla="val 1301"/>
              <a:gd name="f1229" fmla="val 700"/>
              <a:gd name="f1230" fmla="val 712"/>
              <a:gd name="f1231" fmla="val 1360"/>
              <a:gd name="f1232" fmla="val 1353"/>
              <a:gd name="f1233" fmla="val 1324"/>
              <a:gd name="f1234" fmla="val 1320"/>
              <a:gd name="f1235" fmla="val 1358"/>
              <a:gd name="f1236" fmla="val 1136"/>
              <a:gd name="f1237" fmla="val 1174"/>
              <a:gd name="f1238" fmla="val 1141"/>
              <a:gd name="f1239" fmla="val 1139"/>
              <a:gd name="f1240" fmla="val 1138"/>
              <a:gd name="f1241" fmla="val 1434"/>
              <a:gd name="f1242" fmla="val 1440"/>
              <a:gd name="f1243" fmla="val 1416"/>
              <a:gd name="f1244" fmla="val 1428"/>
              <a:gd name="f1245" fmla="val 1429"/>
              <a:gd name="f1246" fmla="val 1406"/>
              <a:gd name="f1247" fmla="+- 0 0 -90"/>
              <a:gd name="f1248" fmla="*/ f4 1 1590"/>
              <a:gd name="f1249" fmla="*/ f5 1 1029"/>
              <a:gd name="f1250" fmla="val f6"/>
              <a:gd name="f1251" fmla="val f7"/>
              <a:gd name="f1252" fmla="val f8"/>
              <a:gd name="f1253" fmla="*/ f1247 f0 1"/>
              <a:gd name="f1254" fmla="+- f1252 0 f1250"/>
              <a:gd name="f1255" fmla="+- f1251 0 f1250"/>
              <a:gd name="f1256" fmla="*/ f1253 1 f3"/>
              <a:gd name="f1257" fmla="*/ f1255 1 1590"/>
              <a:gd name="f1258" fmla="*/ f1254 1 1029"/>
              <a:gd name="f1259" fmla="*/ 499 f1255 1"/>
              <a:gd name="f1260" fmla="*/ 363 f1254 1"/>
              <a:gd name="f1261" fmla="*/ 577 f1255 1"/>
              <a:gd name="f1262" fmla="*/ 255 f1254 1"/>
              <a:gd name="f1263" fmla="*/ 506 f1255 1"/>
              <a:gd name="f1264" fmla="*/ 180 f1254 1"/>
              <a:gd name="f1265" fmla="*/ 567 f1255 1"/>
              <a:gd name="f1266" fmla="*/ 143 f1254 1"/>
              <a:gd name="f1267" fmla="*/ 644 f1255 1"/>
              <a:gd name="f1268" fmla="*/ 44 f1254 1"/>
              <a:gd name="f1269" fmla="*/ 768 f1255 1"/>
              <a:gd name="f1270" fmla="*/ 12 f1254 1"/>
              <a:gd name="f1271" fmla="*/ 882 f1255 1"/>
              <a:gd name="f1272" fmla="*/ 17 f1254 1"/>
              <a:gd name="f1273" fmla="*/ 919 f1255 1"/>
              <a:gd name="f1274" fmla="*/ 105 f1254 1"/>
              <a:gd name="f1275" fmla="*/ 982 f1255 1"/>
              <a:gd name="f1276" fmla="*/ 153 f1254 1"/>
              <a:gd name="f1277" fmla="*/ 997 f1255 1"/>
              <a:gd name="f1278" fmla="*/ 237 f1254 1"/>
              <a:gd name="f1279" fmla="*/ 912 f1255 1"/>
              <a:gd name="f1280" fmla="*/ 291 f1254 1"/>
              <a:gd name="f1281" fmla="*/ 913 f1255 1"/>
              <a:gd name="f1282" fmla="*/ 366 f1254 1"/>
              <a:gd name="f1283" fmla="*/ 803 f1255 1"/>
              <a:gd name="f1284" fmla="*/ 394 f1254 1"/>
              <a:gd name="f1285" fmla="*/ 1044 f1255 1"/>
              <a:gd name="f1286" fmla="*/ 503 f1254 1"/>
              <a:gd name="f1287" fmla="*/ 1214 f1255 1"/>
              <a:gd name="f1288" fmla="*/ 546 f1254 1"/>
              <a:gd name="f1289" fmla="*/ 1220 f1255 1"/>
              <a:gd name="f1290" fmla="*/ 460 f1254 1"/>
              <a:gd name="f1291" fmla="*/ 1250 f1255 1"/>
              <a:gd name="f1292" fmla="*/ 474 f1254 1"/>
              <a:gd name="f1293" fmla="*/ 1261 f1255 1"/>
              <a:gd name="f1294" fmla="*/ 441 f1254 1"/>
              <a:gd name="f1295" fmla="*/ 1337 f1255 1"/>
              <a:gd name="f1296" fmla="*/ 419 f1254 1"/>
              <a:gd name="f1297" fmla="*/ 1390 f1255 1"/>
              <a:gd name="f1298" fmla="*/ 389 f1254 1"/>
              <a:gd name="f1299" fmla="*/ 1447 f1255 1"/>
              <a:gd name="f1300" fmla="*/ 443 f1254 1"/>
              <a:gd name="f1301" fmla="*/ 1484 f1255 1"/>
              <a:gd name="f1302" fmla="*/ 516 f1254 1"/>
              <a:gd name="f1303" fmla="*/ 1457 f1255 1"/>
              <a:gd name="f1304" fmla="*/ 585 f1254 1"/>
              <a:gd name="f1305" fmla="*/ 1483 f1255 1"/>
              <a:gd name="f1306" fmla="*/ 644 f1254 1"/>
              <a:gd name="f1307" fmla="*/ 1439 f1255 1"/>
              <a:gd name="f1308" fmla="*/ 713 f1254 1"/>
              <a:gd name="f1309" fmla="*/ 1368 f1255 1"/>
              <a:gd name="f1310" fmla="*/ 602 f1254 1"/>
              <a:gd name="f1311" fmla="*/ 1580 f1255 1"/>
              <a:gd name="f1312" fmla="*/ 823 f1254 1"/>
              <a:gd name="f1313" fmla="*/ 1520 f1255 1"/>
              <a:gd name="f1314" fmla="*/ 1006 f1254 1"/>
              <a:gd name="f1315" fmla="*/ 1471 f1255 1"/>
              <a:gd name="f1316" fmla="*/ 829 f1254 1"/>
              <a:gd name="f1317" fmla="*/ 1172 f1255 1"/>
              <a:gd name="f1318" fmla="*/ 594 f1254 1"/>
              <a:gd name="f1319" fmla="*/ 1207 f1255 1"/>
              <a:gd name="f1320" fmla="*/ 684 f1254 1"/>
              <a:gd name="f1321" fmla="*/ 1180 f1255 1"/>
              <a:gd name="f1322" fmla="*/ 749 f1254 1"/>
              <a:gd name="f1323" fmla="*/ 1075 f1255 1"/>
              <a:gd name="f1324" fmla="*/ 767 f1254 1"/>
              <a:gd name="f1325" fmla="*/ 822 f1254 1"/>
              <a:gd name="f1326" fmla="*/ 961 f1255 1"/>
              <a:gd name="f1327" fmla="*/ 838 f1254 1"/>
              <a:gd name="f1328" fmla="*/ 911 f1255 1"/>
              <a:gd name="f1329" fmla="*/ 782 f1254 1"/>
              <a:gd name="f1330" fmla="*/ 908 f1255 1"/>
              <a:gd name="f1331" fmla="*/ 711 f1254 1"/>
              <a:gd name="f1332" fmla="*/ 825 f1255 1"/>
              <a:gd name="f1333" fmla="*/ 679 f1254 1"/>
              <a:gd name="f1334" fmla="*/ 829 f1255 1"/>
              <a:gd name="f1335" fmla="*/ 589 f1254 1"/>
              <a:gd name="f1336" fmla="*/ 894 f1255 1"/>
              <a:gd name="f1337" fmla="*/ 506 f1254 1"/>
              <a:gd name="f1338" fmla="*/ 1024 f1255 1"/>
              <a:gd name="f1339" fmla="*/ 527 f1254 1"/>
              <a:gd name="f1340" fmla="*/ 590 f1255 1"/>
              <a:gd name="f1341" fmla="*/ 493 f1254 1"/>
              <a:gd name="f1342" fmla="*/ 594 f1255 1"/>
              <a:gd name="f1343" fmla="*/ 550 f1254 1"/>
              <a:gd name="f1344" fmla="*/ 553 f1255 1"/>
              <a:gd name="f1345" fmla="*/ 286 f1255 1"/>
              <a:gd name="f1346" fmla="*/ 395 f1254 1"/>
              <a:gd name="f1347" fmla="*/ 368 f1255 1"/>
              <a:gd name="f1348" fmla="*/ 445 f1254 1"/>
              <a:gd name="f1349" fmla="*/ 416 f1255 1"/>
              <a:gd name="f1350" fmla="*/ 592 f1254 1"/>
              <a:gd name="f1351" fmla="*/ 445 f1255 1"/>
              <a:gd name="f1352" fmla="*/ 638 f1254 1"/>
              <a:gd name="f1353" fmla="*/ 435 f1255 1"/>
              <a:gd name="f1354" fmla="*/ 738 f1254 1"/>
              <a:gd name="f1355" fmla="*/ 301 f1255 1"/>
              <a:gd name="f1356" fmla="*/ 732 f1254 1"/>
              <a:gd name="f1357" fmla="*/ 278 f1255 1"/>
              <a:gd name="f1358" fmla="*/ 766 f1254 1"/>
              <a:gd name="f1359" fmla="*/ 150 f1255 1"/>
              <a:gd name="f1360" fmla="*/ 682 f1254 1"/>
              <a:gd name="f1361" fmla="*/ 159 f1255 1"/>
              <a:gd name="f1362" fmla="*/ 454 f1254 1"/>
              <a:gd name="f1363" fmla="*/ 193 f1255 1"/>
              <a:gd name="f1364" fmla="*/ 500 f1254 1"/>
              <a:gd name="f1365" fmla="*/ 8 f1255 1"/>
              <a:gd name="f1366" fmla="*/ 261 f1254 1"/>
              <a:gd name="f1367" fmla="*/ 1322 f1255 1"/>
              <a:gd name="f1368" fmla="*/ 542 f1254 1"/>
              <a:gd name="f1369" fmla="*/ 682 f1255 1"/>
              <a:gd name="f1370" fmla="*/ 371 f1254 1"/>
              <a:gd name="f1371" fmla="*/ 1348 f1255 1"/>
              <a:gd name="f1372" fmla="*/ 545 f1254 1"/>
              <a:gd name="f1373" fmla="*/ 1433 f1255 1"/>
              <a:gd name="f1374" fmla="*/ 624 f1254 1"/>
              <a:gd name="f1375" fmla="*/ 1406 f1255 1"/>
              <a:gd name="f1376" fmla="*/ 488 f1254 1"/>
              <a:gd name="f1377" fmla="+- f1256 0 f1"/>
              <a:gd name="f1378" fmla="*/ f1259 1 1590"/>
              <a:gd name="f1379" fmla="*/ f1260 1 1029"/>
              <a:gd name="f1380" fmla="*/ f1261 1 1590"/>
              <a:gd name="f1381" fmla="*/ f1262 1 1029"/>
              <a:gd name="f1382" fmla="*/ f1263 1 1590"/>
              <a:gd name="f1383" fmla="*/ f1264 1 1029"/>
              <a:gd name="f1384" fmla="*/ f1265 1 1590"/>
              <a:gd name="f1385" fmla="*/ f1266 1 1029"/>
              <a:gd name="f1386" fmla="*/ f1267 1 1590"/>
              <a:gd name="f1387" fmla="*/ f1268 1 1029"/>
              <a:gd name="f1388" fmla="*/ f1269 1 1590"/>
              <a:gd name="f1389" fmla="*/ f1270 1 1029"/>
              <a:gd name="f1390" fmla="*/ f1271 1 1590"/>
              <a:gd name="f1391" fmla="*/ f1272 1 1029"/>
              <a:gd name="f1392" fmla="*/ f1273 1 1590"/>
              <a:gd name="f1393" fmla="*/ f1274 1 1029"/>
              <a:gd name="f1394" fmla="*/ f1275 1 1590"/>
              <a:gd name="f1395" fmla="*/ f1276 1 1029"/>
              <a:gd name="f1396" fmla="*/ f1277 1 1590"/>
              <a:gd name="f1397" fmla="*/ f1278 1 1029"/>
              <a:gd name="f1398" fmla="*/ f1279 1 1590"/>
              <a:gd name="f1399" fmla="*/ f1280 1 1029"/>
              <a:gd name="f1400" fmla="*/ f1281 1 1590"/>
              <a:gd name="f1401" fmla="*/ f1282 1 1029"/>
              <a:gd name="f1402" fmla="*/ f1283 1 1590"/>
              <a:gd name="f1403" fmla="*/ f1284 1 1029"/>
              <a:gd name="f1404" fmla="*/ f1285 1 1590"/>
              <a:gd name="f1405" fmla="*/ f1286 1 1029"/>
              <a:gd name="f1406" fmla="*/ f1287 1 1590"/>
              <a:gd name="f1407" fmla="*/ f1288 1 1029"/>
              <a:gd name="f1408" fmla="*/ f1289 1 1590"/>
              <a:gd name="f1409" fmla="*/ f1290 1 1029"/>
              <a:gd name="f1410" fmla="*/ f1291 1 1590"/>
              <a:gd name="f1411" fmla="*/ f1292 1 1029"/>
              <a:gd name="f1412" fmla="*/ f1293 1 1590"/>
              <a:gd name="f1413" fmla="*/ f1294 1 1029"/>
              <a:gd name="f1414" fmla="*/ f1295 1 1590"/>
              <a:gd name="f1415" fmla="*/ f1296 1 1029"/>
              <a:gd name="f1416" fmla="*/ f1297 1 1590"/>
              <a:gd name="f1417" fmla="*/ f1298 1 1029"/>
              <a:gd name="f1418" fmla="*/ f1299 1 1590"/>
              <a:gd name="f1419" fmla="*/ f1300 1 1029"/>
              <a:gd name="f1420" fmla="*/ f1301 1 1590"/>
              <a:gd name="f1421" fmla="*/ f1302 1 1029"/>
              <a:gd name="f1422" fmla="*/ f1303 1 1590"/>
              <a:gd name="f1423" fmla="*/ f1304 1 1029"/>
              <a:gd name="f1424" fmla="*/ f1305 1 1590"/>
              <a:gd name="f1425" fmla="*/ f1306 1 1029"/>
              <a:gd name="f1426" fmla="*/ f1307 1 1590"/>
              <a:gd name="f1427" fmla="*/ f1308 1 1029"/>
              <a:gd name="f1428" fmla="*/ f1309 1 1590"/>
              <a:gd name="f1429" fmla="*/ f1310 1 1029"/>
              <a:gd name="f1430" fmla="*/ f1311 1 1590"/>
              <a:gd name="f1431" fmla="*/ f1312 1 1029"/>
              <a:gd name="f1432" fmla="*/ f1313 1 1590"/>
              <a:gd name="f1433" fmla="*/ f1314 1 1029"/>
              <a:gd name="f1434" fmla="*/ f1315 1 1590"/>
              <a:gd name="f1435" fmla="*/ f1316 1 1029"/>
              <a:gd name="f1436" fmla="*/ f1317 1 1590"/>
              <a:gd name="f1437" fmla="*/ f1318 1 1029"/>
              <a:gd name="f1438" fmla="*/ f1319 1 1590"/>
              <a:gd name="f1439" fmla="*/ f1320 1 1029"/>
              <a:gd name="f1440" fmla="*/ f1321 1 1590"/>
              <a:gd name="f1441" fmla="*/ f1322 1 1029"/>
              <a:gd name="f1442" fmla="*/ f1323 1 1590"/>
              <a:gd name="f1443" fmla="*/ f1324 1 1029"/>
              <a:gd name="f1444" fmla="*/ f1325 1 1029"/>
              <a:gd name="f1445" fmla="*/ f1326 1 1590"/>
              <a:gd name="f1446" fmla="*/ f1327 1 1029"/>
              <a:gd name="f1447" fmla="*/ f1328 1 1590"/>
              <a:gd name="f1448" fmla="*/ f1329 1 1029"/>
              <a:gd name="f1449" fmla="*/ f1330 1 1590"/>
              <a:gd name="f1450" fmla="*/ f1331 1 1029"/>
              <a:gd name="f1451" fmla="*/ f1332 1 1590"/>
              <a:gd name="f1452" fmla="*/ f1333 1 1029"/>
              <a:gd name="f1453" fmla="*/ f1334 1 1590"/>
              <a:gd name="f1454" fmla="*/ f1335 1 1029"/>
              <a:gd name="f1455" fmla="*/ f1336 1 1590"/>
              <a:gd name="f1456" fmla="*/ f1337 1 1029"/>
              <a:gd name="f1457" fmla="*/ f1338 1 1590"/>
              <a:gd name="f1458" fmla="*/ f1339 1 1029"/>
              <a:gd name="f1459" fmla="*/ f1340 1 1590"/>
              <a:gd name="f1460" fmla="*/ f1341 1 1029"/>
              <a:gd name="f1461" fmla="*/ f1342 1 1590"/>
              <a:gd name="f1462" fmla="*/ f1343 1 1029"/>
              <a:gd name="f1463" fmla="*/ f1344 1 1590"/>
              <a:gd name="f1464" fmla="*/ f1345 1 1590"/>
              <a:gd name="f1465" fmla="*/ f1346 1 1029"/>
              <a:gd name="f1466" fmla="*/ f1347 1 1590"/>
              <a:gd name="f1467" fmla="*/ f1348 1 1029"/>
              <a:gd name="f1468" fmla="*/ f1349 1 1590"/>
              <a:gd name="f1469" fmla="*/ f1350 1 1029"/>
              <a:gd name="f1470" fmla="*/ f1351 1 1590"/>
              <a:gd name="f1471" fmla="*/ f1352 1 1029"/>
              <a:gd name="f1472" fmla="*/ f1353 1 1590"/>
              <a:gd name="f1473" fmla="*/ f1354 1 1029"/>
              <a:gd name="f1474" fmla="*/ f1355 1 1590"/>
              <a:gd name="f1475" fmla="*/ f1356 1 1029"/>
              <a:gd name="f1476" fmla="*/ f1357 1 1590"/>
              <a:gd name="f1477" fmla="*/ f1358 1 1029"/>
              <a:gd name="f1478" fmla="*/ f1359 1 1590"/>
              <a:gd name="f1479" fmla="*/ f1360 1 1029"/>
              <a:gd name="f1480" fmla="*/ f1361 1 1590"/>
              <a:gd name="f1481" fmla="*/ f1362 1 1029"/>
              <a:gd name="f1482" fmla="*/ f1363 1 1590"/>
              <a:gd name="f1483" fmla="*/ f1364 1 1029"/>
              <a:gd name="f1484" fmla="*/ f1365 1 1590"/>
              <a:gd name="f1485" fmla="*/ f1366 1 1029"/>
              <a:gd name="f1486" fmla="*/ f1367 1 1590"/>
              <a:gd name="f1487" fmla="*/ f1368 1 1029"/>
              <a:gd name="f1488" fmla="*/ f1369 1 1590"/>
              <a:gd name="f1489" fmla="*/ f1370 1 1029"/>
              <a:gd name="f1490" fmla="*/ f1371 1 1590"/>
              <a:gd name="f1491" fmla="*/ f1372 1 1029"/>
              <a:gd name="f1492" fmla="*/ f1373 1 1590"/>
              <a:gd name="f1493" fmla="*/ f1374 1 1029"/>
              <a:gd name="f1494" fmla="*/ f1375 1 1590"/>
              <a:gd name="f1495" fmla="*/ f1376 1 1029"/>
              <a:gd name="f1496" fmla="*/ 0 1 f1257"/>
              <a:gd name="f1497" fmla="*/ f1251 1 f1257"/>
              <a:gd name="f1498" fmla="*/ 0 1 f1258"/>
              <a:gd name="f1499" fmla="*/ f1252 1 f1258"/>
              <a:gd name="f1500" fmla="*/ f1378 1 f1257"/>
              <a:gd name="f1501" fmla="*/ f1379 1 f1258"/>
              <a:gd name="f1502" fmla="*/ f1380 1 f1257"/>
              <a:gd name="f1503" fmla="*/ f1381 1 f1258"/>
              <a:gd name="f1504" fmla="*/ f1382 1 f1257"/>
              <a:gd name="f1505" fmla="*/ f1383 1 f1258"/>
              <a:gd name="f1506" fmla="*/ f1384 1 f1257"/>
              <a:gd name="f1507" fmla="*/ f1385 1 f1258"/>
              <a:gd name="f1508" fmla="*/ f1386 1 f1257"/>
              <a:gd name="f1509" fmla="*/ f1387 1 f1258"/>
              <a:gd name="f1510" fmla="*/ f1388 1 f1257"/>
              <a:gd name="f1511" fmla="*/ f1389 1 f1258"/>
              <a:gd name="f1512" fmla="*/ f1390 1 f1257"/>
              <a:gd name="f1513" fmla="*/ f1391 1 f1258"/>
              <a:gd name="f1514" fmla="*/ f1392 1 f1257"/>
              <a:gd name="f1515" fmla="*/ f1393 1 f1258"/>
              <a:gd name="f1516" fmla="*/ f1394 1 f1257"/>
              <a:gd name="f1517" fmla="*/ f1395 1 f1258"/>
              <a:gd name="f1518" fmla="*/ f1396 1 f1257"/>
              <a:gd name="f1519" fmla="*/ f1397 1 f1258"/>
              <a:gd name="f1520" fmla="*/ f1398 1 f1257"/>
              <a:gd name="f1521" fmla="*/ f1399 1 f1258"/>
              <a:gd name="f1522" fmla="*/ f1400 1 f1257"/>
              <a:gd name="f1523" fmla="*/ f1401 1 f1258"/>
              <a:gd name="f1524" fmla="*/ f1402 1 f1257"/>
              <a:gd name="f1525" fmla="*/ f1403 1 f1258"/>
              <a:gd name="f1526" fmla="*/ f1404 1 f1257"/>
              <a:gd name="f1527" fmla="*/ f1405 1 f1258"/>
              <a:gd name="f1528" fmla="*/ f1406 1 f1257"/>
              <a:gd name="f1529" fmla="*/ f1407 1 f1258"/>
              <a:gd name="f1530" fmla="*/ f1408 1 f1257"/>
              <a:gd name="f1531" fmla="*/ f1409 1 f1258"/>
              <a:gd name="f1532" fmla="*/ f1410 1 f1257"/>
              <a:gd name="f1533" fmla="*/ f1411 1 f1258"/>
              <a:gd name="f1534" fmla="*/ f1412 1 f1257"/>
              <a:gd name="f1535" fmla="*/ f1413 1 f1258"/>
              <a:gd name="f1536" fmla="*/ f1414 1 f1257"/>
              <a:gd name="f1537" fmla="*/ f1415 1 f1258"/>
              <a:gd name="f1538" fmla="*/ f1416 1 f1257"/>
              <a:gd name="f1539" fmla="*/ f1417 1 f1258"/>
              <a:gd name="f1540" fmla="*/ f1418 1 f1257"/>
              <a:gd name="f1541" fmla="*/ f1419 1 f1258"/>
              <a:gd name="f1542" fmla="*/ f1420 1 f1257"/>
              <a:gd name="f1543" fmla="*/ f1421 1 f1258"/>
              <a:gd name="f1544" fmla="*/ f1422 1 f1257"/>
              <a:gd name="f1545" fmla="*/ f1423 1 f1258"/>
              <a:gd name="f1546" fmla="*/ f1424 1 f1257"/>
              <a:gd name="f1547" fmla="*/ f1425 1 f1258"/>
              <a:gd name="f1548" fmla="*/ f1426 1 f1257"/>
              <a:gd name="f1549" fmla="*/ f1427 1 f1258"/>
              <a:gd name="f1550" fmla="*/ f1428 1 f1257"/>
              <a:gd name="f1551" fmla="*/ f1429 1 f1258"/>
              <a:gd name="f1552" fmla="*/ f1430 1 f1257"/>
              <a:gd name="f1553" fmla="*/ f1431 1 f1258"/>
              <a:gd name="f1554" fmla="*/ f1432 1 f1257"/>
              <a:gd name="f1555" fmla="*/ f1433 1 f1258"/>
              <a:gd name="f1556" fmla="*/ f1434 1 f1257"/>
              <a:gd name="f1557" fmla="*/ f1435 1 f1258"/>
              <a:gd name="f1558" fmla="*/ f1436 1 f1257"/>
              <a:gd name="f1559" fmla="*/ f1437 1 f1258"/>
              <a:gd name="f1560" fmla="*/ f1438 1 f1257"/>
              <a:gd name="f1561" fmla="*/ f1439 1 f1258"/>
              <a:gd name="f1562" fmla="*/ f1440 1 f1257"/>
              <a:gd name="f1563" fmla="*/ f1441 1 f1258"/>
              <a:gd name="f1564" fmla="*/ f1442 1 f1257"/>
              <a:gd name="f1565" fmla="*/ f1443 1 f1258"/>
              <a:gd name="f1566" fmla="*/ f1444 1 f1258"/>
              <a:gd name="f1567" fmla="*/ f1445 1 f1257"/>
              <a:gd name="f1568" fmla="*/ f1446 1 f1258"/>
              <a:gd name="f1569" fmla="*/ f1447 1 f1257"/>
              <a:gd name="f1570" fmla="*/ f1448 1 f1258"/>
              <a:gd name="f1571" fmla="*/ f1449 1 f1257"/>
              <a:gd name="f1572" fmla="*/ f1450 1 f1258"/>
              <a:gd name="f1573" fmla="*/ f1451 1 f1257"/>
              <a:gd name="f1574" fmla="*/ f1452 1 f1258"/>
              <a:gd name="f1575" fmla="*/ f1453 1 f1257"/>
              <a:gd name="f1576" fmla="*/ f1454 1 f1258"/>
              <a:gd name="f1577" fmla="*/ f1455 1 f1257"/>
              <a:gd name="f1578" fmla="*/ f1456 1 f1258"/>
              <a:gd name="f1579" fmla="*/ f1457 1 f1257"/>
              <a:gd name="f1580" fmla="*/ f1458 1 f1258"/>
              <a:gd name="f1581" fmla="*/ f1459 1 f1257"/>
              <a:gd name="f1582" fmla="*/ f1460 1 f1258"/>
              <a:gd name="f1583" fmla="*/ f1461 1 f1257"/>
              <a:gd name="f1584" fmla="*/ f1462 1 f1258"/>
              <a:gd name="f1585" fmla="*/ f1463 1 f1257"/>
              <a:gd name="f1586" fmla="*/ f1464 1 f1257"/>
              <a:gd name="f1587" fmla="*/ f1465 1 f1258"/>
              <a:gd name="f1588" fmla="*/ f1466 1 f1257"/>
              <a:gd name="f1589" fmla="*/ f1467 1 f1258"/>
              <a:gd name="f1590" fmla="*/ f1468 1 f1257"/>
              <a:gd name="f1591" fmla="*/ f1469 1 f1258"/>
              <a:gd name="f1592" fmla="*/ f1470 1 f1257"/>
              <a:gd name="f1593" fmla="*/ f1471 1 f1258"/>
              <a:gd name="f1594" fmla="*/ f1472 1 f1257"/>
              <a:gd name="f1595" fmla="*/ f1473 1 f1258"/>
              <a:gd name="f1596" fmla="*/ f1474 1 f1257"/>
              <a:gd name="f1597" fmla="*/ f1475 1 f1258"/>
              <a:gd name="f1598" fmla="*/ f1476 1 f1257"/>
              <a:gd name="f1599" fmla="*/ f1477 1 f1258"/>
              <a:gd name="f1600" fmla="*/ f1478 1 f1257"/>
              <a:gd name="f1601" fmla="*/ f1479 1 f1258"/>
              <a:gd name="f1602" fmla="*/ f1480 1 f1257"/>
              <a:gd name="f1603" fmla="*/ f1481 1 f1258"/>
              <a:gd name="f1604" fmla="*/ f1482 1 f1257"/>
              <a:gd name="f1605" fmla="*/ f1483 1 f1258"/>
              <a:gd name="f1606" fmla="*/ f1484 1 f1257"/>
              <a:gd name="f1607" fmla="*/ f1485 1 f1258"/>
              <a:gd name="f1608" fmla="*/ f1486 1 f1257"/>
              <a:gd name="f1609" fmla="*/ f1487 1 f1258"/>
              <a:gd name="f1610" fmla="*/ f1488 1 f1257"/>
              <a:gd name="f1611" fmla="*/ f1489 1 f1258"/>
              <a:gd name="f1612" fmla="*/ f1490 1 f1257"/>
              <a:gd name="f1613" fmla="*/ f1491 1 f1258"/>
              <a:gd name="f1614" fmla="*/ f1492 1 f1257"/>
              <a:gd name="f1615" fmla="*/ f1493 1 f1258"/>
              <a:gd name="f1616" fmla="*/ f1494 1 f1257"/>
              <a:gd name="f1617" fmla="*/ f1495 1 f1258"/>
              <a:gd name="f1618" fmla="*/ f1496 f1248 1"/>
              <a:gd name="f1619" fmla="*/ f1497 f1248 1"/>
              <a:gd name="f1620" fmla="*/ f1499 f1249 1"/>
              <a:gd name="f1621" fmla="*/ f1498 f1249 1"/>
              <a:gd name="f1622" fmla="*/ f1500 f1248 1"/>
              <a:gd name="f1623" fmla="*/ f1501 f1249 1"/>
              <a:gd name="f1624" fmla="*/ f1502 f1248 1"/>
              <a:gd name="f1625" fmla="*/ f1503 f1249 1"/>
              <a:gd name="f1626" fmla="*/ f1504 f1248 1"/>
              <a:gd name="f1627" fmla="*/ f1505 f1249 1"/>
              <a:gd name="f1628" fmla="*/ f1506 f1248 1"/>
              <a:gd name="f1629" fmla="*/ f1507 f1249 1"/>
              <a:gd name="f1630" fmla="*/ f1508 f1248 1"/>
              <a:gd name="f1631" fmla="*/ f1509 f1249 1"/>
              <a:gd name="f1632" fmla="*/ f1510 f1248 1"/>
              <a:gd name="f1633" fmla="*/ f1511 f1249 1"/>
              <a:gd name="f1634" fmla="*/ f1512 f1248 1"/>
              <a:gd name="f1635" fmla="*/ f1513 f1249 1"/>
              <a:gd name="f1636" fmla="*/ f1514 f1248 1"/>
              <a:gd name="f1637" fmla="*/ f1515 f1249 1"/>
              <a:gd name="f1638" fmla="*/ f1516 f1248 1"/>
              <a:gd name="f1639" fmla="*/ f1517 f1249 1"/>
              <a:gd name="f1640" fmla="*/ f1518 f1248 1"/>
              <a:gd name="f1641" fmla="*/ f1519 f1249 1"/>
              <a:gd name="f1642" fmla="*/ f1520 f1248 1"/>
              <a:gd name="f1643" fmla="*/ f1521 f1249 1"/>
              <a:gd name="f1644" fmla="*/ f1522 f1248 1"/>
              <a:gd name="f1645" fmla="*/ f1523 f1249 1"/>
              <a:gd name="f1646" fmla="*/ f1524 f1248 1"/>
              <a:gd name="f1647" fmla="*/ f1525 f1249 1"/>
              <a:gd name="f1648" fmla="*/ f1526 f1248 1"/>
              <a:gd name="f1649" fmla="*/ f1527 f1249 1"/>
              <a:gd name="f1650" fmla="*/ f1528 f1248 1"/>
              <a:gd name="f1651" fmla="*/ f1529 f1249 1"/>
              <a:gd name="f1652" fmla="*/ f1530 f1248 1"/>
              <a:gd name="f1653" fmla="*/ f1531 f1249 1"/>
              <a:gd name="f1654" fmla="*/ f1532 f1248 1"/>
              <a:gd name="f1655" fmla="*/ f1533 f1249 1"/>
              <a:gd name="f1656" fmla="*/ f1534 f1248 1"/>
              <a:gd name="f1657" fmla="*/ f1535 f1249 1"/>
              <a:gd name="f1658" fmla="*/ f1536 f1248 1"/>
              <a:gd name="f1659" fmla="*/ f1537 f1249 1"/>
              <a:gd name="f1660" fmla="*/ f1538 f1248 1"/>
              <a:gd name="f1661" fmla="*/ f1539 f1249 1"/>
              <a:gd name="f1662" fmla="*/ f1540 f1248 1"/>
              <a:gd name="f1663" fmla="*/ f1541 f1249 1"/>
              <a:gd name="f1664" fmla="*/ f1542 f1248 1"/>
              <a:gd name="f1665" fmla="*/ f1543 f1249 1"/>
              <a:gd name="f1666" fmla="*/ f1544 f1248 1"/>
              <a:gd name="f1667" fmla="*/ f1545 f1249 1"/>
              <a:gd name="f1668" fmla="*/ f1546 f1248 1"/>
              <a:gd name="f1669" fmla="*/ f1547 f1249 1"/>
              <a:gd name="f1670" fmla="*/ f1548 f1248 1"/>
              <a:gd name="f1671" fmla="*/ f1549 f1249 1"/>
              <a:gd name="f1672" fmla="*/ f1550 f1248 1"/>
              <a:gd name="f1673" fmla="*/ f1551 f1249 1"/>
              <a:gd name="f1674" fmla="*/ f1552 f1248 1"/>
              <a:gd name="f1675" fmla="*/ f1553 f1249 1"/>
              <a:gd name="f1676" fmla="*/ f1554 f1248 1"/>
              <a:gd name="f1677" fmla="*/ f1555 f1249 1"/>
              <a:gd name="f1678" fmla="*/ f1556 f1248 1"/>
              <a:gd name="f1679" fmla="*/ f1557 f1249 1"/>
              <a:gd name="f1680" fmla="*/ f1558 f1248 1"/>
              <a:gd name="f1681" fmla="*/ f1559 f1249 1"/>
              <a:gd name="f1682" fmla="*/ f1560 f1248 1"/>
              <a:gd name="f1683" fmla="*/ f1561 f1249 1"/>
              <a:gd name="f1684" fmla="*/ f1562 f1248 1"/>
              <a:gd name="f1685" fmla="*/ f1563 f1249 1"/>
              <a:gd name="f1686" fmla="*/ f1564 f1248 1"/>
              <a:gd name="f1687" fmla="*/ f1565 f1249 1"/>
              <a:gd name="f1688" fmla="*/ f1566 f1249 1"/>
              <a:gd name="f1689" fmla="*/ f1567 f1248 1"/>
              <a:gd name="f1690" fmla="*/ f1568 f1249 1"/>
              <a:gd name="f1691" fmla="*/ f1569 f1248 1"/>
              <a:gd name="f1692" fmla="*/ f1570 f1249 1"/>
              <a:gd name="f1693" fmla="*/ f1571 f1248 1"/>
              <a:gd name="f1694" fmla="*/ f1572 f1249 1"/>
              <a:gd name="f1695" fmla="*/ f1573 f1248 1"/>
              <a:gd name="f1696" fmla="*/ f1574 f1249 1"/>
              <a:gd name="f1697" fmla="*/ f1575 f1248 1"/>
              <a:gd name="f1698" fmla="*/ f1576 f1249 1"/>
              <a:gd name="f1699" fmla="*/ f1577 f1248 1"/>
              <a:gd name="f1700" fmla="*/ f1578 f1249 1"/>
              <a:gd name="f1701" fmla="*/ f1579 f1248 1"/>
              <a:gd name="f1702" fmla="*/ f1580 f1249 1"/>
              <a:gd name="f1703" fmla="*/ f1581 f1248 1"/>
              <a:gd name="f1704" fmla="*/ f1582 f1249 1"/>
              <a:gd name="f1705" fmla="*/ f1583 f1248 1"/>
              <a:gd name="f1706" fmla="*/ f1584 f1249 1"/>
              <a:gd name="f1707" fmla="*/ f1585 f1248 1"/>
              <a:gd name="f1708" fmla="*/ f1586 f1248 1"/>
              <a:gd name="f1709" fmla="*/ f1587 f1249 1"/>
              <a:gd name="f1710" fmla="*/ f1588 f1248 1"/>
              <a:gd name="f1711" fmla="*/ f1589 f1249 1"/>
              <a:gd name="f1712" fmla="*/ f1590 f1248 1"/>
              <a:gd name="f1713" fmla="*/ f1591 f1249 1"/>
              <a:gd name="f1714" fmla="*/ f1592 f1248 1"/>
              <a:gd name="f1715" fmla="*/ f1593 f1249 1"/>
              <a:gd name="f1716" fmla="*/ f1594 f1248 1"/>
              <a:gd name="f1717" fmla="*/ f1595 f1249 1"/>
              <a:gd name="f1718" fmla="*/ f1596 f1248 1"/>
              <a:gd name="f1719" fmla="*/ f1597 f1249 1"/>
              <a:gd name="f1720" fmla="*/ f1598 f1248 1"/>
              <a:gd name="f1721" fmla="*/ f1599 f1249 1"/>
              <a:gd name="f1722" fmla="*/ f1600 f1248 1"/>
              <a:gd name="f1723" fmla="*/ f1601 f1249 1"/>
              <a:gd name="f1724" fmla="*/ f1602 f1248 1"/>
              <a:gd name="f1725" fmla="*/ f1603 f1249 1"/>
              <a:gd name="f1726" fmla="*/ f1604 f1248 1"/>
              <a:gd name="f1727" fmla="*/ f1605 f1249 1"/>
              <a:gd name="f1728" fmla="*/ f1606 f1248 1"/>
              <a:gd name="f1729" fmla="*/ f1607 f1249 1"/>
              <a:gd name="f1730" fmla="*/ f1608 f1248 1"/>
              <a:gd name="f1731" fmla="*/ f1609 f1249 1"/>
              <a:gd name="f1732" fmla="*/ f1610 f1248 1"/>
              <a:gd name="f1733" fmla="*/ f1611 f1249 1"/>
              <a:gd name="f1734" fmla="*/ f1612 f1248 1"/>
              <a:gd name="f1735" fmla="*/ f1613 f1249 1"/>
              <a:gd name="f1736" fmla="*/ f1614 f1248 1"/>
              <a:gd name="f1737" fmla="*/ f1615 f1249 1"/>
              <a:gd name="f1738" fmla="*/ f1616 f1248 1"/>
              <a:gd name="f1739" fmla="*/ f1617 f124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1377">
                <a:pos x="f1622" y="f1623"/>
              </a:cxn>
              <a:cxn ang="f1377">
                <a:pos x="f1624" y="f1625"/>
              </a:cxn>
              <a:cxn ang="f1377">
                <a:pos x="f1626" y="f1627"/>
              </a:cxn>
              <a:cxn ang="f1377">
                <a:pos x="f1628" y="f1629"/>
              </a:cxn>
              <a:cxn ang="f1377">
                <a:pos x="f1630" y="f1631"/>
              </a:cxn>
              <a:cxn ang="f1377">
                <a:pos x="f1632" y="f1633"/>
              </a:cxn>
              <a:cxn ang="f1377">
                <a:pos x="f1634" y="f1635"/>
              </a:cxn>
              <a:cxn ang="f1377">
                <a:pos x="f1636" y="f1637"/>
              </a:cxn>
              <a:cxn ang="f1377">
                <a:pos x="f1638" y="f1639"/>
              </a:cxn>
              <a:cxn ang="f1377">
                <a:pos x="f1640" y="f1641"/>
              </a:cxn>
              <a:cxn ang="f1377">
                <a:pos x="f1642" y="f1643"/>
              </a:cxn>
              <a:cxn ang="f1377">
                <a:pos x="f1644" y="f1645"/>
              </a:cxn>
              <a:cxn ang="f1377">
                <a:pos x="f1646" y="f1647"/>
              </a:cxn>
              <a:cxn ang="f1377">
                <a:pos x="f1648" y="f1649"/>
              </a:cxn>
              <a:cxn ang="f1377">
                <a:pos x="f1650" y="f1651"/>
              </a:cxn>
              <a:cxn ang="f1377">
                <a:pos x="f1652" y="f1653"/>
              </a:cxn>
              <a:cxn ang="f1377">
                <a:pos x="f1654" y="f1655"/>
              </a:cxn>
              <a:cxn ang="f1377">
                <a:pos x="f1656" y="f1657"/>
              </a:cxn>
              <a:cxn ang="f1377">
                <a:pos x="f1658" y="f1659"/>
              </a:cxn>
              <a:cxn ang="f1377">
                <a:pos x="f1660" y="f1661"/>
              </a:cxn>
              <a:cxn ang="f1377">
                <a:pos x="f1662" y="f1663"/>
              </a:cxn>
              <a:cxn ang="f1377">
                <a:pos x="f1664" y="f1665"/>
              </a:cxn>
              <a:cxn ang="f1377">
                <a:pos x="f1666" y="f1667"/>
              </a:cxn>
              <a:cxn ang="f1377">
                <a:pos x="f1668" y="f1669"/>
              </a:cxn>
              <a:cxn ang="f1377">
                <a:pos x="f1670" y="f1671"/>
              </a:cxn>
              <a:cxn ang="f1377">
                <a:pos x="f1672" y="f1673"/>
              </a:cxn>
              <a:cxn ang="f1377">
                <a:pos x="f1674" y="f1675"/>
              </a:cxn>
              <a:cxn ang="f1377">
                <a:pos x="f1676" y="f1677"/>
              </a:cxn>
              <a:cxn ang="f1377">
                <a:pos x="f1678" y="f1679"/>
              </a:cxn>
              <a:cxn ang="f1377">
                <a:pos x="f1680" y="f1681"/>
              </a:cxn>
              <a:cxn ang="f1377">
                <a:pos x="f1682" y="f1683"/>
              </a:cxn>
              <a:cxn ang="f1377">
                <a:pos x="f1684" y="f1685"/>
              </a:cxn>
              <a:cxn ang="f1377">
                <a:pos x="f1686" y="f1687"/>
              </a:cxn>
              <a:cxn ang="f1377">
                <a:pos x="f1648" y="f1688"/>
              </a:cxn>
              <a:cxn ang="f1377">
                <a:pos x="f1689" y="f1690"/>
              </a:cxn>
              <a:cxn ang="f1377">
                <a:pos x="f1691" y="f1692"/>
              </a:cxn>
              <a:cxn ang="f1377">
                <a:pos x="f1693" y="f1694"/>
              </a:cxn>
              <a:cxn ang="f1377">
                <a:pos x="f1695" y="f1696"/>
              </a:cxn>
              <a:cxn ang="f1377">
                <a:pos x="f1697" y="f1698"/>
              </a:cxn>
              <a:cxn ang="f1377">
                <a:pos x="f1699" y="f1700"/>
              </a:cxn>
              <a:cxn ang="f1377">
                <a:pos x="f1701" y="f1702"/>
              </a:cxn>
              <a:cxn ang="f1377">
                <a:pos x="f1703" y="f1704"/>
              </a:cxn>
              <a:cxn ang="f1377">
                <a:pos x="f1705" y="f1706"/>
              </a:cxn>
              <a:cxn ang="f1377">
                <a:pos x="f1707" y="f1649"/>
              </a:cxn>
              <a:cxn ang="f1377">
                <a:pos x="f1708" y="f1709"/>
              </a:cxn>
              <a:cxn ang="f1377">
                <a:pos x="f1710" y="f1711"/>
              </a:cxn>
              <a:cxn ang="f1377">
                <a:pos x="f1712" y="f1713"/>
              </a:cxn>
              <a:cxn ang="f1377">
                <a:pos x="f1714" y="f1715"/>
              </a:cxn>
              <a:cxn ang="f1377">
                <a:pos x="f1716" y="f1717"/>
              </a:cxn>
              <a:cxn ang="f1377">
                <a:pos x="f1718" y="f1719"/>
              </a:cxn>
              <a:cxn ang="f1377">
                <a:pos x="f1720" y="f1721"/>
              </a:cxn>
              <a:cxn ang="f1377">
                <a:pos x="f1722" y="f1723"/>
              </a:cxn>
              <a:cxn ang="f1377">
                <a:pos x="f1724" y="f1725"/>
              </a:cxn>
              <a:cxn ang="f1377">
                <a:pos x="f1726" y="f1727"/>
              </a:cxn>
              <a:cxn ang="f1377">
                <a:pos x="f1728" y="f1729"/>
              </a:cxn>
              <a:cxn ang="f1377">
                <a:pos x="f1730" y="f1731"/>
              </a:cxn>
              <a:cxn ang="f1377">
                <a:pos x="f1732" y="f1733"/>
              </a:cxn>
              <a:cxn ang="f1377">
                <a:pos x="f1734" y="f1735"/>
              </a:cxn>
              <a:cxn ang="f1377">
                <a:pos x="f1736" y="f1737"/>
              </a:cxn>
              <a:cxn ang="f1377">
                <a:pos x="f1738" y="f1739"/>
              </a:cxn>
            </a:cxnLst>
            <a:rect l="f1618" t="f1621" r="f1619" b="f1620"/>
            <a:pathLst>
              <a:path w="1590" h="1029">
                <a:moveTo>
                  <a:pt x="f6" y="f9"/>
                </a:moveTo>
                <a:cubicBezTo>
                  <a:pt x="f10" y="f11"/>
                  <a:pt x="f12" y="f13"/>
                  <a:pt x="f14" y="f15"/>
                </a:cubicBezTo>
                <a:cubicBezTo>
                  <a:pt x="f16" y="f17"/>
                  <a:pt x="f18" y="f19"/>
                  <a:pt x="f20" y="f21"/>
                </a:cubicBezTo>
                <a:cubicBezTo>
                  <a:pt x="f9" y="f22"/>
                  <a:pt x="f23" y="f24"/>
                  <a:pt x="f25" y="f26"/>
                </a:cubicBezTo>
                <a:cubicBezTo>
                  <a:pt x="f27" y="f28"/>
                  <a:pt x="f29" y="f30"/>
                  <a:pt x="f31" y="f32"/>
                </a:cubicBezTo>
                <a:cubicBezTo>
                  <a:pt x="f33" y="f34"/>
                  <a:pt x="f35" y="f34"/>
                  <a:pt x="f36" y="f28"/>
                </a:cubicBezTo>
                <a:cubicBezTo>
                  <a:pt x="f37" y="f38"/>
                  <a:pt x="f39" y="f40"/>
                  <a:pt x="f41" y="f42"/>
                </a:cubicBezTo>
                <a:cubicBezTo>
                  <a:pt x="f43" y="f44"/>
                  <a:pt x="f40" y="f45"/>
                  <a:pt x="f46" y="f45"/>
                </a:cubicBezTo>
                <a:cubicBezTo>
                  <a:pt x="f47" y="f48"/>
                  <a:pt x="f49" y="f48"/>
                  <a:pt x="f50" y="f51"/>
                </a:cubicBezTo>
                <a:cubicBezTo>
                  <a:pt x="f52" y="f53"/>
                  <a:pt x="f54" y="f46"/>
                  <a:pt x="f55" y="f56"/>
                </a:cubicBezTo>
                <a:cubicBezTo>
                  <a:pt x="f57" y="f58"/>
                  <a:pt x="f59" y="f56"/>
                  <a:pt x="f60" y="f46"/>
                </a:cubicBezTo>
                <a:cubicBezTo>
                  <a:pt x="f61" y="f62"/>
                  <a:pt x="f63" y="f2"/>
                  <a:pt x="f64" y="f65"/>
                </a:cubicBezTo>
                <a:cubicBezTo>
                  <a:pt x="f66" y="f67"/>
                  <a:pt x="f68" y="f69"/>
                  <a:pt x="f70" y="f71"/>
                </a:cubicBezTo>
                <a:cubicBezTo>
                  <a:pt x="f72" y="f29"/>
                  <a:pt x="f73" y="f74"/>
                  <a:pt x="f75" y="f76"/>
                </a:cubicBezTo>
                <a:cubicBezTo>
                  <a:pt x="f77" y="f76"/>
                  <a:pt x="f78" y="f15"/>
                  <a:pt x="f79" y="f23"/>
                </a:cubicBezTo>
                <a:cubicBezTo>
                  <a:pt x="f80" y="f74"/>
                  <a:pt x="f81" y="f74"/>
                  <a:pt x="f82" y="f74"/>
                </a:cubicBezTo>
                <a:cubicBezTo>
                  <a:pt x="f83" y="f74"/>
                  <a:pt x="f83" y="f74"/>
                  <a:pt x="f83" y="f74"/>
                </a:cubicBezTo>
                <a:cubicBezTo>
                  <a:pt x="f84" y="f85"/>
                  <a:pt x="f86" y="f87"/>
                  <a:pt x="f88" y="f89"/>
                </a:cubicBezTo>
                <a:cubicBezTo>
                  <a:pt x="f90" y="f91"/>
                  <a:pt x="f92" y="f93"/>
                  <a:pt x="f94" y="f15"/>
                </a:cubicBezTo>
                <a:cubicBezTo>
                  <a:pt x="f95" y="f96"/>
                  <a:pt x="f97" y="f13"/>
                  <a:pt x="f54" y="f98"/>
                </a:cubicBezTo>
                <a:cubicBezTo>
                  <a:pt x="f99" y="f100"/>
                  <a:pt x="f101" y="f102"/>
                  <a:pt x="f103" y="f104"/>
                </a:cubicBezTo>
                <a:cubicBezTo>
                  <a:pt x="f105" y="f104"/>
                  <a:pt x="f106" y="f104"/>
                  <a:pt x="f107" y="f108"/>
                </a:cubicBezTo>
                <a:cubicBezTo>
                  <a:pt x="f109" y="f110"/>
                  <a:pt x="f111" y="f112"/>
                  <a:pt x="f113" y="f114"/>
                </a:cubicBezTo>
                <a:cubicBezTo>
                  <a:pt x="f115" y="f116"/>
                  <a:pt x="f117" y="f118"/>
                  <a:pt x="f119" y="f120"/>
                </a:cubicBezTo>
                <a:cubicBezTo>
                  <a:pt x="f121" y="f122"/>
                  <a:pt x="f123" y="f124"/>
                  <a:pt x="f125" y="f126"/>
                </a:cubicBezTo>
                <a:cubicBezTo>
                  <a:pt x="f127" y="f128"/>
                  <a:pt x="f129" y="f130"/>
                  <a:pt x="f131" y="f132"/>
                </a:cubicBezTo>
                <a:cubicBezTo>
                  <a:pt x="f133" y="f134"/>
                  <a:pt x="f129" y="f135"/>
                  <a:pt x="f136" y="f3"/>
                </a:cubicBezTo>
                <a:cubicBezTo>
                  <a:pt x="f137" y="f138"/>
                  <a:pt x="f137" y="f139"/>
                  <a:pt x="f140" y="f141"/>
                </a:cubicBezTo>
                <a:cubicBezTo>
                  <a:pt x="f131" y="f18"/>
                  <a:pt x="f121" y="f142"/>
                  <a:pt x="f143" y="f144"/>
                </a:cubicBezTo>
                <a:cubicBezTo>
                  <a:pt x="f119" y="f144"/>
                  <a:pt x="f145" y="f142"/>
                  <a:pt x="f146" y="f142"/>
                </a:cubicBezTo>
                <a:cubicBezTo>
                  <a:pt x="f147" y="f142"/>
                  <a:pt x="f148" y="f149"/>
                  <a:pt x="f150" y="f151"/>
                </a:cubicBezTo>
                <a:cubicBezTo>
                  <a:pt x="f150" y="f152"/>
                  <a:pt x="f150" y="f152"/>
                  <a:pt x="f150" y="f153"/>
                </a:cubicBezTo>
                <a:cubicBezTo>
                  <a:pt x="f154" y="f151"/>
                  <a:pt x="f95" y="f142"/>
                  <a:pt x="f155" y="f156"/>
                </a:cubicBezTo>
                <a:cubicBezTo>
                  <a:pt x="f157" y="f158"/>
                  <a:pt x="f159" y="f160"/>
                  <a:pt x="f161" y="f18"/>
                </a:cubicBezTo>
                <a:cubicBezTo>
                  <a:pt x="f162" y="f163"/>
                  <a:pt x="f86" y="f164"/>
                  <a:pt x="f165" y="f166"/>
                </a:cubicBezTo>
                <a:cubicBezTo>
                  <a:pt x="f167" y="f168"/>
                  <a:pt x="f169" y="f170"/>
                  <a:pt x="f171" y="f172"/>
                </a:cubicBezTo>
                <a:cubicBezTo>
                  <a:pt x="f97" y="f173"/>
                  <a:pt x="f54" y="f174"/>
                  <a:pt x="f54" y="f175"/>
                </a:cubicBezTo>
                <a:cubicBezTo>
                  <a:pt x="f176" y="f177"/>
                  <a:pt x="f178" y="f179"/>
                  <a:pt x="f165" y="f180"/>
                </a:cubicBezTo>
                <a:cubicBezTo>
                  <a:pt x="f159" y="f181"/>
                  <a:pt x="f182" y="f16"/>
                  <a:pt x="f86" y="f183"/>
                </a:cubicBezTo>
                <a:cubicBezTo>
                  <a:pt x="f159" y="f184"/>
                  <a:pt x="f86" y="f185"/>
                  <a:pt x="f186" y="f187"/>
                </a:cubicBezTo>
                <a:cubicBezTo>
                  <a:pt x="f188" y="f189"/>
                  <a:pt x="f188" y="f190"/>
                  <a:pt x="f188" y="f191"/>
                </a:cubicBezTo>
                <a:cubicBezTo>
                  <a:pt x="f192" y="f191"/>
                  <a:pt x="f192" y="f193"/>
                  <a:pt x="f194" y="f191"/>
                </a:cubicBezTo>
                <a:cubicBezTo>
                  <a:pt x="f195" y="f196"/>
                  <a:pt x="f197" y="f190"/>
                  <a:pt x="f198" y="f199"/>
                </a:cubicBezTo>
                <a:cubicBezTo>
                  <a:pt x="f200" y="f201"/>
                  <a:pt x="f59" y="f202"/>
                  <a:pt x="f203" y="f204"/>
                </a:cubicBezTo>
                <a:cubicBezTo>
                  <a:pt x="f80" y="f205"/>
                  <a:pt x="f206" y="f207"/>
                  <a:pt x="f206" y="f208"/>
                </a:cubicBezTo>
                <a:cubicBezTo>
                  <a:pt x="f209" y="f210"/>
                  <a:pt x="f211" y="f212"/>
                  <a:pt x="f213" y="f214"/>
                </a:cubicBezTo>
                <a:cubicBezTo>
                  <a:pt x="f63" y="f215"/>
                  <a:pt x="f216" y="f217"/>
                  <a:pt x="f66" y="f218"/>
                </a:cubicBezTo>
                <a:cubicBezTo>
                  <a:pt x="f68" y="f210"/>
                  <a:pt x="f219" y="f220"/>
                  <a:pt x="f221" y="f215"/>
                </a:cubicBezTo>
                <a:cubicBezTo>
                  <a:pt x="f222" y="f223"/>
                  <a:pt x="f224" y="f225"/>
                  <a:pt x="f226" y="f227"/>
                </a:cubicBezTo>
                <a:cubicBezTo>
                  <a:pt x="f228" y="f229"/>
                  <a:pt x="f230" y="f229"/>
                  <a:pt x="f231" y="f232"/>
                </a:cubicBezTo>
                <a:cubicBezTo>
                  <a:pt x="f233" y="f210"/>
                  <a:pt x="f234" y="f217"/>
                  <a:pt x="f235" y="f236"/>
                </a:cubicBezTo>
                <a:cubicBezTo>
                  <a:pt x="f237" y="f238"/>
                  <a:pt x="f239" y="f240"/>
                  <a:pt x="f241" y="f238"/>
                </a:cubicBezTo>
                <a:cubicBezTo>
                  <a:pt x="f242" y="f215"/>
                  <a:pt x="f243" y="f236"/>
                  <a:pt x="f244" y="f240"/>
                </a:cubicBezTo>
                <a:cubicBezTo>
                  <a:pt x="f245" y="f246"/>
                  <a:pt x="f247" y="f248"/>
                  <a:pt x="f249" y="f12"/>
                </a:cubicBezTo>
                <a:cubicBezTo>
                  <a:pt x="f250" y="f251"/>
                  <a:pt x="f252" y="f251"/>
                  <a:pt x="f253" y="f254"/>
                </a:cubicBezTo>
                <a:cubicBezTo>
                  <a:pt x="f255" y="f12"/>
                  <a:pt x="f256" y="f254"/>
                  <a:pt x="f257" y="f258"/>
                </a:cubicBezTo>
                <a:cubicBezTo>
                  <a:pt x="f259" y="f251"/>
                  <a:pt x="f260" y="f261"/>
                  <a:pt x="f262" y="f263"/>
                </a:cubicBezTo>
                <a:cubicBezTo>
                  <a:pt x="f264" y="f10"/>
                  <a:pt x="f265" y="f10"/>
                  <a:pt x="f266" y="f267"/>
                </a:cubicBezTo>
                <a:cubicBezTo>
                  <a:pt x="f268" y="f269"/>
                  <a:pt x="f270" y="f269"/>
                  <a:pt x="f271" y="f272"/>
                </a:cubicBezTo>
                <a:cubicBezTo>
                  <a:pt x="f273" y="f267"/>
                  <a:pt x="f274" y="f275"/>
                  <a:pt x="f276" y="f269"/>
                </a:cubicBezTo>
                <a:cubicBezTo>
                  <a:pt x="f277" y="f278"/>
                  <a:pt x="f279" y="f6"/>
                  <a:pt x="f280" y="f6"/>
                </a:cubicBezTo>
                <a:cubicBezTo>
                  <a:pt x="f281" y="f278"/>
                  <a:pt x="f282" y="f269"/>
                  <a:pt x="f283" y="f269"/>
                </a:cubicBezTo>
                <a:cubicBezTo>
                  <a:pt x="f284" y="f278"/>
                  <a:pt x="f285" y="f275"/>
                  <a:pt x="f286" y="f287"/>
                </a:cubicBezTo>
                <a:cubicBezTo>
                  <a:pt x="f288" y="f236"/>
                  <a:pt x="f289" y="f217"/>
                  <a:pt x="f290" y="f214"/>
                </a:cubicBezTo>
                <a:cubicBezTo>
                  <a:pt x="f291" y="f214"/>
                  <a:pt x="f291" y="f223"/>
                  <a:pt x="f292" y="f293"/>
                </a:cubicBezTo>
                <a:cubicBezTo>
                  <a:pt x="f294" y="f295"/>
                  <a:pt x="f296" y="f297"/>
                  <a:pt x="f298" y="f208"/>
                </a:cubicBezTo>
                <a:cubicBezTo>
                  <a:pt x="f299" y="f229"/>
                  <a:pt x="f300" y="f204"/>
                  <a:pt x="f301" y="f302"/>
                </a:cubicBezTo>
                <a:cubicBezTo>
                  <a:pt x="f303" y="f302"/>
                  <a:pt x="f303" y="f304"/>
                  <a:pt x="f305" y="f190"/>
                </a:cubicBezTo>
                <a:cubicBezTo>
                  <a:pt x="f306" y="f307"/>
                  <a:pt x="f308" y="f309"/>
                  <a:pt x="f303" y="f310"/>
                </a:cubicBezTo>
                <a:cubicBezTo>
                  <a:pt x="f305" y="f311"/>
                  <a:pt x="f312" y="f313"/>
                  <a:pt x="f305" y="f314"/>
                </a:cubicBezTo>
                <a:cubicBezTo>
                  <a:pt x="f315" y="f183"/>
                  <a:pt x="f316" y="f16"/>
                  <a:pt x="f317" y="f318"/>
                </a:cubicBezTo>
                <a:cubicBezTo>
                  <a:pt x="f319" y="f180"/>
                  <a:pt x="f320" y="f321"/>
                  <a:pt x="f322" y="f179"/>
                </a:cubicBezTo>
                <a:cubicBezTo>
                  <a:pt x="f316" y="f323"/>
                  <a:pt x="f315" y="f324"/>
                  <a:pt x="f312" y="f325"/>
                </a:cubicBezTo>
                <a:cubicBezTo>
                  <a:pt x="f306" y="f326"/>
                  <a:pt x="f306" y="f327"/>
                  <a:pt x="f312" y="f328"/>
                </a:cubicBezTo>
                <a:cubicBezTo>
                  <a:pt x="f291" y="f329"/>
                  <a:pt x="f294" y="f330"/>
                  <a:pt x="f290" y="f331"/>
                </a:cubicBezTo>
                <a:cubicBezTo>
                  <a:pt x="f332" y="f174"/>
                  <a:pt x="f333" y="f334"/>
                  <a:pt x="f335" y="f336"/>
                </a:cubicBezTo>
                <a:cubicBezTo>
                  <a:pt x="f337" y="f338"/>
                  <a:pt x="f286" y="f338"/>
                  <a:pt x="f339" y="f340"/>
                </a:cubicBezTo>
                <a:cubicBezTo>
                  <a:pt x="f306" y="f341"/>
                  <a:pt x="f342" y="f341"/>
                  <a:pt x="f343" y="f344"/>
                </a:cubicBezTo>
                <a:cubicBezTo>
                  <a:pt x="f345" y="f336"/>
                  <a:pt x="f346" y="f347"/>
                  <a:pt x="f348" y="f349"/>
                </a:cubicBezTo>
                <a:cubicBezTo>
                  <a:pt x="f350" y="f338"/>
                  <a:pt x="f351" y="f352"/>
                  <a:pt x="f353" y="f354"/>
                </a:cubicBezTo>
                <a:cubicBezTo>
                  <a:pt x="f355" y="f356"/>
                  <a:pt x="f357" y="f358"/>
                  <a:pt x="f359" y="f360"/>
                </a:cubicBezTo>
                <a:cubicBezTo>
                  <a:pt x="f361" y="f362"/>
                  <a:pt x="f363" y="f362"/>
                  <a:pt x="f364" y="f365"/>
                </a:cubicBezTo>
                <a:cubicBezTo>
                  <a:pt x="f364" y="f153"/>
                  <a:pt x="f366" y="f149"/>
                  <a:pt x="f367" y="f142"/>
                </a:cubicBezTo>
                <a:cubicBezTo>
                  <a:pt x="f368" y="f158"/>
                  <a:pt x="f369" y="f370"/>
                  <a:pt x="f371" y="f372"/>
                </a:cubicBezTo>
                <a:cubicBezTo>
                  <a:pt x="f373" y="f374"/>
                  <a:pt x="f375" y="f376"/>
                  <a:pt x="f377" y="f378"/>
                </a:cubicBezTo>
                <a:cubicBezTo>
                  <a:pt x="f379" y="f380"/>
                  <a:pt x="f381" y="f382"/>
                  <a:pt x="f383" y="f380"/>
                </a:cubicBezTo>
                <a:cubicBezTo>
                  <a:pt x="f384" y="f118"/>
                  <a:pt x="f367" y="f385"/>
                  <a:pt x="f386" y="f387"/>
                </a:cubicBezTo>
                <a:cubicBezTo>
                  <a:pt x="f366" y="f114"/>
                  <a:pt x="f388" y="f389"/>
                  <a:pt x="f361" y="f116"/>
                </a:cubicBezTo>
                <a:cubicBezTo>
                  <a:pt x="f363" y="f390"/>
                  <a:pt x="f391" y="f392"/>
                  <a:pt x="f384" y="f393"/>
                </a:cubicBezTo>
                <a:cubicBezTo>
                  <a:pt x="f367" y="f104"/>
                  <a:pt x="f367" y="f394"/>
                  <a:pt x="f395" y="f396"/>
                </a:cubicBezTo>
                <a:cubicBezTo>
                  <a:pt x="f383" y="f397"/>
                  <a:pt x="f398" y="f20"/>
                  <a:pt x="f364" y="f20"/>
                </a:cubicBezTo>
                <a:cubicBezTo>
                  <a:pt x="f399" y="f397"/>
                  <a:pt x="f400" y="f401"/>
                  <a:pt x="f402" y="f102"/>
                </a:cubicBezTo>
                <a:cubicBezTo>
                  <a:pt x="f403" y="f13"/>
                  <a:pt x="f350" y="f98"/>
                  <a:pt x="f345" y="f404"/>
                </a:cubicBezTo>
                <a:cubicBezTo>
                  <a:pt x="f351" y="f89"/>
                  <a:pt x="f405" y="f23"/>
                  <a:pt x="f403" y="f406"/>
                </a:cubicBezTo>
                <a:cubicBezTo>
                  <a:pt x="f357" y="f407"/>
                  <a:pt x="f408" y="f409"/>
                  <a:pt x="f410" y="f411"/>
                </a:cubicBezTo>
                <a:cubicBezTo>
                  <a:pt x="f412" y="f29"/>
                  <a:pt x="f413" y="f414"/>
                  <a:pt x="f415" y="f29"/>
                </a:cubicBezTo>
                <a:cubicBezTo>
                  <a:pt x="f342" y="f29"/>
                  <a:pt x="f416" y="f414"/>
                  <a:pt x="f417" y="f414"/>
                </a:cubicBezTo>
                <a:cubicBezTo>
                  <a:pt x="f417" y="f418"/>
                  <a:pt x="f417" y="f419"/>
                  <a:pt x="f420" y="f421"/>
                </a:cubicBezTo>
                <a:cubicBezTo>
                  <a:pt x="f422" y="f19"/>
                  <a:pt x="f423" y="f424"/>
                  <a:pt x="f306" y="f425"/>
                </a:cubicBezTo>
                <a:cubicBezTo>
                  <a:pt x="f312" y="f414"/>
                  <a:pt x="f291" y="f426"/>
                  <a:pt x="f427" y="f428"/>
                </a:cubicBezTo>
                <a:cubicBezTo>
                  <a:pt x="f286" y="f429"/>
                  <a:pt x="f430" y="f429"/>
                  <a:pt x="f431" y="f407"/>
                </a:cubicBezTo>
                <a:cubicBezTo>
                  <a:pt x="f282" y="f418"/>
                  <a:pt x="f432" y="f424"/>
                  <a:pt x="f433" y="f434"/>
                </a:cubicBezTo>
                <a:cubicBezTo>
                  <a:pt x="f435" y="f436"/>
                  <a:pt x="f437" y="f438"/>
                  <a:pt x="f339" y="f36"/>
                </a:cubicBezTo>
                <a:cubicBezTo>
                  <a:pt x="f427" y="f439"/>
                  <a:pt x="f427" y="f440"/>
                  <a:pt x="f441" y="f442"/>
                </a:cubicBezTo>
                <a:cubicBezTo>
                  <a:pt x="f443" y="f444"/>
                  <a:pt x="f294" y="f445"/>
                  <a:pt x="f292" y="f446"/>
                </a:cubicBezTo>
                <a:cubicBezTo>
                  <a:pt x="f308" y="f43"/>
                  <a:pt x="f300" y="f447"/>
                  <a:pt x="f448" y="f45"/>
                </a:cubicBezTo>
                <a:cubicBezTo>
                  <a:pt x="f448" y="f2"/>
                  <a:pt x="f449" y="f51"/>
                  <a:pt x="f317" y="f450"/>
                </a:cubicBezTo>
                <a:cubicBezTo>
                  <a:pt x="f300" y="f53"/>
                  <a:pt x="f316" y="f53"/>
                  <a:pt x="f308" y="f451"/>
                </a:cubicBezTo>
                <a:cubicBezTo>
                  <a:pt x="f298" y="f452"/>
                  <a:pt x="f453" y="f454"/>
                  <a:pt x="f437" y="f56"/>
                </a:cubicBezTo>
                <a:cubicBezTo>
                  <a:pt x="f455" y="f456"/>
                  <a:pt x="f285" y="f58"/>
                  <a:pt x="f455" y="f457"/>
                </a:cubicBezTo>
                <a:cubicBezTo>
                  <a:pt x="f337" y="f458"/>
                  <a:pt x="f455" y="f459"/>
                  <a:pt x="f430" y="f460"/>
                </a:cubicBezTo>
                <a:cubicBezTo>
                  <a:pt x="f461" y="f462"/>
                  <a:pt x="f279" y="f463"/>
                  <a:pt x="f464" y="f465"/>
                </a:cubicBezTo>
                <a:cubicBezTo>
                  <a:pt x="f464" y="f466"/>
                  <a:pt x="f464" y="f463"/>
                  <a:pt x="f467" y="f468"/>
                </a:cubicBezTo>
                <a:cubicBezTo>
                  <a:pt x="f467" y="f469"/>
                  <a:pt x="f470" y="f471"/>
                  <a:pt x="f271" y="f472"/>
                </a:cubicBezTo>
                <a:cubicBezTo>
                  <a:pt x="f473" y="f474"/>
                  <a:pt x="f475" y="f459"/>
                  <a:pt x="f476" y="f460"/>
                </a:cubicBezTo>
                <a:cubicBezTo>
                  <a:pt x="f477" y="f478"/>
                  <a:pt x="f479" y="f463"/>
                  <a:pt x="f480" y="f481"/>
                </a:cubicBezTo>
                <a:cubicBezTo>
                  <a:pt x="f480" y="f478"/>
                  <a:pt x="f480" y="f468"/>
                  <a:pt x="f480" y="f458"/>
                </a:cubicBezTo>
                <a:cubicBezTo>
                  <a:pt x="f480" y="f482"/>
                  <a:pt x="f480" y="f472"/>
                  <a:pt x="f260" y="f472"/>
                </a:cubicBezTo>
                <a:cubicBezTo>
                  <a:pt x="f483" y="f469"/>
                  <a:pt x="f484" y="f469"/>
                  <a:pt x="f485" y="f472"/>
                </a:cubicBezTo>
                <a:cubicBezTo>
                  <a:pt x="f256" y="f486"/>
                  <a:pt x="f253" y="f468"/>
                  <a:pt x="f487" y="f463"/>
                </a:cubicBezTo>
                <a:cubicBezTo>
                  <a:pt x="f250" y="f482"/>
                  <a:pt x="f487" y="f474"/>
                  <a:pt x="f488" y="f469"/>
                </a:cubicBezTo>
                <a:cubicBezTo>
                  <a:pt x="f489" y="f490"/>
                  <a:pt x="f491" y="f492"/>
                  <a:pt x="f493" y="f494"/>
                </a:cubicBezTo>
                <a:cubicBezTo>
                  <a:pt x="f495" y="f496"/>
                  <a:pt x="f497" y="f498"/>
                  <a:pt x="f499" y="f500"/>
                </a:cubicBezTo>
                <a:cubicBezTo>
                  <a:pt x="f501" y="f502"/>
                  <a:pt x="f377" y="f127"/>
                  <a:pt x="f8" y="f503"/>
                </a:cubicBezTo>
                <a:cubicBezTo>
                  <a:pt x="f504" y="f50"/>
                  <a:pt x="f504" y="f505"/>
                  <a:pt x="f506" y="f505"/>
                </a:cubicBezTo>
                <a:cubicBezTo>
                  <a:pt x="f506" y="f507"/>
                  <a:pt x="f506" y="f508"/>
                  <a:pt x="f509" y="f502"/>
                </a:cubicBezTo>
                <a:cubicBezTo>
                  <a:pt x="f510" y="f511"/>
                  <a:pt x="f512" y="f513"/>
                  <a:pt x="f514" y="f513"/>
                </a:cubicBezTo>
                <a:cubicBezTo>
                  <a:pt x="f515" y="f516"/>
                  <a:pt x="f515" y="f517"/>
                  <a:pt x="f518" y="f519"/>
                </a:cubicBezTo>
                <a:cubicBezTo>
                  <a:pt x="f520" y="f517"/>
                  <a:pt x="f521" y="f505"/>
                  <a:pt x="f522" y="f516"/>
                </a:cubicBezTo>
                <a:cubicBezTo>
                  <a:pt x="f522" y="f505"/>
                  <a:pt x="f523" y="f517"/>
                  <a:pt x="f523" y="f519"/>
                </a:cubicBezTo>
                <a:cubicBezTo>
                  <a:pt x="f524" y="f508"/>
                  <a:pt x="f525" y="f127"/>
                  <a:pt x="f526" y="f129"/>
                </a:cubicBezTo>
                <a:cubicBezTo>
                  <a:pt x="f527" y="f133"/>
                  <a:pt x="f528" y="f529"/>
                  <a:pt x="f530" y="f531"/>
                </a:cubicBezTo>
                <a:cubicBezTo>
                  <a:pt x="f532" y="f533"/>
                  <a:pt x="f534" y="f115"/>
                  <a:pt x="f535" y="f536"/>
                </a:cubicBezTo>
                <a:cubicBezTo>
                  <a:pt x="f537" y="f538"/>
                  <a:pt x="f539" y="f540"/>
                  <a:pt x="f541" y="f542"/>
                </a:cubicBezTo>
                <a:cubicBezTo>
                  <a:pt x="f543" y="f107"/>
                  <a:pt x="f544" y="f106"/>
                  <a:pt x="f545" y="f546"/>
                </a:cubicBezTo>
                <a:cubicBezTo>
                  <a:pt x="f547" y="f548"/>
                  <a:pt x="f549" y="f119"/>
                  <a:pt x="f550" y="f536"/>
                </a:cubicBezTo>
                <a:cubicBezTo>
                  <a:pt x="f551" y="f552"/>
                  <a:pt x="f553" y="f554"/>
                  <a:pt x="f555" y="f113"/>
                </a:cubicBezTo>
                <a:cubicBezTo>
                  <a:pt x="f556" y="f127"/>
                  <a:pt x="f557" y="f505"/>
                  <a:pt x="f558" y="f559"/>
                </a:cubicBezTo>
                <a:cubicBezTo>
                  <a:pt x="f560" y="f561"/>
                  <a:pt x="f562" y="f563"/>
                  <a:pt x="f564" y="f563"/>
                </a:cubicBezTo>
                <a:cubicBezTo>
                  <a:pt x="f565" y="f566"/>
                  <a:pt x="f567" y="f561"/>
                  <a:pt x="f567" y="f559"/>
                </a:cubicBezTo>
                <a:cubicBezTo>
                  <a:pt x="f567" y="f568"/>
                  <a:pt x="f569" y="f570"/>
                  <a:pt x="f565" y="f570"/>
                </a:cubicBezTo>
                <a:cubicBezTo>
                  <a:pt x="f571" y="f572"/>
                  <a:pt x="f573" y="f574"/>
                  <a:pt x="f551" y="f496"/>
                </a:cubicBezTo>
                <a:cubicBezTo>
                  <a:pt x="f558" y="f575"/>
                  <a:pt x="f576" y="f577"/>
                  <a:pt x="f578" y="f579"/>
                </a:cubicBezTo>
                <a:cubicBezTo>
                  <a:pt x="f580" y="f581"/>
                  <a:pt x="f582" y="f583"/>
                  <a:pt x="f584" y="f583"/>
                </a:cubicBezTo>
                <a:cubicBezTo>
                  <a:pt x="f584" y="f583"/>
                  <a:pt x="f585" y="f586"/>
                  <a:pt x="f587" y="f588"/>
                </a:cubicBezTo>
                <a:cubicBezTo>
                  <a:pt x="f589" y="f590"/>
                  <a:pt x="f591" y="f592"/>
                  <a:pt x="f578" y="f593"/>
                </a:cubicBezTo>
                <a:cubicBezTo>
                  <a:pt x="f594" y="f595"/>
                  <a:pt x="f578" y="f596"/>
                  <a:pt x="f562" y="f597"/>
                </a:cubicBezTo>
                <a:cubicBezTo>
                  <a:pt x="f580" y="f598"/>
                  <a:pt x="f567" y="f599"/>
                  <a:pt x="f587" y="f599"/>
                </a:cubicBezTo>
                <a:cubicBezTo>
                  <a:pt x="f600" y="f599"/>
                  <a:pt x="f601" y="f598"/>
                  <a:pt x="f602" y="f603"/>
                </a:cubicBezTo>
                <a:cubicBezTo>
                  <a:pt x="f604" y="f603"/>
                  <a:pt x="f605" y="f599"/>
                  <a:pt x="f606" y="f599"/>
                </a:cubicBezTo>
                <a:cubicBezTo>
                  <a:pt x="f601" y="f607"/>
                  <a:pt x="f565" y="f607"/>
                  <a:pt x="f562" y="f608"/>
                </a:cubicBezTo>
                <a:cubicBezTo>
                  <a:pt x="f609" y="f610"/>
                  <a:pt x="f551" y="f492"/>
                  <a:pt x="f560" y="f611"/>
                </a:cubicBezTo>
                <a:cubicBezTo>
                  <a:pt x="f612" y="f49"/>
                  <a:pt x="f613" y="f575"/>
                  <a:pt x="f612" y="f614"/>
                </a:cubicBezTo>
                <a:cubicBezTo>
                  <a:pt x="f612" y="f572"/>
                  <a:pt x="f612" y="f615"/>
                  <a:pt x="f612" y="f615"/>
                </a:cubicBezTo>
                <a:cubicBezTo>
                  <a:pt x="f616" y="f561"/>
                  <a:pt x="f556" y="f505"/>
                  <a:pt x="f617" y="f508"/>
                </a:cubicBezTo>
                <a:cubicBezTo>
                  <a:pt x="f618" y="f507"/>
                  <a:pt x="f619" y="f516"/>
                  <a:pt x="f620" y="f566"/>
                </a:cubicBezTo>
                <a:cubicBezTo>
                  <a:pt x="f556" y="f561"/>
                  <a:pt x="f556" y="f568"/>
                  <a:pt x="f556" y="f570"/>
                </a:cubicBezTo>
                <a:cubicBezTo>
                  <a:pt x="f621" y="f570"/>
                  <a:pt x="f617" y="f615"/>
                  <a:pt x="f622" y="f570"/>
                </a:cubicBezTo>
                <a:cubicBezTo>
                  <a:pt x="f623" y="f570"/>
                  <a:pt x="f624" y="f625"/>
                  <a:pt x="f626" y="f568"/>
                </a:cubicBezTo>
                <a:cubicBezTo>
                  <a:pt x="f624" y="f572"/>
                  <a:pt x="f627" y="f628"/>
                  <a:pt x="f629" y="f630"/>
                </a:cubicBezTo>
                <a:cubicBezTo>
                  <a:pt x="f629" y="f577"/>
                  <a:pt x="f631" y="f579"/>
                  <a:pt x="f617" y="f586"/>
                </a:cubicBezTo>
                <a:cubicBezTo>
                  <a:pt x="f618" y="f611"/>
                  <a:pt x="f619" y="f592"/>
                  <a:pt x="f556" y="f632"/>
                </a:cubicBezTo>
                <a:cubicBezTo>
                  <a:pt x="f556" y="f632"/>
                  <a:pt x="f620" y="f633"/>
                  <a:pt x="f619" y="f633"/>
                </a:cubicBezTo>
                <a:cubicBezTo>
                  <a:pt x="f617" y="f632"/>
                  <a:pt x="f627" y="f634"/>
                  <a:pt x="f624" y="f595"/>
                </a:cubicBezTo>
                <a:cubicBezTo>
                  <a:pt x="f635" y="f636"/>
                  <a:pt x="f629" y="f637"/>
                  <a:pt x="f638" y="f639"/>
                </a:cubicBezTo>
                <a:cubicBezTo>
                  <a:pt x="f640" y="f641"/>
                  <a:pt x="f642" y="f643"/>
                  <a:pt x="f644" y="f645"/>
                </a:cubicBezTo>
                <a:cubicBezTo>
                  <a:pt x="f646" y="f647"/>
                  <a:pt x="f629" y="f472"/>
                  <a:pt x="f648" y="f472"/>
                </a:cubicBezTo>
                <a:cubicBezTo>
                  <a:pt x="f649" y="f460"/>
                  <a:pt x="f650" y="f651"/>
                  <a:pt x="f652" y="f653"/>
                </a:cubicBezTo>
                <a:cubicBezTo>
                  <a:pt x="f654" y="f653"/>
                  <a:pt x="f655" y="f653"/>
                  <a:pt x="f656" y="f454"/>
                </a:cubicBezTo>
                <a:cubicBezTo>
                  <a:pt x="f657" y="f658"/>
                  <a:pt x="f659" y="f468"/>
                  <a:pt x="f660" y="f486"/>
                </a:cubicBezTo>
                <a:cubicBezTo>
                  <a:pt x="f661" y="f662"/>
                  <a:pt x="f663" y="f641"/>
                  <a:pt x="f664" y="f490"/>
                </a:cubicBezTo>
                <a:cubicBezTo>
                  <a:pt x="f664" y="f643"/>
                  <a:pt x="f664" y="f665"/>
                  <a:pt x="f664" y="f471"/>
                </a:cubicBezTo>
                <a:cubicBezTo>
                  <a:pt x="f666" y="f667"/>
                  <a:pt x="f668" y="f669"/>
                  <a:pt x="f670" y="f671"/>
                </a:cubicBezTo>
                <a:cubicBezTo>
                  <a:pt x="f672" y="f669"/>
                  <a:pt x="f672" y="f667"/>
                  <a:pt x="f673" y="f667"/>
                </a:cubicBezTo>
                <a:cubicBezTo>
                  <a:pt x="f673" y="f662"/>
                  <a:pt x="f673" y="f674"/>
                  <a:pt x="f675" y="f482"/>
                </a:cubicBezTo>
                <a:cubicBezTo>
                  <a:pt x="f675" y="f458"/>
                  <a:pt x="f676" y="f478"/>
                  <a:pt x="f677" y="f462"/>
                </a:cubicBezTo>
                <a:cubicBezTo>
                  <a:pt x="f678" y="f462"/>
                  <a:pt x="f679" y="f460"/>
                  <a:pt x="f680" y="f468"/>
                </a:cubicBezTo>
                <a:cubicBezTo>
                  <a:pt x="f681" y="f482"/>
                  <a:pt x="f682" y="f674"/>
                  <a:pt x="f683" y="f684"/>
                </a:cubicBezTo>
                <a:cubicBezTo>
                  <a:pt x="f685" y="f459"/>
                  <a:pt x="f686" y="f687"/>
                  <a:pt x="f688" y="f457"/>
                </a:cubicBezTo>
                <a:cubicBezTo>
                  <a:pt x="f689" y="f651"/>
                  <a:pt x="f690" y="f691"/>
                  <a:pt x="f692" y="f463"/>
                </a:cubicBezTo>
                <a:cubicBezTo>
                  <a:pt x="f693" y="f466"/>
                  <a:pt x="f694" y="f658"/>
                  <a:pt x="f695" y="f696"/>
                </a:cubicBezTo>
                <a:cubicBezTo>
                  <a:pt x="f697" y="f457"/>
                  <a:pt x="f698" y="f699"/>
                  <a:pt x="f700" y="f651"/>
                </a:cubicBezTo>
                <a:cubicBezTo>
                  <a:pt x="f701" y="f696"/>
                  <a:pt x="f702" y="f653"/>
                  <a:pt x="f703" y="f56"/>
                </a:cubicBezTo>
                <a:cubicBezTo>
                  <a:pt x="f704" y="f456"/>
                  <a:pt x="f705" y="f46"/>
                  <a:pt x="f706" y="f56"/>
                </a:cubicBezTo>
                <a:cubicBezTo>
                  <a:pt x="f707" y="f58"/>
                  <a:pt x="f708" y="f709"/>
                  <a:pt x="f707" y="f696"/>
                </a:cubicBezTo>
                <a:cubicBezTo>
                  <a:pt x="f705" y="f463"/>
                  <a:pt x="f710" y="f674"/>
                  <a:pt x="f711" y="f665"/>
                </a:cubicBezTo>
                <a:cubicBezTo>
                  <a:pt x="f711" y="f647"/>
                  <a:pt x="f712" y="f47"/>
                  <a:pt x="f713" y="f47"/>
                </a:cubicBezTo>
                <a:cubicBezTo>
                  <a:pt x="f714" y="f641"/>
                  <a:pt x="f714" y="f645"/>
                  <a:pt x="f715" y="f637"/>
                </a:cubicBezTo>
                <a:cubicBezTo>
                  <a:pt x="f716" y="f598"/>
                  <a:pt x="f716" y="f717"/>
                  <a:pt x="f718" y="f595"/>
                </a:cubicBezTo>
                <a:cubicBezTo>
                  <a:pt x="f718" y="f719"/>
                  <a:pt x="f720" y="f593"/>
                  <a:pt x="f720" y="f593"/>
                </a:cubicBezTo>
                <a:cubicBezTo>
                  <a:pt x="f721" y="f590"/>
                  <a:pt x="f722" y="f723"/>
                  <a:pt x="f724" y="f723"/>
                </a:cubicBezTo>
                <a:cubicBezTo>
                  <a:pt x="f725" y="f49"/>
                  <a:pt x="f722" y="f726"/>
                  <a:pt x="f721" y="f727"/>
                </a:cubicBezTo>
                <a:cubicBezTo>
                  <a:pt x="f728" y="f729"/>
                  <a:pt x="f730" y="f628"/>
                  <a:pt x="f731" y="f570"/>
                </a:cubicBezTo>
                <a:cubicBezTo>
                  <a:pt x="f731" y="f561"/>
                  <a:pt x="f732" y="f563"/>
                  <a:pt x="f733" y="f734"/>
                </a:cubicBezTo>
                <a:cubicBezTo>
                  <a:pt x="f735" y="f561"/>
                  <a:pt x="f736" y="f498"/>
                  <a:pt x="f735" y="f519"/>
                </a:cubicBezTo>
                <a:cubicBezTo>
                  <a:pt x="f737" y="f738"/>
                  <a:pt x="f739" y="f125"/>
                  <a:pt x="f737" y="f503"/>
                </a:cubicBezTo>
                <a:cubicBezTo>
                  <a:pt x="f735" y="f140"/>
                  <a:pt x="f740" y="f133"/>
                  <a:pt x="f739" y="f131"/>
                </a:cubicBezTo>
                <a:cubicBezTo>
                  <a:pt x="f740" y="f131"/>
                  <a:pt x="f737" y="f131"/>
                  <a:pt x="f735" y="f531"/>
                </a:cubicBezTo>
                <a:cubicBezTo>
                  <a:pt x="f741" y="f113"/>
                  <a:pt x="f742" y="f533"/>
                  <a:pt x="f743" y="f744"/>
                </a:cubicBezTo>
                <a:cubicBezTo>
                  <a:pt x="f745" y="f121"/>
                  <a:pt x="f742" y="f746"/>
                  <a:pt x="f741" y="f536"/>
                </a:cubicBezTo>
                <a:cubicBezTo>
                  <a:pt x="f740" y="f747"/>
                  <a:pt x="f748" y="f749"/>
                  <a:pt x="f731" y="f548"/>
                </a:cubicBezTo>
                <a:cubicBezTo>
                  <a:pt x="f748" y="f150"/>
                  <a:pt x="f748" y="f750"/>
                  <a:pt x="f751" y="f752"/>
                </a:cubicBezTo>
                <a:cubicBezTo>
                  <a:pt x="f753" y="f105"/>
                  <a:pt x="f754" y="f755"/>
                  <a:pt x="f714" y="f756"/>
                </a:cubicBezTo>
                <a:cubicBezTo>
                  <a:pt x="f720" y="f756"/>
                  <a:pt x="f757" y="f758"/>
                  <a:pt x="f716" y="f101"/>
                </a:cubicBezTo>
                <a:cubicBezTo>
                  <a:pt x="f715" y="f94"/>
                  <a:pt x="f759" y="f760"/>
                  <a:pt x="f761" y="f171"/>
                </a:cubicBezTo>
                <a:cubicBezTo>
                  <a:pt x="f762" y="f92"/>
                  <a:pt x="f725" y="f90"/>
                  <a:pt x="f725" y="f178"/>
                </a:cubicBezTo>
                <a:cubicBezTo>
                  <a:pt x="f763" y="f764"/>
                  <a:pt x="f722" y="f765"/>
                  <a:pt x="f754" y="f766"/>
                </a:cubicBezTo>
                <a:cubicBezTo>
                  <a:pt x="f721" y="f767"/>
                  <a:pt x="f721" y="f767"/>
                  <a:pt x="f768" y="f162"/>
                </a:cubicBezTo>
                <a:cubicBezTo>
                  <a:pt x="f768" y="f769"/>
                  <a:pt x="f768" y="f186"/>
                  <a:pt x="f768" y="f770"/>
                </a:cubicBezTo>
                <a:cubicBezTo>
                  <a:pt x="f771" y="f770"/>
                  <a:pt x="f772" y="f770"/>
                  <a:pt x="f736" y="f770"/>
                </a:cubicBezTo>
                <a:cubicBezTo>
                  <a:pt x="f773" y="f55"/>
                  <a:pt x="f735" y="f774"/>
                  <a:pt x="f737" y="f195"/>
                </a:cubicBezTo>
                <a:cubicBezTo>
                  <a:pt x="f741" y="f195"/>
                  <a:pt x="f745" y="f195"/>
                  <a:pt x="f775" y="f776"/>
                </a:cubicBezTo>
                <a:cubicBezTo>
                  <a:pt x="f777" y="f57"/>
                  <a:pt x="f778" y="f779"/>
                  <a:pt x="f780" y="f781"/>
                </a:cubicBezTo>
                <a:cubicBezTo>
                  <a:pt x="f782" y="f781"/>
                  <a:pt x="f783" y="f198"/>
                  <a:pt x="f784" y="f81"/>
                </a:cubicBezTo>
                <a:cubicBezTo>
                  <a:pt x="f783" y="f200"/>
                  <a:pt x="f785" y="f786"/>
                  <a:pt x="f787" y="f788"/>
                </a:cubicBezTo>
                <a:cubicBezTo>
                  <a:pt x="f789" y="f790"/>
                  <a:pt x="f743" y="f791"/>
                  <a:pt x="f737" y="f206"/>
                </a:cubicBezTo>
                <a:cubicBezTo>
                  <a:pt x="f792" y="f793"/>
                  <a:pt x="f745" y="f794"/>
                  <a:pt x="f795" y="f796"/>
                </a:cubicBezTo>
                <a:cubicBezTo>
                  <a:pt x="f775" y="f797"/>
                  <a:pt x="f795" y="f798"/>
                  <a:pt x="f743" y="f78"/>
                </a:cubicBezTo>
                <a:cubicBezTo>
                  <a:pt x="f795" y="f799"/>
                  <a:pt x="f800" y="f801"/>
                  <a:pt x="f775" y="f802"/>
                </a:cubicBezTo>
                <a:cubicBezTo>
                  <a:pt x="f743" y="f803"/>
                  <a:pt x="f804" y="f221"/>
                  <a:pt x="f805" y="f806"/>
                </a:cubicBezTo>
                <a:cubicBezTo>
                  <a:pt x="f795" y="f224"/>
                  <a:pt x="f735" y="f807"/>
                  <a:pt x="f808" y="f809"/>
                </a:cubicBezTo>
                <a:cubicBezTo>
                  <a:pt x="f771" y="f806"/>
                  <a:pt x="f732" y="f810"/>
                  <a:pt x="f768" y="f811"/>
                </a:cubicBezTo>
                <a:cubicBezTo>
                  <a:pt x="f768" y="f75"/>
                  <a:pt x="f751" y="f222"/>
                  <a:pt x="f724" y="f809"/>
                </a:cubicBezTo>
                <a:cubicBezTo>
                  <a:pt x="f721" y="f75"/>
                  <a:pt x="f714" y="f72"/>
                  <a:pt x="f812" y="f813"/>
                </a:cubicBezTo>
                <a:cubicBezTo>
                  <a:pt x="f713" y="f75"/>
                  <a:pt x="f712" y="f814"/>
                  <a:pt x="f815" y="f816"/>
                </a:cubicBezTo>
                <a:cubicBezTo>
                  <a:pt x="f710" y="f817"/>
                  <a:pt x="f708" y="f818"/>
                  <a:pt x="f707" y="f819"/>
                </a:cubicBezTo>
                <a:cubicBezTo>
                  <a:pt x="f820" y="f806"/>
                  <a:pt x="f821" y="f72"/>
                  <a:pt x="f703" y="f822"/>
                </a:cubicBezTo>
                <a:cubicBezTo>
                  <a:pt x="f823" y="f824"/>
                  <a:pt x="f825" y="f826"/>
                  <a:pt x="f827" y="f828"/>
                </a:cubicBezTo>
                <a:cubicBezTo>
                  <a:pt x="f829" y="f793"/>
                  <a:pt x="f827" y="f830"/>
                  <a:pt x="f831" y="f203"/>
                </a:cubicBezTo>
                <a:cubicBezTo>
                  <a:pt x="f831" y="f832"/>
                  <a:pt x="f833" y="f59"/>
                  <a:pt x="f834" y="f788"/>
                </a:cubicBezTo>
                <a:cubicBezTo>
                  <a:pt x="f701" y="f835"/>
                  <a:pt x="f697" y="f57"/>
                  <a:pt x="f836" y="f837"/>
                </a:cubicBezTo>
                <a:cubicBezTo>
                  <a:pt x="f693" y="f776"/>
                  <a:pt x="f838" y="f776"/>
                  <a:pt x="f692" y="f776"/>
                </a:cubicBezTo>
                <a:cubicBezTo>
                  <a:pt x="f839" y="f195"/>
                  <a:pt x="f840" y="f841"/>
                  <a:pt x="f688" y="f842"/>
                </a:cubicBezTo>
                <a:cubicBezTo>
                  <a:pt x="f843" y="f844"/>
                  <a:pt x="f845" y="f770"/>
                  <a:pt x="f846" y="f84"/>
                </a:cubicBezTo>
                <a:cubicBezTo>
                  <a:pt x="f678" y="f192"/>
                  <a:pt x="f847" y="f192"/>
                  <a:pt x="f848" y="f186"/>
                </a:cubicBezTo>
                <a:cubicBezTo>
                  <a:pt x="f663" y="f837"/>
                  <a:pt x="f849" y="f781"/>
                  <a:pt x="f850" y="f203"/>
                </a:cubicBezTo>
                <a:cubicBezTo>
                  <a:pt x="f851" y="f826"/>
                  <a:pt x="f843" y="f72"/>
                  <a:pt x="f693" y="f816"/>
                </a:cubicBezTo>
                <a:cubicBezTo>
                  <a:pt x="f829" y="f852"/>
                  <a:pt x="f710" y="f853"/>
                  <a:pt x="f721" y="f259"/>
                </a:cubicBezTo>
                <a:cubicBezTo>
                  <a:pt x="f732" y="f266"/>
                  <a:pt x="f740" y="f271"/>
                  <a:pt x="f743" y="f854"/>
                </a:cubicBezTo>
                <a:cubicBezTo>
                  <a:pt x="f804" y="f855"/>
                  <a:pt x="f856" y="f857"/>
                  <a:pt x="f783" y="f858"/>
                </a:cubicBezTo>
                <a:cubicBezTo>
                  <a:pt x="f859" y="f285"/>
                  <a:pt x="f860" y="f285"/>
                  <a:pt x="f861" y="f335"/>
                </a:cubicBezTo>
                <a:cubicBezTo>
                  <a:pt x="f862" y="f863"/>
                  <a:pt x="f864" y="f280"/>
                  <a:pt x="f865" y="f866"/>
                </a:cubicBezTo>
                <a:cubicBezTo>
                  <a:pt x="f867" y="f868"/>
                  <a:pt x="f867" y="f869"/>
                  <a:pt x="f870" y="f871"/>
                </a:cubicBezTo>
                <a:cubicBezTo>
                  <a:pt x="f872" y="f273"/>
                  <a:pt x="f7" y="f873"/>
                  <a:pt x="f874" y="f283"/>
                </a:cubicBezTo>
                <a:cubicBezTo>
                  <a:pt x="f864" y="f284"/>
                  <a:pt x="f870" y="f875"/>
                  <a:pt x="f876" y="f435"/>
                </a:cubicBezTo>
                <a:cubicBezTo>
                  <a:pt x="f877" y="f286"/>
                  <a:pt x="f860" y="f333"/>
                  <a:pt x="f878" y="f286"/>
                </a:cubicBezTo>
                <a:cubicBezTo>
                  <a:pt x="f879" y="f286"/>
                  <a:pt x="f859" y="f333"/>
                  <a:pt x="f880" y="f337"/>
                </a:cubicBezTo>
                <a:cubicBezTo>
                  <a:pt x="f881" y="f453"/>
                  <a:pt x="f882" y="f883"/>
                  <a:pt x="f884" y="f320"/>
                </a:cubicBezTo>
                <a:cubicBezTo>
                  <a:pt x="f885" y="f886"/>
                  <a:pt x="f887" y="f888"/>
                  <a:pt x="f876" y="f889"/>
                </a:cubicBezTo>
                <a:cubicBezTo>
                  <a:pt x="f890" y="f398"/>
                  <a:pt x="f887" y="f891"/>
                  <a:pt x="f892" y="f893"/>
                </a:cubicBezTo>
                <a:cubicBezTo>
                  <a:pt x="f894" y="f501"/>
                  <a:pt x="f895" y="f8"/>
                  <a:pt x="f896" y="f377"/>
                </a:cubicBezTo>
                <a:cubicBezTo>
                  <a:pt x="f897" y="f898"/>
                  <a:pt x="f899" y="f379"/>
                  <a:pt x="f900" y="f901"/>
                </a:cubicBezTo>
                <a:cubicBezTo>
                  <a:pt x="f902" y="f368"/>
                  <a:pt x="f900" y="f366"/>
                  <a:pt x="f899" y="f497"/>
                </a:cubicBezTo>
                <a:cubicBezTo>
                  <a:pt x="f903" y="f904"/>
                  <a:pt x="f905" y="f906"/>
                  <a:pt x="f907" y="f399"/>
                </a:cubicBezTo>
                <a:cubicBezTo>
                  <a:pt x="f908" y="f398"/>
                  <a:pt x="f908" y="f909"/>
                  <a:pt x="f897" y="f373"/>
                </a:cubicBezTo>
                <a:cubicBezTo>
                  <a:pt x="f907" y="f910"/>
                  <a:pt x="f860" y="f898"/>
                  <a:pt x="f911" y="f912"/>
                </a:cubicBezTo>
                <a:cubicBezTo>
                  <a:pt x="f861" y="f381"/>
                  <a:pt x="f913" y="f398"/>
                  <a:pt x="f914" y="f400"/>
                </a:cubicBezTo>
                <a:cubicBezTo>
                  <a:pt x="f861" y="f345"/>
                  <a:pt x="f915" y="f916"/>
                  <a:pt x="f860" y="f420"/>
                </a:cubicBezTo>
                <a:cubicBezTo>
                  <a:pt x="f917" y="f300"/>
                  <a:pt x="f881" y="f303"/>
                  <a:pt x="f918" y="f294"/>
                </a:cubicBezTo>
                <a:cubicBezTo>
                  <a:pt x="f903" y="f919"/>
                  <a:pt x="f920" y="f875"/>
                  <a:pt x="f921" y="f858"/>
                </a:cubicBezTo>
                <a:cubicBezTo>
                  <a:pt x="f745" y="f922"/>
                  <a:pt x="f740" y="f923"/>
                  <a:pt x="f924" y="f271"/>
                </a:cubicBezTo>
                <a:cubicBezTo>
                  <a:pt x="f718" y="f259"/>
                  <a:pt x="f925" y="f926"/>
                  <a:pt x="f694" y="f927"/>
                </a:cubicBezTo>
                <a:cubicBezTo>
                  <a:pt x="f928" y="f929"/>
                  <a:pt x="f851" y="f930"/>
                  <a:pt x="f673" y="f931"/>
                </a:cubicBezTo>
                <a:cubicBezTo>
                  <a:pt x="f932" y="f933"/>
                  <a:pt x="f934" y="f83"/>
                  <a:pt x="f659" y="f769"/>
                </a:cubicBezTo>
                <a:cubicBezTo>
                  <a:pt x="f935" y="f936"/>
                  <a:pt x="f937" y="f162"/>
                  <a:pt x="f938" y="f767"/>
                </a:cubicBezTo>
                <a:cubicBezTo>
                  <a:pt x="f939" y="f165"/>
                  <a:pt x="f940" y="f176"/>
                  <a:pt x="f941" y="f758"/>
                </a:cubicBezTo>
                <a:cubicBezTo>
                  <a:pt x="f942" y="f99"/>
                  <a:pt x="f943" y="f99"/>
                  <a:pt x="f944" y="f90"/>
                </a:cubicBezTo>
                <a:cubicBezTo>
                  <a:pt x="f945" y="f167"/>
                  <a:pt x="f946" y="f765"/>
                  <a:pt x="f947" y="f948"/>
                </a:cubicBezTo>
                <a:cubicBezTo>
                  <a:pt x="f947" y="f159"/>
                  <a:pt x="f947" y="f86"/>
                  <a:pt x="f947" y="f182"/>
                </a:cubicBezTo>
                <a:cubicBezTo>
                  <a:pt x="f946" y="f949"/>
                  <a:pt x="f950" y="f951"/>
                  <a:pt x="f952" y="f767"/>
                </a:cubicBezTo>
                <a:cubicBezTo>
                  <a:pt x="f953" y="f162"/>
                  <a:pt x="f954" y="f162"/>
                  <a:pt x="f954" y="f194"/>
                </a:cubicBezTo>
                <a:cubicBezTo>
                  <a:pt x="f954" y="f770"/>
                  <a:pt x="f955" y="f956"/>
                  <a:pt x="f957" y="f844"/>
                </a:cubicBezTo>
                <a:cubicBezTo>
                  <a:pt x="f955" y="f774"/>
                  <a:pt x="f958" y="f841"/>
                  <a:pt x="f942" y="f776"/>
                </a:cubicBezTo>
                <a:cubicBezTo>
                  <a:pt x="f953" y="f83"/>
                  <a:pt x="f959" y="f960"/>
                  <a:pt x="f535" y="f961"/>
                </a:cubicBezTo>
                <a:cubicBezTo>
                  <a:pt x="f962" y="f779"/>
                  <a:pt x="f963" y="f57"/>
                  <a:pt x="f964" y="f788"/>
                </a:cubicBezTo>
                <a:cubicBezTo>
                  <a:pt x="f965" y="f203"/>
                  <a:pt x="f541" y="f966"/>
                  <a:pt x="f967" y="f931"/>
                </a:cubicBezTo>
                <a:cubicBezTo>
                  <a:pt x="f539" y="f796"/>
                  <a:pt x="f963" y="f968"/>
                  <a:pt x="f947" y="f63"/>
                </a:cubicBezTo>
                <a:cubicBezTo>
                  <a:pt x="f969" y="f801"/>
                  <a:pt x="f965" y="f970"/>
                  <a:pt x="f971" y="f972"/>
                </a:cubicBezTo>
                <a:cubicBezTo>
                  <a:pt x="f544" y="f66"/>
                  <a:pt x="f604" y="f803"/>
                  <a:pt x="f605" y="f807"/>
                </a:cubicBezTo>
                <a:cubicBezTo>
                  <a:pt x="f605" y="f219"/>
                  <a:pt x="f973" y="f221"/>
                  <a:pt x="f543" y="f73"/>
                </a:cubicBezTo>
                <a:cubicBezTo>
                  <a:pt x="f974" y="f75"/>
                  <a:pt x="f974" y="f810"/>
                  <a:pt x="f975" y="f814"/>
                </a:cubicBezTo>
                <a:cubicBezTo>
                  <a:pt x="f976" y="f929"/>
                  <a:pt x="f965" y="f818"/>
                  <a:pt x="f977" y="f817"/>
                </a:cubicBezTo>
                <a:cubicBezTo>
                  <a:pt x="f978" y="f979"/>
                  <a:pt x="f606" y="f980"/>
                  <a:pt x="f947" y="f981"/>
                </a:cubicBezTo>
                <a:cubicBezTo>
                  <a:pt x="f976" y="f982"/>
                  <a:pt x="f543" y="f231"/>
                  <a:pt x="f977" y="f233"/>
                </a:cubicBezTo>
                <a:cubicBezTo>
                  <a:pt x="f544" y="f983"/>
                  <a:pt x="f964" y="f237"/>
                  <a:pt x="f984" y="f239"/>
                </a:cubicBezTo>
                <a:cubicBezTo>
                  <a:pt x="f601" y="f985"/>
                  <a:pt x="f545" y="f242"/>
                  <a:pt x="f601" y="f986"/>
                </a:cubicBezTo>
                <a:cubicBezTo>
                  <a:pt x="f984" y="f243"/>
                  <a:pt x="f964" y="f243"/>
                  <a:pt x="f978" y="f243"/>
                </a:cubicBezTo>
                <a:cubicBezTo>
                  <a:pt x="f963" y="f987"/>
                  <a:pt x="f974" y="f242"/>
                  <a:pt x="f537" y="f988"/>
                </a:cubicBezTo>
                <a:cubicBezTo>
                  <a:pt x="f989" y="f990"/>
                  <a:pt x="f952" y="f988"/>
                  <a:pt x="f952" y="f991"/>
                </a:cubicBezTo>
                <a:cubicBezTo>
                  <a:pt x="f952" y="f992"/>
                  <a:pt x="f953" y="f245"/>
                  <a:pt x="f941" y="f992"/>
                </a:cubicBezTo>
                <a:cubicBezTo>
                  <a:pt x="f530" y="f991"/>
                  <a:pt x="f530" y="f991"/>
                  <a:pt x="f993" y="f994"/>
                </a:cubicBezTo>
                <a:cubicBezTo>
                  <a:pt x="f524" y="f233"/>
                  <a:pt x="f995" y="f996"/>
                  <a:pt x="f997" y="f998"/>
                </a:cubicBezTo>
                <a:cubicBezTo>
                  <a:pt x="f999" y="f1000"/>
                  <a:pt x="f1001" y="f226"/>
                  <a:pt x="f1002" y="f1003"/>
                </a:cubicBezTo>
                <a:cubicBezTo>
                  <a:pt x="f1004" y="f814"/>
                  <a:pt x="f1005" y="f1003"/>
                  <a:pt x="f1005" y="f1006"/>
                </a:cubicBezTo>
                <a:cubicBezTo>
                  <a:pt x="f1007" y="f1008"/>
                  <a:pt x="f1009" y="f230"/>
                  <a:pt x="f518" y="f982"/>
                </a:cubicBezTo>
                <a:cubicBezTo>
                  <a:pt x="f1010" y="f234"/>
                  <a:pt x="f1011" y="f1012"/>
                  <a:pt x="f1013" y="f988"/>
                </a:cubicBezTo>
                <a:cubicBezTo>
                  <a:pt x="f520" y="f991"/>
                  <a:pt x="f1014" y="f1015"/>
                  <a:pt x="f1016" y="f1017"/>
                </a:cubicBezTo>
                <a:cubicBezTo>
                  <a:pt x="f1018" y="f249"/>
                  <a:pt x="f1018" y="f853"/>
                  <a:pt x="f1018" y="f853"/>
                </a:cubicBezTo>
                <a:cubicBezTo>
                  <a:pt x="f1018" y="f1019"/>
                  <a:pt x="f1018" y="f1020"/>
                  <a:pt x="f1018" y="f1021"/>
                </a:cubicBezTo>
                <a:cubicBezTo>
                  <a:pt x="f1010" y="f1022"/>
                  <a:pt x="f1002" y="f262"/>
                  <a:pt x="f518" y="f266"/>
                </a:cubicBezTo>
                <a:cubicBezTo>
                  <a:pt x="f1004" y="f264"/>
                  <a:pt x="f1023" y="f479"/>
                  <a:pt x="f512" y="f260"/>
                </a:cubicBezTo>
                <a:cubicBezTo>
                  <a:pt x="f1024" y="f1022"/>
                  <a:pt x="f1024" y="f483"/>
                  <a:pt x="f1025" y="f1026"/>
                </a:cubicBezTo>
                <a:cubicBezTo>
                  <a:pt x="f1025" y="f483"/>
                  <a:pt x="f1027" y="f483"/>
                  <a:pt x="f1028" y="f483"/>
                </a:cubicBezTo>
                <a:cubicBezTo>
                  <a:pt x="f1028" y="f1029"/>
                  <a:pt x="f1027" y="f265"/>
                  <a:pt x="f1028" y="f475"/>
                </a:cubicBezTo>
                <a:cubicBezTo>
                  <a:pt x="f1028" y="f268"/>
                  <a:pt x="f1028" y="f871"/>
                  <a:pt x="f510" y="f871"/>
                </a:cubicBezTo>
                <a:cubicBezTo>
                  <a:pt x="f1030" y="f270"/>
                  <a:pt x="f1031" y="f871"/>
                  <a:pt x="f509" y="f473"/>
                </a:cubicBezTo>
                <a:cubicBezTo>
                  <a:pt x="f1032" y="f1033"/>
                  <a:pt x="f1034" y="f1035"/>
                  <a:pt x="f1036" y="f475"/>
                </a:cubicBezTo>
                <a:cubicBezTo>
                  <a:pt x="f1037" y="f871"/>
                  <a:pt x="f504" y="f1038"/>
                  <a:pt x="f1039" y="f470"/>
                </a:cubicBezTo>
                <a:cubicBezTo>
                  <a:pt x="f1040" y="f279"/>
                  <a:pt x="f8" y="f279"/>
                  <a:pt x="f910" y="f276"/>
                </a:cubicBezTo>
                <a:cubicBezTo>
                  <a:pt x="f1041" y="f467"/>
                  <a:pt x="f1042" y="f470"/>
                  <a:pt x="f379" y="f464"/>
                </a:cubicBezTo>
                <a:cubicBezTo>
                  <a:pt x="f1043" y="f467"/>
                  <a:pt x="f375" y="f1044"/>
                  <a:pt x="f912" y="f923"/>
                </a:cubicBezTo>
                <a:cubicBezTo>
                  <a:pt x="f893" y="f855"/>
                  <a:pt x="f371" y="f432"/>
                  <a:pt x="f1045" y="f433"/>
                </a:cubicBezTo>
                <a:cubicBezTo>
                  <a:pt x="f391" y="f432"/>
                  <a:pt x="f497" y="f855"/>
                  <a:pt x="f906" y="f279"/>
                </a:cubicBezTo>
                <a:cubicBezTo>
                  <a:pt x="f400" y="f276"/>
                  <a:pt x="f408" y="f274"/>
                  <a:pt x="f1046" y="f277"/>
                </a:cubicBezTo>
                <a:cubicBezTo>
                  <a:pt x="f1047" y="f854"/>
                  <a:pt x="f350" y="f873"/>
                  <a:pt x="f1048" y="f467"/>
                </a:cubicBezTo>
                <a:cubicBezTo>
                  <a:pt x="f1049" y="f273"/>
                  <a:pt x="f345" y="f869"/>
                  <a:pt x="f345" y="f268"/>
                </a:cubicBezTo>
                <a:cubicBezTo>
                  <a:pt x="f1050" y="f1051"/>
                  <a:pt x="f412" y="f871"/>
                  <a:pt x="f1052" y="f270"/>
                </a:cubicBezTo>
                <a:cubicBezTo>
                  <a:pt x="f1053" y="f869"/>
                  <a:pt x="f413" y="f1054"/>
                  <a:pt x="f1055" y="f271"/>
                </a:cubicBezTo>
                <a:cubicBezTo>
                  <a:pt x="f886" y="f489"/>
                  <a:pt x="f1056" y="f473"/>
                  <a:pt x="f1056" y="f1035"/>
                </a:cubicBezTo>
                <a:cubicBezTo>
                  <a:pt x="f1057" y="f1058"/>
                  <a:pt x="f1059" y="f476"/>
                  <a:pt x="f1060" y="f262"/>
                </a:cubicBezTo>
                <a:cubicBezTo>
                  <a:pt x="f342" y="f262"/>
                  <a:pt x="f342" y="f480"/>
                  <a:pt x="f342" y="f483"/>
                </a:cubicBezTo>
                <a:cubicBezTo>
                  <a:pt x="f342" y="f259"/>
                  <a:pt x="f342" y="f485"/>
                  <a:pt x="f342" y="f1061"/>
                </a:cubicBezTo>
                <a:cubicBezTo>
                  <a:pt x="f319" y="f485"/>
                  <a:pt x="f322" y="f259"/>
                  <a:pt x="f883" y="f1022"/>
                </a:cubicBezTo>
                <a:cubicBezTo>
                  <a:pt x="f883" y="f1062"/>
                  <a:pt x="f315" y="f1063"/>
                  <a:pt x="f315" y="f253"/>
                </a:cubicBezTo>
                <a:cubicBezTo>
                  <a:pt x="f315" y="f252"/>
                  <a:pt x="f301" y="f250"/>
                  <a:pt x="f883" y="f249"/>
                </a:cubicBezTo>
                <a:cubicBezTo>
                  <a:pt x="f883" y="f247"/>
                  <a:pt x="f306" y="f992"/>
                  <a:pt x="f493" y="f1064"/>
                </a:cubicBezTo>
                <a:cubicBezTo>
                  <a:pt x="f315" y="f991"/>
                  <a:pt x="f305" y="f991"/>
                  <a:pt x="f312" y="f1065"/>
                </a:cubicBezTo>
                <a:cubicBezTo>
                  <a:pt x="f312" y="f986"/>
                  <a:pt x="f305" y="f1066"/>
                  <a:pt x="f301" y="f239"/>
                </a:cubicBezTo>
                <a:cubicBezTo>
                  <a:pt x="f308" y="f1067"/>
                  <a:pt x="f322" y="f1068"/>
                  <a:pt x="f448" y="f1069"/>
                </a:cubicBezTo>
                <a:cubicBezTo>
                  <a:pt x="f417" y="f1070"/>
                  <a:pt x="f416" y="f817"/>
                  <a:pt x="f1071" y="f819"/>
                </a:cubicBezTo>
                <a:cubicBezTo>
                  <a:pt x="f342" y="f814"/>
                  <a:pt x="f1072" y="f809"/>
                  <a:pt x="f1073" y="f1074"/>
                </a:cubicBezTo>
                <a:cubicBezTo>
                  <a:pt x="f420" y="f806"/>
                  <a:pt x="f448" y="f1074"/>
                  <a:pt x="f449" y="f809"/>
                </a:cubicBezTo>
                <a:cubicBezTo>
                  <a:pt x="f299" y="f814"/>
                  <a:pt x="f308" y="f818"/>
                  <a:pt x="f303" y="f1000"/>
                </a:cubicBezTo>
                <a:cubicBezTo>
                  <a:pt x="f296" y="f998"/>
                  <a:pt x="f1075" y="f982"/>
                  <a:pt x="f286" y="f927"/>
                </a:cubicBezTo>
                <a:cubicBezTo>
                  <a:pt x="f455" y="f983"/>
                  <a:pt x="f1076" y="f994"/>
                  <a:pt x="f1077" y="f1067"/>
                </a:cubicBezTo>
                <a:cubicBezTo>
                  <a:pt x="f284" y="f1078"/>
                  <a:pt x="f430" y="f1068"/>
                  <a:pt x="f1079" y="f233"/>
                </a:cubicBezTo>
                <a:cubicBezTo>
                  <a:pt x="f431" y="f234"/>
                  <a:pt x="f277" y="f994"/>
                  <a:pt x="f866" y="f1067"/>
                </a:cubicBezTo>
                <a:cubicBezTo>
                  <a:pt x="f1038" y="f235"/>
                  <a:pt x="f1054" y="f235"/>
                  <a:pt x="f489" y="f1067"/>
                </a:cubicBezTo>
                <a:cubicBezTo>
                  <a:pt x="f270" y="f994"/>
                  <a:pt x="f489" y="f927"/>
                  <a:pt x="f489" y="f1078"/>
                </a:cubicBezTo>
                <a:cubicBezTo>
                  <a:pt x="f1054" y="f998"/>
                  <a:pt x="f271" y="f818"/>
                  <a:pt x="f1080" y="f222"/>
                </a:cubicBezTo>
                <a:cubicBezTo>
                  <a:pt x="f1054" y="f222"/>
                  <a:pt x="f489" y="f810"/>
                  <a:pt x="f473" y="f810"/>
                </a:cubicBezTo>
                <a:cubicBezTo>
                  <a:pt x="f268" y="f72"/>
                  <a:pt x="f473" y="f813"/>
                  <a:pt x="f489" y="f77"/>
                </a:cubicBezTo>
                <a:cubicBezTo>
                  <a:pt x="f274" y="f826"/>
                  <a:pt x="f1081" y="f1082"/>
                  <a:pt x="f475" y="f797"/>
                </a:cubicBezTo>
                <a:cubicBezTo>
                  <a:pt x="f266" y="f968"/>
                  <a:pt x="f265" y="f968"/>
                  <a:pt x="f477" y="f796"/>
                </a:cubicBezTo>
                <a:cubicBezTo>
                  <a:pt x="f265" y="f1083"/>
                  <a:pt x="f489" y="f203"/>
                  <a:pt x="f470" y="f933"/>
                </a:cubicBezTo>
                <a:cubicBezTo>
                  <a:pt x="f271" y="f198"/>
                  <a:pt x="f1080" y="f1084"/>
                  <a:pt x="f470" y="f961"/>
                </a:cubicBezTo>
                <a:cubicBezTo>
                  <a:pt x="f873" y="f197"/>
                  <a:pt x="f1085" y="f960"/>
                  <a:pt x="f1086" y="f83"/>
                </a:cubicBezTo>
                <a:cubicBezTo>
                  <a:pt x="f1087" y="f1088"/>
                  <a:pt x="f1089" y="f776"/>
                  <a:pt x="f284" y="f841"/>
                </a:cubicBezTo>
                <a:cubicBezTo>
                  <a:pt x="f1089" y="f844"/>
                  <a:pt x="f1087" y="f770"/>
                  <a:pt x="f1086" y="f84"/>
                </a:cubicBezTo>
                <a:cubicBezTo>
                  <a:pt x="f1085" y="f192"/>
                  <a:pt x="f873" y="f186"/>
                  <a:pt x="f470" y="f936"/>
                </a:cubicBezTo>
                <a:cubicBezTo>
                  <a:pt x="f866" y="f162"/>
                  <a:pt x="f271" y="f949"/>
                  <a:pt x="f271" y="f86"/>
                </a:cubicBezTo>
                <a:cubicBezTo>
                  <a:pt x="f868" y="f1090"/>
                  <a:pt x="f273" y="f165"/>
                  <a:pt x="f1081" y="f1091"/>
                </a:cubicBezTo>
                <a:cubicBezTo>
                  <a:pt x="f1044" y="f1092"/>
                  <a:pt x="f280" y="f54"/>
                  <a:pt x="f282" y="f760"/>
                </a:cubicBezTo>
                <a:cubicBezTo>
                  <a:pt x="f279" y="f752"/>
                  <a:pt x="f1085" y="f750"/>
                  <a:pt x="f433" y="f148"/>
                </a:cubicBezTo>
                <a:cubicBezTo>
                  <a:pt x="f1077" y="f542"/>
                  <a:pt x="f1093" y="f109"/>
                  <a:pt x="f1087" y="f749"/>
                </a:cubicBezTo>
                <a:cubicBezTo>
                  <a:pt x="f1077" y="f117"/>
                  <a:pt x="f285" y="f143"/>
                  <a:pt x="f919" y="f538"/>
                </a:cubicBezTo>
                <a:cubicBezTo>
                  <a:pt x="f437" y="f536"/>
                  <a:pt x="f437" y="f746"/>
                  <a:pt x="f1094" y="f121"/>
                </a:cubicBezTo>
                <a:cubicBezTo>
                  <a:pt x="f289" y="f121"/>
                  <a:pt x="f1075" y="f121"/>
                  <a:pt x="f453" y="f115"/>
                </a:cubicBezTo>
                <a:cubicBezTo>
                  <a:pt x="f1095" y="f1096"/>
                  <a:pt x="f291" y="f554"/>
                  <a:pt x="f1095" y="f113"/>
                </a:cubicBezTo>
                <a:cubicBezTo>
                  <a:pt x="f296" y="f529"/>
                  <a:pt x="f443" y="f1097"/>
                  <a:pt x="f290" y="f136"/>
                </a:cubicBezTo>
                <a:cubicBezTo>
                  <a:pt x="f298" y="f508"/>
                  <a:pt x="f493" y="f1098"/>
                  <a:pt x="f1099" y="f1098"/>
                </a:cubicBezTo>
                <a:cubicBezTo>
                  <a:pt x="f448" y="f503"/>
                  <a:pt x="f448" y="f502"/>
                  <a:pt x="f320" y="f50"/>
                </a:cubicBezTo>
                <a:cubicBezTo>
                  <a:pt x="f1071" y="f502"/>
                  <a:pt x="f1059" y="f140"/>
                  <a:pt x="f1100" y="f1097"/>
                </a:cubicBezTo>
                <a:cubicBezTo>
                  <a:pt x="f1101" y="f1098"/>
                  <a:pt x="f495" y="f136"/>
                  <a:pt x="f1102" y="f136"/>
                </a:cubicBezTo>
                <a:cubicBezTo>
                  <a:pt x="f1103" y="f1098"/>
                  <a:pt x="f346" y="f1097"/>
                  <a:pt x="f410" y="f1104"/>
                </a:cubicBezTo>
                <a:cubicBezTo>
                  <a:pt x="f1046" y="f744"/>
                  <a:pt x="f403" y="f117"/>
                  <a:pt x="f1105" y="f119"/>
                </a:cubicBezTo>
                <a:cubicBezTo>
                  <a:pt x="f357" y="f750"/>
                  <a:pt x="f388" y="f101"/>
                  <a:pt x="f368" y="f54"/>
                </a:cubicBezTo>
                <a:cubicBezTo>
                  <a:pt x="f901" y="f94"/>
                  <a:pt x="f373" y="f103"/>
                  <a:pt x="f1043" y="f1106"/>
                </a:cubicBezTo>
                <a:cubicBezTo>
                  <a:pt x="f499" y="f1107"/>
                  <a:pt x="f898" y="f119"/>
                  <a:pt x="f501" y="f746"/>
                </a:cubicBezTo>
                <a:cubicBezTo>
                  <a:pt x="f910" y="f121"/>
                  <a:pt x="f1042" y="f1108"/>
                  <a:pt x="f375" y="f113"/>
                </a:cubicBezTo>
                <a:cubicBezTo>
                  <a:pt x="f371" y="f123"/>
                  <a:pt x="f395" y="f1097"/>
                  <a:pt x="f1109" y="f136"/>
                </a:cubicBezTo>
                <a:cubicBezTo>
                  <a:pt x="f343" y="f517"/>
                  <a:pt x="f449" y="f570"/>
                  <a:pt x="f1110" y="f630"/>
                </a:cubicBezTo>
                <a:cubicBezTo>
                  <a:pt x="f282" y="f593"/>
                  <a:pt x="f1111" y="f636"/>
                  <a:pt x="f1019" y="f1112"/>
                </a:cubicBezTo>
                <a:cubicBezTo>
                  <a:pt x="f1113" y="f1112"/>
                  <a:pt x="f487" y="f645"/>
                  <a:pt x="f1114" y="f1115"/>
                </a:cubicBezTo>
                <a:cubicBezTo>
                  <a:pt x="f926" y="f1116"/>
                  <a:pt x="f244" y="f1115"/>
                  <a:pt x="f987" y="f639"/>
                </a:cubicBezTo>
                <a:cubicBezTo>
                  <a:pt x="f234" y="f468"/>
                  <a:pt x="f817" y="f460"/>
                  <a:pt x="f1117" y="f462"/>
                </a:cubicBezTo>
                <a:cubicBezTo>
                  <a:pt x="f794" y="f691"/>
                  <a:pt x="f1118" y="f466"/>
                  <a:pt x="f167" y="f651"/>
                </a:cubicBezTo>
                <a:cubicBezTo>
                  <a:pt x="f55" y="f1119"/>
                  <a:pt x="f842" y="f1120"/>
                  <a:pt x="f182" y="f519"/>
                </a:cubicBezTo>
                <a:cubicBezTo>
                  <a:pt x="f55" y="f127"/>
                  <a:pt x="f83" y="f1121"/>
                  <a:pt x="f770" y="f548"/>
                </a:cubicBezTo>
                <a:cubicBezTo>
                  <a:pt x="f844" y="f1107"/>
                  <a:pt x="f842" y="f542"/>
                  <a:pt x="f195" y="f146"/>
                </a:cubicBezTo>
                <a:cubicBezTo>
                  <a:pt x="f81" y="f107"/>
                  <a:pt x="f203" y="f760"/>
                  <a:pt x="f203" y="f165"/>
                </a:cubicBezTo>
                <a:cubicBezTo>
                  <a:pt x="f1122" y="f936"/>
                  <a:pt x="f203" y="f842"/>
                  <a:pt x="f203" y="f1084"/>
                </a:cubicBezTo>
                <a:cubicBezTo>
                  <a:pt x="f832" y="f1084"/>
                  <a:pt x="f59" y="f1084"/>
                  <a:pt x="f933" y="f1084"/>
                </a:cubicBezTo>
                <a:cubicBezTo>
                  <a:pt x="f933" y="f1123"/>
                  <a:pt x="f933" y="f1123"/>
                  <a:pt x="f933" y="f961"/>
                </a:cubicBezTo>
                <a:cubicBezTo>
                  <a:pt x="f933" y="f774"/>
                  <a:pt x="f933" y="f767"/>
                  <a:pt x="f200" y="f1091"/>
                </a:cubicBezTo>
                <a:cubicBezTo>
                  <a:pt x="f1124" y="f94"/>
                  <a:pt x="f960" y="f106"/>
                  <a:pt x="f192" y="f150"/>
                </a:cubicBezTo>
                <a:cubicBezTo>
                  <a:pt x="f188" y="f1106"/>
                  <a:pt x="f936" y="f150"/>
                  <a:pt x="f767" y="f750"/>
                </a:cubicBezTo>
                <a:cubicBezTo>
                  <a:pt x="f949" y="f107"/>
                  <a:pt x="f182" y="f752"/>
                  <a:pt x="f159" y="f105"/>
                </a:cubicBezTo>
                <a:cubicBezTo>
                  <a:pt x="f766" y="f755"/>
                  <a:pt x="f157" y="f758"/>
                  <a:pt x="f167" y="f105"/>
                </a:cubicBezTo>
                <a:cubicBezTo>
                  <a:pt x="f1092" y="f150"/>
                  <a:pt x="f88" y="f147"/>
                  <a:pt x="f1091" y="f1107"/>
                </a:cubicBezTo>
                <a:cubicBezTo>
                  <a:pt x="f165" y="f109"/>
                  <a:pt x="f1090" y="f109"/>
                  <a:pt x="f159" y="f109"/>
                </a:cubicBezTo>
                <a:cubicBezTo>
                  <a:pt x="f936" y="f540"/>
                  <a:pt x="f194" y="f747"/>
                  <a:pt x="f194" y="f1096"/>
                </a:cubicBezTo>
                <a:cubicBezTo>
                  <a:pt x="f192" y="f1104"/>
                  <a:pt x="f162" y="f136"/>
                  <a:pt x="f1090" y="f125"/>
                </a:cubicBezTo>
                <a:cubicBezTo>
                  <a:pt x="f765" y="f502"/>
                  <a:pt x="f157" y="f136"/>
                  <a:pt x="f178" y="f1098"/>
                </a:cubicBezTo>
                <a:cubicBezTo>
                  <a:pt x="f90" y="f1097"/>
                  <a:pt x="f92" y="f123"/>
                  <a:pt x="f95" y="f123"/>
                </a:cubicBezTo>
                <a:cubicBezTo>
                  <a:pt x="f101" y="f529"/>
                  <a:pt x="f752" y="f1098"/>
                  <a:pt x="f752" y="f502"/>
                </a:cubicBezTo>
                <a:cubicBezTo>
                  <a:pt x="f106" y="f738"/>
                  <a:pt x="f755" y="f507"/>
                  <a:pt x="f1125" y="f517"/>
                </a:cubicBezTo>
                <a:cubicBezTo>
                  <a:pt x="f95" y="f505"/>
                  <a:pt x="f169" y="f516"/>
                  <a:pt x="f88" y="f516"/>
                </a:cubicBezTo>
                <a:cubicBezTo>
                  <a:pt x="f765" y="f516"/>
                  <a:pt x="f1126" y="f513"/>
                  <a:pt x="f1090" y="f734"/>
                </a:cubicBezTo>
                <a:cubicBezTo>
                  <a:pt x="f186" y="f611"/>
                  <a:pt x="f936" y="f645"/>
                  <a:pt x="f92" y="f691"/>
                </a:cubicBezTo>
                <a:cubicBezTo>
                  <a:pt x="f97" y="f1127"/>
                  <a:pt x="f99" y="f651"/>
                  <a:pt x="f1128" y="f651"/>
                </a:cubicBezTo>
                <a:cubicBezTo>
                  <a:pt x="f52" y="f699"/>
                  <a:pt x="f136" y="f696"/>
                  <a:pt x="f570" y="f696"/>
                </a:cubicBezTo>
                <a:cubicBezTo>
                  <a:pt x="f1129" y="f457"/>
                  <a:pt x="f486" y="f457"/>
                  <a:pt x="f1130" y="f454"/>
                </a:cubicBezTo>
                <a:cubicBezTo>
                  <a:pt x="f447" y="f58"/>
                  <a:pt x="f67" y="f56"/>
                  <a:pt x="f1131" y="f56"/>
                </a:cubicBezTo>
                <a:cubicBezTo>
                  <a:pt x="f1132" y="f46"/>
                  <a:pt x="f434" y="f56"/>
                  <a:pt x="f411" y="f459"/>
                </a:cubicBezTo>
                <a:cubicBezTo>
                  <a:pt x="f1133" y="f468"/>
                  <a:pt x="f19" y="f460"/>
                  <a:pt x="f35" y="f462"/>
                </a:cubicBezTo>
                <a:cubicBezTo>
                  <a:pt x="f35" y="f468"/>
                  <a:pt x="f35" y="f459"/>
                  <a:pt x="f35" y="f486"/>
                </a:cubicBezTo>
                <a:cubicBezTo>
                  <a:pt x="f35" y="f486"/>
                  <a:pt x="f71" y="f486"/>
                  <a:pt x="f36" y="f486"/>
                </a:cubicBezTo>
                <a:cubicBezTo>
                  <a:pt x="f1134" y="f474"/>
                  <a:pt x="f1135" y="f486"/>
                  <a:pt x="f67" y="f474"/>
                </a:cubicBezTo>
                <a:cubicBezTo>
                  <a:pt x="f26" y="f472"/>
                  <a:pt x="f38" y="f684"/>
                  <a:pt x="f1136" y="f1137"/>
                </a:cubicBezTo>
                <a:cubicBezTo>
                  <a:pt x="f1138" y="f665"/>
                  <a:pt x="f1136" y="f645"/>
                  <a:pt x="f42" y="f1119"/>
                </a:cubicBezTo>
                <a:cubicBezTo>
                  <a:pt x="f38" y="f1139"/>
                  <a:pt x="f1140" y="f1141"/>
                  <a:pt x="f34" y="f1129"/>
                </a:cubicBezTo>
                <a:cubicBezTo>
                  <a:pt x="f67" y="f596"/>
                  <a:pt x="f43" y="f632"/>
                  <a:pt x="f1142" y="f590"/>
                </a:cubicBezTo>
                <a:cubicBezTo>
                  <a:pt x="f28" y="f1129"/>
                  <a:pt x="f1143" y="f590"/>
                  <a:pt x="f62" y="f719"/>
                </a:cubicBezTo>
                <a:cubicBezTo>
                  <a:pt x="f709" y="f592"/>
                  <a:pt x="f56" y="f1144"/>
                  <a:pt x="f456" y="f579"/>
                </a:cubicBezTo>
                <a:cubicBezTo>
                  <a:pt x="f481" y="f579"/>
                  <a:pt x="f667" y="f579"/>
                  <a:pt x="f490" y="f614"/>
                </a:cubicBezTo>
                <a:cubicBezTo>
                  <a:pt x="f645" y="f625"/>
                  <a:pt x="f647" y="f566"/>
                  <a:pt x="f669" y="f507"/>
                </a:cubicBezTo>
                <a:cubicBezTo>
                  <a:pt x="f647" y="f511"/>
                  <a:pt x="f1115" y="f508"/>
                  <a:pt x="f607" y="f125"/>
                </a:cubicBezTo>
                <a:cubicBezTo>
                  <a:pt x="f1119" y="f140"/>
                  <a:pt x="f1116" y="f129"/>
                  <a:pt x="f599" y="f529"/>
                </a:cubicBezTo>
                <a:cubicBezTo>
                  <a:pt x="f1145" y="f531"/>
                  <a:pt x="f596" y="f1121"/>
                  <a:pt x="f590" y="f746"/>
                </a:cubicBezTo>
                <a:cubicBezTo>
                  <a:pt x="f633" y="f143"/>
                  <a:pt x="f1129" y="f1146"/>
                  <a:pt x="f636" y="f109"/>
                </a:cubicBezTo>
                <a:cubicBezTo>
                  <a:pt x="f592" y="f103"/>
                  <a:pt x="f630" y="f760"/>
                  <a:pt x="f1147" y="f1090"/>
                </a:cubicBezTo>
                <a:cubicBezTo>
                  <a:pt x="f723" y="f86"/>
                  <a:pt x="f1145" y="f767"/>
                  <a:pt x="f1115" y="f949"/>
                </a:cubicBezTo>
                <a:cubicBezTo>
                  <a:pt x="f645" y="f949"/>
                  <a:pt x="f641" y="f767"/>
                  <a:pt x="f47" y="f767"/>
                </a:cubicBezTo>
                <a:cubicBezTo>
                  <a:pt x="f669" y="f162"/>
                  <a:pt x="f472" y="f769"/>
                  <a:pt x="f459" y="f936"/>
                </a:cubicBezTo>
                <a:cubicBezTo>
                  <a:pt x="f481" y="f162"/>
                  <a:pt x="f658" y="f182"/>
                  <a:pt x="f653" y="f159"/>
                </a:cubicBezTo>
                <a:cubicBezTo>
                  <a:pt x="f46" y="f1090"/>
                  <a:pt x="f1148" y="f766"/>
                  <a:pt x="f44" y="f165"/>
                </a:cubicBezTo>
                <a:cubicBezTo>
                  <a:pt x="f65" y="f765"/>
                  <a:pt x="f30" y="f765"/>
                  <a:pt x="f24" y="f1091"/>
                </a:cubicBezTo>
                <a:cubicBezTo>
                  <a:pt x="f1149" y="f1091"/>
                  <a:pt x="f1150" y="f1091"/>
                  <a:pt x="f1135" y="f1091"/>
                </a:cubicBezTo>
                <a:cubicBezTo>
                  <a:pt x="f1150" y="f186"/>
                  <a:pt x="f1151" y="f842"/>
                  <a:pt x="f1152" y="f195"/>
                </a:cubicBezTo>
                <a:cubicBezTo>
                  <a:pt x="f1153" y="f837"/>
                  <a:pt x="f486" y="f82"/>
                  <a:pt x="f1115" y="f197"/>
                </a:cubicBezTo>
                <a:cubicBezTo>
                  <a:pt x="f598" y="f961"/>
                  <a:pt x="f632" y="f1124"/>
                  <a:pt x="f719" y="f1122"/>
                </a:cubicBezTo>
                <a:cubicBezTo>
                  <a:pt x="f634" y="f791"/>
                  <a:pt x="f596" y="f1083"/>
                  <a:pt x="f636" y="f206"/>
                </a:cubicBezTo>
                <a:cubicBezTo>
                  <a:pt x="f492" y="f931"/>
                  <a:pt x="f634" y="f794"/>
                  <a:pt x="f592" y="f1154"/>
                </a:cubicBezTo>
                <a:cubicBezTo>
                  <a:pt x="f581" y="f798"/>
                  <a:pt x="f1155" y="f64"/>
                  <a:pt x="f572" y="f813"/>
                </a:cubicBezTo>
                <a:cubicBezTo>
                  <a:pt x="f1156" y="f72"/>
                  <a:pt x="f570" y="f811"/>
                  <a:pt x="f628" y="f811"/>
                </a:cubicBezTo>
                <a:cubicBezTo>
                  <a:pt x="f1157" y="f811"/>
                  <a:pt x="f1147" y="f73"/>
                  <a:pt x="f727" y="f811"/>
                </a:cubicBezTo>
                <a:cubicBezTo>
                  <a:pt x="f579" y="f809"/>
                  <a:pt x="f1158" y="f809"/>
                  <a:pt x="f597" y="f809"/>
                </a:cubicBezTo>
                <a:cubicBezTo>
                  <a:pt x="f1145" y="f809"/>
                  <a:pt x="f1145" y="f1159"/>
                  <a:pt x="f636" y="f1159"/>
                </a:cubicBezTo>
                <a:cubicBezTo>
                  <a:pt x="f1129" y="f1006"/>
                  <a:pt x="f633" y="f1070"/>
                  <a:pt x="f595" y="f1160"/>
                </a:cubicBezTo>
                <a:cubicBezTo>
                  <a:pt x="f592" y="f927"/>
                  <a:pt x="f590" y="f994"/>
                  <a:pt x="f597" y="f235"/>
                </a:cubicBezTo>
                <a:cubicBezTo>
                  <a:pt x="f1139" y="f237"/>
                  <a:pt x="f1139" y="f237"/>
                  <a:pt x="f1161" y="f242"/>
                </a:cubicBezTo>
                <a:cubicBezTo>
                  <a:pt x="f603" y="f245"/>
                  <a:pt x="f603" y="f1015"/>
                  <a:pt x="f1162" y="f1163"/>
                </a:cubicBezTo>
                <a:cubicBezTo>
                  <a:pt x="f607" y="f1164"/>
                  <a:pt x="f1116" y="f1113"/>
                  <a:pt x="f637" y="f1165"/>
                </a:cubicBezTo>
                <a:cubicBezTo>
                  <a:pt x="f669" y="f1020"/>
                  <a:pt x="f460" y="f252"/>
                  <a:pt x="f1153" y="f250"/>
                </a:cubicBezTo>
                <a:cubicBezTo>
                  <a:pt x="f709" y="f1113"/>
                  <a:pt x="f709" y="f1166"/>
                  <a:pt x="f653" y="f255"/>
                </a:cubicBezTo>
                <a:cubicBezTo>
                  <a:pt x="f53" y="f1019"/>
                  <a:pt x="f1143" y="f250"/>
                  <a:pt x="f38" y="f249"/>
                </a:cubicBezTo>
                <a:cubicBezTo>
                  <a:pt x="f28" y="f1017"/>
                  <a:pt x="f1140" y="f926"/>
                  <a:pt x="f32" y="f1017"/>
                </a:cubicBezTo>
                <a:cubicBezTo>
                  <a:pt x="f34" y="f249"/>
                  <a:pt x="f1142" y="f1167"/>
                  <a:pt x="f1150" y="f247"/>
                </a:cubicBezTo>
                <a:cubicBezTo>
                  <a:pt x="f69" y="f1065"/>
                  <a:pt x="f1168" y="f1169"/>
                  <a:pt x="f33" y="f927"/>
                </a:cubicBezTo>
                <a:cubicBezTo>
                  <a:pt x="f424" y="f1069"/>
                  <a:pt x="f414" y="f1000"/>
                  <a:pt x="f27" y="f224"/>
                </a:cubicBezTo>
                <a:cubicBezTo>
                  <a:pt x="f407" y="f809"/>
                  <a:pt x="f1170" y="f810"/>
                  <a:pt x="f406" y="f222"/>
                </a:cubicBezTo>
                <a:cubicBezTo>
                  <a:pt x="f1171" y="f1074"/>
                  <a:pt x="f23" y="f819"/>
                  <a:pt x="f1172" y="f817"/>
                </a:cubicBezTo>
                <a:cubicBezTo>
                  <a:pt x="f1173" y="f1174"/>
                  <a:pt x="f74" y="f1175"/>
                  <a:pt x="f17" y="f994"/>
                </a:cubicBezTo>
                <a:cubicBezTo>
                  <a:pt x="f1176" y="f1169"/>
                  <a:pt x="f1177" y="f988"/>
                  <a:pt x="f1178" y="f244"/>
                </a:cubicBezTo>
                <a:cubicBezTo>
                  <a:pt x="f407" y="f1179"/>
                  <a:pt x="f27" y="f245"/>
                  <a:pt x="f1177" y="f1163"/>
                </a:cubicBezTo>
                <a:cubicBezTo>
                  <a:pt x="f1180" y="f926"/>
                  <a:pt x="f409" y="f1167"/>
                  <a:pt x="f411" y="f249"/>
                </a:cubicBezTo>
                <a:cubicBezTo>
                  <a:pt x="f411" y="f249"/>
                  <a:pt x="f1181" y="f853"/>
                  <a:pt x="f1181" y="f1164"/>
                </a:cubicBezTo>
                <a:cubicBezTo>
                  <a:pt x="f1180" y="f853"/>
                  <a:pt x="f27" y="f249"/>
                  <a:pt x="f1178" y="f1167"/>
                </a:cubicBezTo>
                <a:cubicBezTo>
                  <a:pt x="f25" y="f1015"/>
                  <a:pt x="f406" y="f1064"/>
                  <a:pt x="f1182" y="f244"/>
                </a:cubicBezTo>
                <a:cubicBezTo>
                  <a:pt x="f1183" y="f1184"/>
                  <a:pt x="f1185" y="f991"/>
                  <a:pt x="f89" y="f243"/>
                </a:cubicBezTo>
                <a:cubicBezTo>
                  <a:pt x="f91" y="f990"/>
                  <a:pt x="f76" y="f1169"/>
                  <a:pt x="f9" y="f237"/>
                </a:cubicBezTo>
                <a:cubicBezTo>
                  <a:pt x="f13" y="f1078"/>
                  <a:pt x="f102" y="f982"/>
                  <a:pt x="f392" y="f996"/>
                </a:cubicBezTo>
                <a:cubicBezTo>
                  <a:pt x="f1186" y="f1160"/>
                  <a:pt x="f1187" y="f981"/>
                  <a:pt x="f1188" y="f1069"/>
                </a:cubicBezTo>
                <a:cubicBezTo>
                  <a:pt x="f1189" y="f1069"/>
                  <a:pt x="f160" y="f1174"/>
                  <a:pt x="f1190" y="f1000"/>
                </a:cubicBezTo>
                <a:cubicBezTo>
                  <a:pt x="f1190" y="f1191"/>
                  <a:pt x="f139" y="f226"/>
                  <a:pt x="f158" y="f819"/>
                </a:cubicBezTo>
                <a:cubicBezTo>
                  <a:pt x="f141" y="f1074"/>
                  <a:pt x="f144" y="f810"/>
                  <a:pt x="f1192" y="f75"/>
                </a:cubicBezTo>
                <a:cubicBezTo>
                  <a:pt x="f358" y="f1193"/>
                  <a:pt x="f354" y="f73"/>
                  <a:pt x="f356" y="f68"/>
                </a:cubicBezTo>
                <a:cubicBezTo>
                  <a:pt x="f358" y="f1194"/>
                  <a:pt x="f356" y="f802"/>
                  <a:pt x="f356" y="f64"/>
                </a:cubicBezTo>
                <a:cubicBezTo>
                  <a:pt x="f354" y="f213"/>
                  <a:pt x="f354" y="f1082"/>
                  <a:pt x="f168" y="f968"/>
                </a:cubicBezTo>
                <a:cubicBezTo>
                  <a:pt x="f352" y="f794"/>
                  <a:pt x="f1195" y="f60"/>
                  <a:pt x="f1196" y="f209"/>
                </a:cubicBezTo>
                <a:cubicBezTo>
                  <a:pt x="f344" y="f1083"/>
                  <a:pt x="f1197" y="f59"/>
                  <a:pt x="f1197" y="f779"/>
                </a:cubicBezTo>
                <a:cubicBezTo>
                  <a:pt x="f1197" y="f961"/>
                  <a:pt x="f1198" y="f960"/>
                  <a:pt x="f174" y="f83"/>
                </a:cubicBezTo>
                <a:cubicBezTo>
                  <a:pt x="f1199" y="f774"/>
                  <a:pt x="f331" y="f770"/>
                  <a:pt x="f341" y="f188"/>
                </a:cubicBezTo>
                <a:cubicBezTo>
                  <a:pt x="f352" y="f948"/>
                  <a:pt x="f354" y="f167"/>
                  <a:pt x="f338" y="f758"/>
                </a:cubicBezTo>
                <a:cubicBezTo>
                  <a:pt x="f349" y="f749"/>
                  <a:pt x="f340" y="f531"/>
                  <a:pt x="f358" y="f1200"/>
                </a:cubicBezTo>
                <a:cubicBezTo>
                  <a:pt x="f1201" y="f561"/>
                  <a:pt x="f1201" y="f727"/>
                  <a:pt x="f1192" y="f586"/>
                </a:cubicBezTo>
                <a:cubicBezTo>
                  <a:pt x="f1192" y="f1202"/>
                  <a:pt x="f166" y="f719"/>
                  <a:pt x="f356" y="f633"/>
                </a:cubicBezTo>
                <a:cubicBezTo>
                  <a:pt x="f168" y="f1145"/>
                  <a:pt x="f170" y="f599"/>
                  <a:pt x="f1195" y="f637"/>
                </a:cubicBezTo>
                <a:cubicBezTo>
                  <a:pt x="f1195" y="f1162"/>
                  <a:pt x="f168" y="f1112"/>
                  <a:pt x="f358" y="f645"/>
                </a:cubicBezTo>
                <a:cubicBezTo>
                  <a:pt x="f166" y="f637"/>
                  <a:pt x="f1203" y="f1139"/>
                  <a:pt x="f152" y="f599"/>
                </a:cubicBezTo>
                <a:cubicBezTo>
                  <a:pt x="f1190" y="f636"/>
                  <a:pt x="f135" y="f633"/>
                  <a:pt x="f1204" y="f593"/>
                </a:cubicBezTo>
                <a:cubicBezTo>
                  <a:pt x="f378" y="f588"/>
                  <a:pt x="f1205" y="f579"/>
                  <a:pt x="f1206" y="f630"/>
                </a:cubicBezTo>
                <a:cubicBezTo>
                  <a:pt x="f1207" y="f1147"/>
                  <a:pt x="f1208" y="f496"/>
                  <a:pt x="f3" y="f628"/>
                </a:cubicBezTo>
                <a:cubicBezTo>
                  <a:pt x="f1209" y="f1157"/>
                  <a:pt x="f138" y="f1157"/>
                  <a:pt x="f160" y="f1147"/>
                </a:cubicBezTo>
                <a:cubicBezTo>
                  <a:pt x="f158" y="f559"/>
                  <a:pt x="f1210" y="f738"/>
                  <a:pt x="f128" y="f125"/>
                </a:cubicBezTo>
                <a:cubicBezTo>
                  <a:pt x="f126" y="f125"/>
                  <a:pt x="f1211" y="f50"/>
                  <a:pt x="f1212" y="f508"/>
                </a:cubicBezTo>
                <a:cubicBezTo>
                  <a:pt x="f122" y="f507"/>
                  <a:pt x="f380" y="f516"/>
                  <a:pt x="f1213" y="f566"/>
                </a:cubicBezTo>
                <a:cubicBezTo>
                  <a:pt x="f390" y="f625"/>
                  <a:pt x="f1214" y="f628"/>
                  <a:pt x="f1215" y="f577"/>
                </a:cubicBezTo>
                <a:cubicBezTo>
                  <a:pt x="f102" y="f634"/>
                  <a:pt x="f11" y="f637"/>
                  <a:pt x="f76" y="f667"/>
                </a:cubicBezTo>
                <a:cubicBezTo>
                  <a:pt x="f1216" y="f459"/>
                  <a:pt x="f23" y="f459"/>
                  <a:pt x="f1173" y="f669"/>
                </a:cubicBezTo>
                <a:cubicBezTo>
                  <a:pt x="f17" y="f459"/>
                  <a:pt x="f428" y="f466"/>
                  <a:pt x="f27" y="f58"/>
                </a:cubicBezTo>
                <a:cubicBezTo>
                  <a:pt x="f27" y="f450"/>
                  <a:pt x="f407" y="f2"/>
                  <a:pt x="f74" y="f1130"/>
                </a:cubicBezTo>
                <a:cubicBezTo>
                  <a:pt x="f1204" y="f1217"/>
                  <a:pt x="f326" y="f436"/>
                  <a:pt x="f293" y="f74"/>
                </a:cubicBezTo>
                <a:cubicBezTo>
                  <a:pt x="f214" y="f429"/>
                  <a:pt x="f287" y="f1218"/>
                  <a:pt x="f261" y="f23"/>
                </a:cubicBezTo>
                <a:cubicBezTo>
                  <a:pt x="f267" y="f87"/>
                  <a:pt x="f275" y="f1183"/>
                  <a:pt x="f6" y="f1185"/>
                </a:cubicBezTo>
                <a:cubicBezTo>
                  <a:pt x="f6" y="f1219"/>
                  <a:pt x="f6" y="f76"/>
                  <a:pt x="f6" y="f9"/>
                </a:cubicBezTo>
                <a:close/>
                <a:moveTo>
                  <a:pt x="f621" y="f502"/>
                </a:moveTo>
                <a:cubicBezTo>
                  <a:pt x="f1220" y="f747"/>
                  <a:pt x="f591" y="f548"/>
                  <a:pt x="f602" y="f755"/>
                </a:cubicBezTo>
                <a:cubicBezTo>
                  <a:pt x="f1221" y="f94"/>
                  <a:pt x="f939" y="f54"/>
                  <a:pt x="f1222" y="f167"/>
                </a:cubicBezTo>
                <a:cubicBezTo>
                  <a:pt x="f1223" y="f1091"/>
                  <a:pt x="f657" y="f165"/>
                  <a:pt x="f1224" y="f155"/>
                </a:cubicBezTo>
                <a:cubicBezTo>
                  <a:pt x="f934" y="f99"/>
                  <a:pt x="f1225" y="f105"/>
                  <a:pt x="f1226" y="f542"/>
                </a:cubicBezTo>
                <a:cubicBezTo>
                  <a:pt x="f1226" y="f542"/>
                  <a:pt x="f664" y="f1107"/>
                  <a:pt x="f664" y="f1107"/>
                </a:cubicBezTo>
                <a:cubicBezTo>
                  <a:pt x="f1227" y="f1107"/>
                  <a:pt x="f661" y="f548"/>
                  <a:pt x="f934" y="f1107"/>
                </a:cubicBezTo>
                <a:cubicBezTo>
                  <a:pt x="f659" y="f148"/>
                  <a:pt x="f1228" y="f546"/>
                  <a:pt x="f654" y="f119"/>
                </a:cubicBezTo>
                <a:cubicBezTo>
                  <a:pt x="f649" y="f746"/>
                  <a:pt x="f644" y="f554"/>
                  <a:pt x="f640" y="f1108"/>
                </a:cubicBezTo>
                <a:cubicBezTo>
                  <a:pt x="f629" y="f1108"/>
                  <a:pt x="f623" y="f131"/>
                  <a:pt x="f627" y="f529"/>
                </a:cubicBezTo>
                <a:cubicBezTo>
                  <a:pt x="f631" y="f1097"/>
                  <a:pt x="f617" y="f140"/>
                  <a:pt x="f621" y="f502"/>
                </a:cubicBezTo>
                <a:close/>
                <a:moveTo>
                  <a:pt x="f929" y="f1218"/>
                </a:moveTo>
                <a:cubicBezTo>
                  <a:pt x="f1003" y="f1170"/>
                  <a:pt x="f1229" y="f407"/>
                  <a:pt x="f1159" y="f409"/>
                </a:cubicBezTo>
                <a:cubicBezTo>
                  <a:pt x="f222" y="f1132"/>
                  <a:pt x="f1193" y="f1134"/>
                  <a:pt x="f72" y="f1142"/>
                </a:cubicBezTo>
                <a:cubicBezTo>
                  <a:pt x="f70" y="f1140"/>
                  <a:pt x="f803" y="f40"/>
                  <a:pt x="f66" y="f2"/>
                </a:cubicBezTo>
                <a:cubicBezTo>
                  <a:pt x="f930" y="f53"/>
                  <a:pt x="f930" y="f46"/>
                  <a:pt x="f68" y="f56"/>
                </a:cubicBezTo>
                <a:cubicBezTo>
                  <a:pt x="f811" y="f452"/>
                  <a:pt x="f224" y="f454"/>
                  <a:pt x="f1000" y="f709"/>
                </a:cubicBezTo>
                <a:cubicBezTo>
                  <a:pt x="f1000" y="f452"/>
                  <a:pt x="f1000" y="f56"/>
                  <a:pt x="f817" y="f46"/>
                </a:cubicBezTo>
                <a:cubicBezTo>
                  <a:pt x="f818" y="f38"/>
                  <a:pt x="f226" y="f446"/>
                  <a:pt x="f1230" y="f438"/>
                </a:cubicBezTo>
                <a:cubicBezTo>
                  <a:pt x="f228" y="f418"/>
                  <a:pt x="f1230" y="f407"/>
                  <a:pt x="f929" y="f1218"/>
                </a:cubicBezTo>
                <a:close/>
                <a:moveTo>
                  <a:pt x="f845" y="f767"/>
                </a:moveTo>
                <a:cubicBezTo>
                  <a:pt x="f845" y="f951"/>
                  <a:pt x="f845" y="f949"/>
                  <a:pt x="f845" y="f161"/>
                </a:cubicBezTo>
                <a:cubicBezTo>
                  <a:pt x="f1231" y="f1126"/>
                  <a:pt x="f681" y="f1126"/>
                  <a:pt x="f680" y="f92"/>
                </a:cubicBezTo>
                <a:cubicBezTo>
                  <a:pt x="f680" y="f171"/>
                  <a:pt x="f680" y="f99"/>
                  <a:pt x="f679" y="f1128"/>
                </a:cubicBezTo>
                <a:cubicBezTo>
                  <a:pt x="f1232" y="f154"/>
                  <a:pt x="f677" y="f106"/>
                  <a:pt x="f850" y="f147"/>
                </a:cubicBezTo>
                <a:cubicBezTo>
                  <a:pt x="f1226" y="f154"/>
                  <a:pt x="f1225" y="f95"/>
                  <a:pt x="f1233" y="f1092"/>
                </a:cubicBezTo>
                <a:cubicBezTo>
                  <a:pt x="f660" y="f165"/>
                  <a:pt x="f1234" y="f159"/>
                  <a:pt x="f663" y="f86"/>
                </a:cubicBezTo>
                <a:cubicBezTo>
                  <a:pt x="f670" y="f161"/>
                  <a:pt x="f1235" y="f949"/>
                  <a:pt x="f845" y="f767"/>
                </a:cubicBezTo>
                <a:close/>
                <a:moveTo>
                  <a:pt x="f1236" y="f1146"/>
                </a:moveTo>
                <a:cubicBezTo>
                  <a:pt x="f957" y="f1107"/>
                  <a:pt x="f1237" y="f150"/>
                  <a:pt x="f975" y="f103"/>
                </a:cubicBezTo>
                <a:cubicBezTo>
                  <a:pt x="f537" y="f749"/>
                  <a:pt x="f958" y="f117"/>
                  <a:pt x="f1238" y="f121"/>
                </a:cubicBezTo>
                <a:cubicBezTo>
                  <a:pt x="f1239" y="f117"/>
                  <a:pt x="f1240" y="f538"/>
                  <a:pt x="f1236" y="f1146"/>
                </a:cubicBezTo>
                <a:close/>
                <a:moveTo>
                  <a:pt x="f820" y="f835"/>
                </a:moveTo>
                <a:cubicBezTo>
                  <a:pt x="f705" y="f835"/>
                  <a:pt x="f706" y="f781"/>
                  <a:pt x="f706" y="f781"/>
                </a:cubicBezTo>
                <a:cubicBezTo>
                  <a:pt x="f1241" y="f1123"/>
                  <a:pt x="f707" y="f197"/>
                  <a:pt x="f708" y="f82"/>
                </a:cubicBezTo>
                <a:cubicBezTo>
                  <a:pt x="f710" y="f837"/>
                  <a:pt x="f711" y="f841"/>
                  <a:pt x="f1242" y="f55"/>
                </a:cubicBezTo>
                <a:cubicBezTo>
                  <a:pt x="f708" y="f956"/>
                  <a:pt x="f705" y="f956"/>
                  <a:pt x="f704" y="f770"/>
                </a:cubicBezTo>
                <a:cubicBezTo>
                  <a:pt x="f704" y="f837"/>
                  <a:pt x="f825" y="f844"/>
                  <a:pt x="f1243" y="f841"/>
                </a:cubicBezTo>
                <a:cubicBezTo>
                  <a:pt x="f829" y="f1123"/>
                  <a:pt x="f1244" y="f197"/>
                  <a:pt x="f820" y="f835"/>
                </a:cubicBezTo>
                <a:close/>
                <a:moveTo>
                  <a:pt x="f708" y="f734"/>
                </a:moveTo>
                <a:cubicBezTo>
                  <a:pt x="f1245" y="f561"/>
                  <a:pt x="f823" y="f559"/>
                  <a:pt x="f702" y="f559"/>
                </a:cubicBezTo>
                <a:cubicBezTo>
                  <a:pt x="f829" y="f559"/>
                  <a:pt x="f700" y="f734"/>
                  <a:pt x="f1246" y="f563"/>
                </a:cubicBezTo>
                <a:cubicBezTo>
                  <a:pt x="f1246" y="f566"/>
                  <a:pt x="f1246" y="f498"/>
                  <a:pt x="f1246" y="f513"/>
                </a:cubicBezTo>
                <a:cubicBezTo>
                  <a:pt x="f1243" y="f498"/>
                  <a:pt x="f703" y="f566"/>
                  <a:pt x="f708" y="f734"/>
                </a:cubicBezTo>
                <a:close/>
                <a:moveTo>
                  <a:pt x="f758" y="f125"/>
                </a:moveTo>
                <a:cubicBezTo>
                  <a:pt x="f95" y="f136"/>
                  <a:pt x="f54" y="f136"/>
                  <a:pt x="f178" y="f511"/>
                </a:cubicBezTo>
                <a:cubicBezTo>
                  <a:pt x="f54" y="f508"/>
                  <a:pt x="f99" y="f50"/>
                  <a:pt x="f758" y="f125"/>
                </a:cubicBezTo>
                <a:close/>
              </a:path>
            </a:pathLst>
          </a:custGeom>
          <a:solidFill>
            <a:srgbClr val="A72424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4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831423BE-0077-82EE-0989-759100A153D7}"/>
              </a:ext>
            </a:extLst>
          </p:cNvPr>
          <p:cNvSpPr/>
          <p:nvPr/>
        </p:nvSpPr>
        <p:spPr>
          <a:xfrm>
            <a:off x="-14328" y="63495"/>
            <a:ext cx="1440244" cy="933126"/>
          </a:xfrm>
          <a:custGeom>
            <a:avLst/>
            <a:gdLst>
              <a:gd name="f0" fmla="val 10800000"/>
              <a:gd name="f1" fmla="val 5400000"/>
              <a:gd name="f2" fmla="val 360"/>
              <a:gd name="f3" fmla="val 180"/>
              <a:gd name="f4" fmla="val w"/>
              <a:gd name="f5" fmla="val h"/>
              <a:gd name="f6" fmla="val 0"/>
              <a:gd name="f7" fmla="val 1590"/>
              <a:gd name="f8" fmla="val 1029"/>
              <a:gd name="f9" fmla="val 250"/>
              <a:gd name="f10" fmla="val 6"/>
              <a:gd name="f11" fmla="val 243"/>
              <a:gd name="f12" fmla="val 12"/>
              <a:gd name="f13" fmla="val 245"/>
              <a:gd name="f14" fmla="val 19"/>
              <a:gd name="f15" fmla="val 248"/>
              <a:gd name="f16" fmla="val 93"/>
              <a:gd name="f17" fmla="val 273"/>
              <a:gd name="f18" fmla="val 168"/>
              <a:gd name="f19" fmla="val 298"/>
              <a:gd name="f20" fmla="val 239"/>
              <a:gd name="f21" fmla="val 331"/>
              <a:gd name="f22" fmla="val 336"/>
              <a:gd name="f23" fmla="val 261"/>
              <a:gd name="f24" fmla="val 338"/>
              <a:gd name="f25" fmla="val 272"/>
              <a:gd name="f26" fmla="val 341"/>
              <a:gd name="f27" fmla="val 280"/>
              <a:gd name="f28" fmla="val 344"/>
              <a:gd name="f29" fmla="val 288"/>
              <a:gd name="f30" fmla="val 343"/>
              <a:gd name="f31" fmla="val 296"/>
              <a:gd name="f32" fmla="val 339"/>
              <a:gd name="f33" fmla="val 301"/>
              <a:gd name="f34" fmla="val 337"/>
              <a:gd name="f35" fmla="val 305"/>
              <a:gd name="f36" fmla="val 307"/>
              <a:gd name="f37" fmla="val 308"/>
              <a:gd name="f38" fmla="val 347"/>
              <a:gd name="f39" fmla="val 312"/>
              <a:gd name="f40" fmla="val 351"/>
              <a:gd name="f41" fmla="val 315"/>
              <a:gd name="f42" fmla="val 352"/>
              <a:gd name="f43" fmla="val 333"/>
              <a:gd name="f44" fmla="val 355"/>
              <a:gd name="f45" fmla="val 359"/>
              <a:gd name="f46" fmla="val 369"/>
              <a:gd name="f47" fmla="val 412"/>
              <a:gd name="f48" fmla="val 361"/>
              <a:gd name="f49" fmla="val 456"/>
              <a:gd name="f50" fmla="val 499"/>
              <a:gd name="f51" fmla="val 363"/>
              <a:gd name="f52" fmla="val 534"/>
              <a:gd name="f53" fmla="val 365"/>
              <a:gd name="f54" fmla="val 570"/>
              <a:gd name="f55" fmla="val 605"/>
              <a:gd name="f56" fmla="val 371"/>
              <a:gd name="f57" fmla="val 619"/>
              <a:gd name="f58" fmla="val 372"/>
              <a:gd name="f59" fmla="val 633"/>
              <a:gd name="f60" fmla="val 647"/>
              <a:gd name="f61" fmla="val 659"/>
              <a:gd name="f62" fmla="val 368"/>
              <a:gd name="f63" fmla="val 668"/>
              <a:gd name="f64" fmla="val 672"/>
              <a:gd name="f65" fmla="val 349"/>
              <a:gd name="f66" fmla="val 677"/>
              <a:gd name="f67" fmla="val 335"/>
              <a:gd name="f68" fmla="val 682"/>
              <a:gd name="f69" fmla="val 320"/>
              <a:gd name="f70" fmla="val 685"/>
              <a:gd name="f71" fmla="val 306"/>
              <a:gd name="f72" fmla="val 688"/>
              <a:gd name="f73" fmla="val 690"/>
              <a:gd name="f74" fmla="val 270"/>
              <a:gd name="f75" fmla="val 693"/>
              <a:gd name="f76" fmla="val 252"/>
              <a:gd name="f77" fmla="val 679"/>
              <a:gd name="f78" fmla="val 663"/>
              <a:gd name="f79" fmla="val 650"/>
              <a:gd name="f80" fmla="val 640"/>
              <a:gd name="f81" fmla="val 627"/>
              <a:gd name="f82" fmla="val 615"/>
              <a:gd name="f83" fmla="val 614"/>
              <a:gd name="f84" fmla="val 602"/>
              <a:gd name="f85" fmla="val 265"/>
              <a:gd name="f86" fmla="val 589"/>
              <a:gd name="f87" fmla="val 260"/>
              <a:gd name="f88" fmla="val 577"/>
              <a:gd name="f89" fmla="val 255"/>
              <a:gd name="f90" fmla="val 573"/>
              <a:gd name="f91" fmla="val 253"/>
              <a:gd name="f92" fmla="val 569"/>
              <a:gd name="f93" fmla="val 251"/>
              <a:gd name="f94" fmla="val 563"/>
              <a:gd name="f95" fmla="val 566"/>
              <a:gd name="f96" fmla="val 246"/>
              <a:gd name="f97" fmla="val 568"/>
              <a:gd name="f98" fmla="val 244"/>
              <a:gd name="f99" fmla="val 565"/>
              <a:gd name="f100" fmla="val 240"/>
              <a:gd name="f101" fmla="val 560"/>
              <a:gd name="f102" fmla="val 235"/>
              <a:gd name="f103" fmla="val 555"/>
              <a:gd name="f104" fmla="val 231"/>
              <a:gd name="f105" fmla="val 554"/>
              <a:gd name="f106" fmla="val 552"/>
              <a:gd name="f107" fmla="val 551"/>
              <a:gd name="f108" fmla="val 230"/>
              <a:gd name="f109" fmla="val 540"/>
              <a:gd name="f110" fmla="val 227"/>
              <a:gd name="f111" fmla="val 530"/>
              <a:gd name="f112" fmla="val 223"/>
              <a:gd name="f113" fmla="val 517"/>
              <a:gd name="f114" fmla="val 219"/>
              <a:gd name="f115" fmla="val 524"/>
              <a:gd name="f116" fmla="val 216"/>
              <a:gd name="f117" fmla="val 528"/>
              <a:gd name="f118" fmla="val 213"/>
              <a:gd name="f119" fmla="val 535"/>
              <a:gd name="f120" fmla="val 210"/>
              <a:gd name="f121" fmla="val 523"/>
              <a:gd name="f122" fmla="val 205"/>
              <a:gd name="f123" fmla="val 512"/>
              <a:gd name="f124" fmla="val 201"/>
              <a:gd name="f125" fmla="val 500"/>
              <a:gd name="f126" fmla="val 195"/>
              <a:gd name="f127" fmla="val 504"/>
              <a:gd name="f128" fmla="val 193"/>
              <a:gd name="f129" fmla="val 509"/>
              <a:gd name="f130" fmla="val 190"/>
              <a:gd name="f131" fmla="val 515"/>
              <a:gd name="f132" fmla="val 187"/>
              <a:gd name="f133" fmla="val 511"/>
              <a:gd name="f134" fmla="val 184"/>
              <a:gd name="f135" fmla="val 182"/>
              <a:gd name="f136" fmla="val 506"/>
              <a:gd name="f137" fmla="val 501"/>
              <a:gd name="f138" fmla="val 176"/>
              <a:gd name="f139" fmla="val 172"/>
              <a:gd name="f140" fmla="val 507"/>
              <a:gd name="f141" fmla="val 170"/>
              <a:gd name="f142" fmla="val 167"/>
              <a:gd name="f143" fmla="val 531"/>
              <a:gd name="f144" fmla="val 166"/>
              <a:gd name="f145" fmla="val 539"/>
              <a:gd name="f146" fmla="val 544"/>
              <a:gd name="f147" fmla="val 545"/>
              <a:gd name="f148" fmla="val 547"/>
              <a:gd name="f149" fmla="val 165"/>
              <a:gd name="f150" fmla="val 549"/>
              <a:gd name="f151" fmla="val 164"/>
              <a:gd name="f152" fmla="val 163"/>
              <a:gd name="f153" fmla="val 162"/>
              <a:gd name="f154" fmla="val 557"/>
              <a:gd name="f155" fmla="val 574"/>
              <a:gd name="f156" fmla="val 169"/>
              <a:gd name="f157" fmla="val 580"/>
              <a:gd name="f158" fmla="val 171"/>
              <a:gd name="f159" fmla="val 588"/>
              <a:gd name="f160" fmla="val 174"/>
              <a:gd name="f161" fmla="val 591"/>
              <a:gd name="f162" fmla="val 595"/>
              <a:gd name="f163" fmla="val 161"/>
              <a:gd name="f164" fmla="val 156"/>
              <a:gd name="f165" fmla="val 583"/>
              <a:gd name="f166" fmla="val 152"/>
              <a:gd name="f167" fmla="val 578"/>
              <a:gd name="f168" fmla="val 148"/>
              <a:gd name="f169" fmla="val 572"/>
              <a:gd name="f170" fmla="val 146"/>
              <a:gd name="f171" fmla="val 567"/>
              <a:gd name="f172" fmla="val 143"/>
              <a:gd name="f173" fmla="val 135"/>
              <a:gd name="f174" fmla="val 127"/>
              <a:gd name="f175" fmla="val 120"/>
              <a:gd name="f176" fmla="val 571"/>
              <a:gd name="f177" fmla="val 111"/>
              <a:gd name="f178" fmla="val 576"/>
              <a:gd name="f179" fmla="val 105"/>
              <a:gd name="f180" fmla="val 100"/>
              <a:gd name="f181" fmla="val 97"/>
              <a:gd name="f182" fmla="val 590"/>
              <a:gd name="f183" fmla="val 88"/>
              <a:gd name="f184" fmla="val 81"/>
              <a:gd name="f185" fmla="val 75"/>
              <a:gd name="f186" fmla="val 599"/>
              <a:gd name="f187" fmla="val 77"/>
              <a:gd name="f188" fmla="val 598"/>
              <a:gd name="f189" fmla="val 71"/>
              <a:gd name="f190" fmla="val 64"/>
              <a:gd name="f191" fmla="val 58"/>
              <a:gd name="f192" fmla="val 600"/>
              <a:gd name="f193" fmla="val 57"/>
              <a:gd name="f194" fmla="val 601"/>
              <a:gd name="f195" fmla="val 610"/>
              <a:gd name="f196" fmla="val 66"/>
              <a:gd name="f197" fmla="val 618"/>
              <a:gd name="f198" fmla="val 626"/>
              <a:gd name="f199" fmla="val 56"/>
              <a:gd name="f200" fmla="val 629"/>
              <a:gd name="f201" fmla="val 54"/>
              <a:gd name="f202" fmla="val 53"/>
              <a:gd name="f203" fmla="val 637"/>
              <a:gd name="f204" fmla="val 51"/>
              <a:gd name="f205" fmla="val 49"/>
              <a:gd name="f206" fmla="val 644"/>
              <a:gd name="f207" fmla="val 47"/>
              <a:gd name="f208" fmla="val 44"/>
              <a:gd name="f209" fmla="val 646"/>
              <a:gd name="f210" fmla="val 32"/>
              <a:gd name="f211" fmla="val 658"/>
              <a:gd name="f212" fmla="val 31"/>
              <a:gd name="f213" fmla="val 666"/>
              <a:gd name="f214" fmla="val 26"/>
              <a:gd name="f215" fmla="val 24"/>
              <a:gd name="f216" fmla="val 673"/>
              <a:gd name="f217" fmla="val 27"/>
              <a:gd name="f218" fmla="val 29"/>
              <a:gd name="f219" fmla="val 686"/>
              <a:gd name="f220" fmla="val 33"/>
              <a:gd name="f221" fmla="val 689"/>
              <a:gd name="f222" fmla="val 695"/>
              <a:gd name="f223" fmla="val 30"/>
              <a:gd name="f224" fmla="val 701"/>
              <a:gd name="f225" fmla="val 34"/>
              <a:gd name="f226" fmla="val 706"/>
              <a:gd name="f227" fmla="val 39"/>
              <a:gd name="f228" fmla="val 715"/>
              <a:gd name="f229" fmla="val 48"/>
              <a:gd name="f230" fmla="val 720"/>
              <a:gd name="f231" fmla="val 728"/>
              <a:gd name="f232" fmla="val 37"/>
              <a:gd name="f233" fmla="val 731"/>
              <a:gd name="f234" fmla="val 734"/>
              <a:gd name="f235" fmla="val 738"/>
              <a:gd name="f236" fmla="val 23"/>
              <a:gd name="f237" fmla="val 739"/>
              <a:gd name="f238" fmla="val 21"/>
              <a:gd name="f239" fmla="val 744"/>
              <a:gd name="f240" fmla="val 20"/>
              <a:gd name="f241" fmla="val 745"/>
              <a:gd name="f242" fmla="val 750"/>
              <a:gd name="f243" fmla="val 753"/>
              <a:gd name="f244" fmla="val 757"/>
              <a:gd name="f245" fmla="val 761"/>
              <a:gd name="f246" fmla="val 18"/>
              <a:gd name="f247" fmla="val 764"/>
              <a:gd name="f248" fmla="val 15"/>
              <a:gd name="f249" fmla="val 768"/>
              <a:gd name="f250" fmla="val 773"/>
              <a:gd name="f251" fmla="val 9"/>
              <a:gd name="f252" fmla="val 777"/>
              <a:gd name="f253" fmla="val 782"/>
              <a:gd name="f254" fmla="val 11"/>
              <a:gd name="f255" fmla="val 784"/>
              <a:gd name="f256" fmla="val 788"/>
              <a:gd name="f257" fmla="val 792"/>
              <a:gd name="f258" fmla="val 10"/>
              <a:gd name="f259" fmla="val 797"/>
              <a:gd name="f260" fmla="val 802"/>
              <a:gd name="f261" fmla="val 8"/>
              <a:gd name="f262" fmla="val 807"/>
              <a:gd name="f263" fmla="val 7"/>
              <a:gd name="f264" fmla="val 809"/>
              <a:gd name="f265" fmla="val 811"/>
              <a:gd name="f266" fmla="val 813"/>
              <a:gd name="f267" fmla="val 5"/>
              <a:gd name="f268" fmla="val 819"/>
              <a:gd name="f269" fmla="val 2"/>
              <a:gd name="f270" fmla="val 824"/>
              <a:gd name="f271" fmla="val 829"/>
              <a:gd name="f272" fmla="val 4"/>
              <a:gd name="f273" fmla="val 832"/>
              <a:gd name="f274" fmla="val 835"/>
              <a:gd name="f275" fmla="val 3"/>
              <a:gd name="f276" fmla="val 839"/>
              <a:gd name="f277" fmla="val 841"/>
              <a:gd name="f278" fmla="val 1"/>
              <a:gd name="f279" fmla="val 844"/>
              <a:gd name="f280" fmla="val 846"/>
              <a:gd name="f281" fmla="val 849"/>
              <a:gd name="f282" fmla="val 852"/>
              <a:gd name="f283" fmla="val 855"/>
              <a:gd name="f284" fmla="val 867"/>
              <a:gd name="f285" fmla="val 877"/>
              <a:gd name="f286" fmla="val 882"/>
              <a:gd name="f287" fmla="val 17"/>
              <a:gd name="f288" fmla="val 883"/>
              <a:gd name="f289" fmla="val 888"/>
              <a:gd name="f290" fmla="val 894"/>
              <a:gd name="f291" fmla="val 902"/>
              <a:gd name="f292" fmla="val 900"/>
              <a:gd name="f293" fmla="val 35"/>
              <a:gd name="f294" fmla="val 898"/>
              <a:gd name="f295" fmla="val 40"/>
              <a:gd name="f296" fmla="val 899"/>
              <a:gd name="f297" fmla="val 42"/>
              <a:gd name="f298" fmla="val 904"/>
              <a:gd name="f299" fmla="val 917"/>
              <a:gd name="f300" fmla="val 918"/>
              <a:gd name="f301" fmla="val 909"/>
              <a:gd name="f302" fmla="val 61"/>
              <a:gd name="f303" fmla="val 908"/>
              <a:gd name="f304" fmla="val 62"/>
              <a:gd name="f305" fmla="val 907"/>
              <a:gd name="f306" fmla="val 912"/>
              <a:gd name="f307" fmla="val 68"/>
              <a:gd name="f308" fmla="val 913"/>
              <a:gd name="f309" fmla="val 72"/>
              <a:gd name="f310" fmla="val 78"/>
              <a:gd name="f311" fmla="val 79"/>
              <a:gd name="f312" fmla="val 906"/>
              <a:gd name="f313" fmla="val 83"/>
              <a:gd name="f314" fmla="val 84"/>
              <a:gd name="f315" fmla="val 911"/>
              <a:gd name="f316" fmla="val 915"/>
              <a:gd name="f317" fmla="val 920"/>
              <a:gd name="f318" fmla="val 96"/>
              <a:gd name="f319" fmla="val 926"/>
              <a:gd name="f320" fmla="val 923"/>
              <a:gd name="f321" fmla="val 103"/>
              <a:gd name="f322" fmla="val 919"/>
              <a:gd name="f323" fmla="val 107"/>
              <a:gd name="f324" fmla="val 108"/>
              <a:gd name="f325" fmla="val 110"/>
              <a:gd name="f326" fmla="val 113"/>
              <a:gd name="f327" fmla="val 117"/>
              <a:gd name="f328" fmla="val 119"/>
              <a:gd name="f329" fmla="val 121"/>
              <a:gd name="f330" fmla="val 122"/>
              <a:gd name="f331" fmla="val 124"/>
              <a:gd name="f332" fmla="val 887"/>
              <a:gd name="f333" fmla="val 881"/>
              <a:gd name="f334" fmla="val 130"/>
              <a:gd name="f335" fmla="val 874"/>
              <a:gd name="f336" fmla="val 134"/>
              <a:gd name="f337" fmla="val 880"/>
              <a:gd name="f338" fmla="val 144"/>
              <a:gd name="f339" fmla="val 892"/>
              <a:gd name="f340" fmla="val 140"/>
              <a:gd name="f341" fmla="val 131"/>
              <a:gd name="f342" fmla="val 933"/>
              <a:gd name="f343" fmla="val 954"/>
              <a:gd name="f344" fmla="val 133"/>
              <a:gd name="f345" fmla="val 959"/>
              <a:gd name="f346" fmla="val 963"/>
              <a:gd name="f347" fmla="val 136"/>
              <a:gd name="f348" fmla="val 968"/>
              <a:gd name="f349" fmla="val 138"/>
              <a:gd name="f350" fmla="val 962"/>
              <a:gd name="f351" fmla="val 964"/>
              <a:gd name="f352" fmla="val 147"/>
              <a:gd name="f353" fmla="val 971"/>
              <a:gd name="f354" fmla="val 149"/>
              <a:gd name="f355" fmla="val 975"/>
              <a:gd name="f356" fmla="val 150"/>
              <a:gd name="f357" fmla="val 978"/>
              <a:gd name="f358" fmla="val 151"/>
              <a:gd name="f359" fmla="val 982"/>
              <a:gd name="f360" fmla="val 153"/>
              <a:gd name="f361" fmla="val 985"/>
              <a:gd name="f362" fmla="val 154"/>
              <a:gd name="f363" fmla="val 989"/>
              <a:gd name="f364" fmla="val 988"/>
              <a:gd name="f365" fmla="val 160"/>
              <a:gd name="f366" fmla="val 993"/>
              <a:gd name="f367" fmla="val 996"/>
              <a:gd name="f368" fmla="val 1000"/>
              <a:gd name="f369" fmla="val 1005"/>
              <a:gd name="f370" fmla="val 175"/>
              <a:gd name="f371" fmla="val 1007"/>
              <a:gd name="f372" fmla="val 179"/>
              <a:gd name="f373" fmla="val 1011"/>
              <a:gd name="f374" fmla="val 188"/>
              <a:gd name="f375" fmla="val 1016"/>
              <a:gd name="f376" fmla="val 196"/>
              <a:gd name="f377" fmla="val 1027"/>
              <a:gd name="f378" fmla="val 197"/>
              <a:gd name="f379" fmla="val 1018"/>
              <a:gd name="f380" fmla="val 209"/>
              <a:gd name="f381" fmla="val 1004"/>
              <a:gd name="f382" fmla="val 204"/>
              <a:gd name="f383" fmla="val 994"/>
              <a:gd name="f384" fmla="val 995"/>
              <a:gd name="f385" fmla="val 215"/>
              <a:gd name="f386" fmla="val 998"/>
              <a:gd name="f387" fmla="val 220"/>
              <a:gd name="f388" fmla="val 990"/>
              <a:gd name="f389" fmla="val 218"/>
              <a:gd name="f390" fmla="val 221"/>
              <a:gd name="f391" fmla="val 992"/>
              <a:gd name="f392" fmla="val 225"/>
              <a:gd name="f393" fmla="val 228"/>
              <a:gd name="f394" fmla="val 234"/>
              <a:gd name="f395" fmla="val 997"/>
              <a:gd name="f396" fmla="val 237"/>
              <a:gd name="f397" fmla="val 238"/>
              <a:gd name="f398" fmla="val 991"/>
              <a:gd name="f399" fmla="val 983"/>
              <a:gd name="f400" fmla="val 977"/>
              <a:gd name="f401" fmla="val 236"/>
              <a:gd name="f402" fmla="val 972"/>
              <a:gd name="f403" fmla="val 973"/>
              <a:gd name="f404" fmla="val 249"/>
              <a:gd name="f405" fmla="val 969"/>
              <a:gd name="f406" fmla="val 268"/>
              <a:gd name="f407" fmla="val 277"/>
              <a:gd name="f408" fmla="val 976"/>
              <a:gd name="f409" fmla="val 284"/>
              <a:gd name="f410" fmla="val 965"/>
              <a:gd name="f411" fmla="val 286"/>
              <a:gd name="f412" fmla="val 955"/>
              <a:gd name="f413" fmla="val 945"/>
              <a:gd name="f414" fmla="val 287"/>
              <a:gd name="f415" fmla="val 935"/>
              <a:gd name="f416" fmla="val 930"/>
              <a:gd name="f417" fmla="val 927"/>
              <a:gd name="f418" fmla="val 290"/>
              <a:gd name="f419" fmla="val 293"/>
              <a:gd name="f420" fmla="val 928"/>
              <a:gd name="f421" fmla="val 295"/>
              <a:gd name="f422" fmla="val 921"/>
              <a:gd name="f423" fmla="val 916"/>
              <a:gd name="f424" fmla="val 294"/>
              <a:gd name="f425" fmla="val 291"/>
              <a:gd name="f426" fmla="val 283"/>
              <a:gd name="f427" fmla="val 897"/>
              <a:gd name="f428" fmla="val 279"/>
              <a:gd name="f429" fmla="val 267"/>
              <a:gd name="f430" fmla="val 863"/>
              <a:gd name="f431" fmla="val 850"/>
              <a:gd name="f432" fmla="val 861"/>
              <a:gd name="f433" fmla="val 871"/>
              <a:gd name="f434" fmla="val 297"/>
              <a:gd name="f435" fmla="val 879"/>
              <a:gd name="f436" fmla="val 299"/>
              <a:gd name="f437" fmla="val 885"/>
              <a:gd name="f438" fmla="val 303"/>
              <a:gd name="f439" fmla="val 311"/>
              <a:gd name="f440" fmla="val 314"/>
              <a:gd name="f441" fmla="val 893"/>
              <a:gd name="f442" fmla="val 319"/>
              <a:gd name="f443" fmla="val 896"/>
              <a:gd name="f444" fmla="val 321"/>
              <a:gd name="f445" fmla="val 323"/>
              <a:gd name="f446" fmla="val 325"/>
              <a:gd name="f447" fmla="val 346"/>
              <a:gd name="f448" fmla="val 924"/>
              <a:gd name="f449" fmla="val 922"/>
              <a:gd name="f450" fmla="val 364"/>
              <a:gd name="f451" fmla="val 366"/>
              <a:gd name="f452" fmla="val 373"/>
              <a:gd name="f453" fmla="val 895"/>
              <a:gd name="f454" fmla="val 374"/>
              <a:gd name="f455" fmla="val 878"/>
              <a:gd name="f456" fmla="val 370"/>
              <a:gd name="f457" fmla="val 378"/>
              <a:gd name="f458" fmla="val 394"/>
              <a:gd name="f459" fmla="val 395"/>
              <a:gd name="f460" fmla="val 392"/>
              <a:gd name="f461" fmla="val 854"/>
              <a:gd name="f462" fmla="val 390"/>
              <a:gd name="f463" fmla="val 389"/>
              <a:gd name="f464" fmla="val 837"/>
              <a:gd name="f465" fmla="val 380"/>
              <a:gd name="f466" fmla="val 385"/>
              <a:gd name="f467" fmla="val 838"/>
              <a:gd name="f468" fmla="val 393"/>
              <a:gd name="f469" fmla="val 401"/>
              <a:gd name="f470" fmla="val 836"/>
              <a:gd name="f471" fmla="val 403"/>
              <a:gd name="f472" fmla="val 400"/>
              <a:gd name="f473" fmla="val 822"/>
              <a:gd name="f474" fmla="val 398"/>
              <a:gd name="f475" fmla="val 816"/>
              <a:gd name="f476" fmla="val 810"/>
              <a:gd name="f477" fmla="val 808"/>
              <a:gd name="f478" fmla="val 391"/>
              <a:gd name="f479" fmla="val 806"/>
              <a:gd name="f480" fmla="val 803"/>
              <a:gd name="f481" fmla="val 388"/>
              <a:gd name="f482" fmla="val 396"/>
              <a:gd name="f483" fmla="val 800"/>
              <a:gd name="f484" fmla="val 796"/>
              <a:gd name="f485" fmla="val 794"/>
              <a:gd name="f486" fmla="val 397"/>
              <a:gd name="f487" fmla="val 775"/>
              <a:gd name="f488" fmla="val 780"/>
              <a:gd name="f489" fmla="val 825"/>
              <a:gd name="f490" fmla="val 419"/>
              <a:gd name="f491" fmla="val 869"/>
              <a:gd name="f492" fmla="val 438"/>
              <a:gd name="f493" fmla="val 914"/>
              <a:gd name="f494" fmla="val 457"/>
              <a:gd name="f495" fmla="val 950"/>
              <a:gd name="f496" fmla="val 472"/>
              <a:gd name="f497" fmla="val 986"/>
              <a:gd name="f498" fmla="val 487"/>
              <a:gd name="f499" fmla="val 1022"/>
              <a:gd name="f500" fmla="val 502"/>
              <a:gd name="f501" fmla="val 1024"/>
              <a:gd name="f502" fmla="val 503"/>
              <a:gd name="f503" fmla="val 505"/>
              <a:gd name="f504" fmla="val 1033"/>
              <a:gd name="f505" fmla="val 491"/>
              <a:gd name="f506" fmla="val 1043"/>
              <a:gd name="f507" fmla="val 494"/>
              <a:gd name="f508" fmla="val 498"/>
              <a:gd name="f509" fmla="val 1044"/>
              <a:gd name="f510" fmla="val 1051"/>
              <a:gd name="f511" fmla="val 496"/>
              <a:gd name="f512" fmla="val 1057"/>
              <a:gd name="f513" fmla="val 488"/>
              <a:gd name="f514" fmla="val 1068"/>
              <a:gd name="f515" fmla="val 1069"/>
              <a:gd name="f516" fmla="val 490"/>
              <a:gd name="f517" fmla="val 492"/>
              <a:gd name="f518" fmla="val 1070"/>
              <a:gd name="f519" fmla="val 493"/>
              <a:gd name="f520" fmla="val 1081"/>
              <a:gd name="f521" fmla="val 1093"/>
              <a:gd name="f522" fmla="val 1104"/>
              <a:gd name="f523" fmla="val 1105"/>
              <a:gd name="f524" fmla="val 1103"/>
              <a:gd name="f525" fmla="val 1101"/>
              <a:gd name="f526" fmla="val 1098"/>
              <a:gd name="f527" fmla="val 1111"/>
              <a:gd name="f528" fmla="val 1123"/>
              <a:gd name="f529" fmla="val 513"/>
              <a:gd name="f530" fmla="val 1135"/>
              <a:gd name="f531" fmla="val 516"/>
              <a:gd name="f532" fmla="val 1148"/>
              <a:gd name="f533" fmla="val 519"/>
              <a:gd name="f534" fmla="val 1161"/>
              <a:gd name="f535" fmla="val 1173"/>
              <a:gd name="f536" fmla="val 529"/>
              <a:gd name="f537" fmla="val 1180"/>
              <a:gd name="f538" fmla="val 532"/>
              <a:gd name="f539" fmla="val 1185"/>
              <a:gd name="f540" fmla="val 538"/>
              <a:gd name="f541" fmla="val 1191"/>
              <a:gd name="f542" fmla="val 543"/>
              <a:gd name="f543" fmla="val 1199"/>
              <a:gd name="f544" fmla="val 1205"/>
              <a:gd name="f545" fmla="val 1214"/>
              <a:gd name="f546" fmla="val 546"/>
              <a:gd name="f547" fmla="val 1223"/>
              <a:gd name="f548" fmla="val 541"/>
              <a:gd name="f549" fmla="val 1231"/>
              <a:gd name="f550" fmla="val 1239"/>
              <a:gd name="f551" fmla="val 1244"/>
              <a:gd name="f552" fmla="val 526"/>
              <a:gd name="f553" fmla="val 1248"/>
              <a:gd name="f554" fmla="val 521"/>
              <a:gd name="f555" fmla="val 1251"/>
              <a:gd name="f556" fmla="val 1261"/>
              <a:gd name="f557" fmla="val 1259"/>
              <a:gd name="f558" fmla="val 1247"/>
              <a:gd name="f559" fmla="val 482"/>
              <a:gd name="f560" fmla="val 1241"/>
              <a:gd name="f561" fmla="val 483"/>
              <a:gd name="f562" fmla="val 1235"/>
              <a:gd name="f563" fmla="val 485"/>
              <a:gd name="f564" fmla="val 1230"/>
              <a:gd name="f565" fmla="val 1228"/>
              <a:gd name="f566" fmla="val 486"/>
              <a:gd name="f567" fmla="val 1225"/>
              <a:gd name="f568" fmla="val 480"/>
              <a:gd name="f569" fmla="val 1227"/>
              <a:gd name="f570" fmla="val 477"/>
              <a:gd name="f571" fmla="val 1233"/>
              <a:gd name="f572" fmla="val 475"/>
              <a:gd name="f573" fmla="val 1238"/>
              <a:gd name="f574" fmla="val 473"/>
              <a:gd name="f575" fmla="val 463"/>
              <a:gd name="f576" fmla="val 1246"/>
              <a:gd name="f577" fmla="val 461"/>
              <a:gd name="f578" fmla="val 1237"/>
              <a:gd name="f579" fmla="val 458"/>
              <a:gd name="f580" fmla="val 1232"/>
              <a:gd name="f581" fmla="val 459"/>
              <a:gd name="f582" fmla="val 1226"/>
              <a:gd name="f583" fmla="val 460"/>
              <a:gd name="f584" fmla="val 1220"/>
              <a:gd name="f585" fmla="val 1218"/>
              <a:gd name="f586" fmla="val 454"/>
              <a:gd name="f587" fmla="val 1219"/>
              <a:gd name="f588" fmla="val 452"/>
              <a:gd name="f589" fmla="val 1222"/>
              <a:gd name="f590" fmla="val 444"/>
              <a:gd name="f591" fmla="val 1229"/>
              <a:gd name="f592" fmla="val 446"/>
              <a:gd name="f593" fmla="val 448"/>
              <a:gd name="f594" fmla="val 1236"/>
              <a:gd name="f595" fmla="val 443"/>
              <a:gd name="f596" fmla="val 439"/>
              <a:gd name="f597" fmla="val 435"/>
              <a:gd name="f598" fmla="val 429"/>
              <a:gd name="f599" fmla="val 428"/>
              <a:gd name="f600" fmla="val 1216"/>
              <a:gd name="f601" fmla="val 1213"/>
              <a:gd name="f602" fmla="val 1210"/>
              <a:gd name="f603" fmla="val 430"/>
              <a:gd name="f604" fmla="val 1208"/>
              <a:gd name="f605" fmla="val 1207"/>
              <a:gd name="f606" fmla="val 1204"/>
              <a:gd name="f607" fmla="val 421"/>
              <a:gd name="f608" fmla="val 426"/>
              <a:gd name="f609" fmla="val 1242"/>
              <a:gd name="f610" fmla="val 432"/>
              <a:gd name="f611" fmla="val 450"/>
              <a:gd name="f612" fmla="val 1250"/>
              <a:gd name="f613" fmla="val 1254"/>
              <a:gd name="f614" fmla="val 474"/>
              <a:gd name="f615" fmla="val 476"/>
              <a:gd name="f616" fmla="val 1255"/>
              <a:gd name="f617" fmla="val 1267"/>
              <a:gd name="f618" fmla="val 1265"/>
              <a:gd name="f619" fmla="val 1263"/>
              <a:gd name="f620" fmla="val 1262"/>
              <a:gd name="f621" fmla="val 1264"/>
              <a:gd name="f622" fmla="val 1270"/>
              <a:gd name="f623" fmla="val 1273"/>
              <a:gd name="f624" fmla="val 1276"/>
              <a:gd name="f625" fmla="val 479"/>
              <a:gd name="f626" fmla="val 1280"/>
              <a:gd name="f627" fmla="val 1271"/>
              <a:gd name="f628" fmla="val 471"/>
              <a:gd name="f629" fmla="val 1274"/>
              <a:gd name="f630" fmla="val 464"/>
              <a:gd name="f631" fmla="val 1269"/>
              <a:gd name="f632" fmla="val 441"/>
              <a:gd name="f633" fmla="val 440"/>
              <a:gd name="f634" fmla="val 442"/>
              <a:gd name="f635" fmla="val 1275"/>
              <a:gd name="f636" fmla="val 433"/>
              <a:gd name="f637" fmla="val 423"/>
              <a:gd name="f638" fmla="val 1272"/>
              <a:gd name="f639" fmla="val 411"/>
              <a:gd name="f640" fmla="val 1277"/>
              <a:gd name="f641" fmla="val 413"/>
              <a:gd name="f642" fmla="val 1281"/>
              <a:gd name="f643" fmla="val 414"/>
              <a:gd name="f644" fmla="val 1285"/>
              <a:gd name="f645" fmla="val 415"/>
              <a:gd name="f646" fmla="val 1287"/>
              <a:gd name="f647" fmla="val 410"/>
              <a:gd name="f648" fmla="val 1289"/>
              <a:gd name="f649" fmla="val 1291"/>
              <a:gd name="f650" fmla="val 1292"/>
              <a:gd name="f651" fmla="val 383"/>
              <a:gd name="f652" fmla="val 1294"/>
              <a:gd name="f653" fmla="val 375"/>
              <a:gd name="f654" fmla="val 1295"/>
              <a:gd name="f655" fmla="val 1296"/>
              <a:gd name="f656" fmla="val 1297"/>
              <a:gd name="f657" fmla="val 1304"/>
              <a:gd name="f658" fmla="val 382"/>
              <a:gd name="f659" fmla="val 1309"/>
              <a:gd name="f660" fmla="val 1318"/>
              <a:gd name="f661" fmla="val 1327"/>
              <a:gd name="f662" fmla="val 402"/>
              <a:gd name="f663" fmla="val 1329"/>
              <a:gd name="f664" fmla="val 1337"/>
              <a:gd name="f665" fmla="val 409"/>
              <a:gd name="f666" fmla="val 1340"/>
              <a:gd name="f667" fmla="val 405"/>
              <a:gd name="f668" fmla="val 1342"/>
              <a:gd name="f669" fmla="val 406"/>
              <a:gd name="f670" fmla="val 1344"/>
              <a:gd name="f671" fmla="val 407"/>
              <a:gd name="f672" fmla="val 1345"/>
              <a:gd name="f673" fmla="val 1346"/>
              <a:gd name="f674" fmla="val 399"/>
              <a:gd name="f675" fmla="val 1347"/>
              <a:gd name="f676" fmla="val 1349"/>
              <a:gd name="f677" fmla="val 1351"/>
              <a:gd name="f678" fmla="val 1352"/>
              <a:gd name="f679" fmla="val 1355"/>
              <a:gd name="f680" fmla="val 1356"/>
              <a:gd name="f681" fmla="val 1359"/>
              <a:gd name="f682" fmla="val 1362"/>
              <a:gd name="f683" fmla="val 1365"/>
              <a:gd name="f684" fmla="val 404"/>
              <a:gd name="f685" fmla="val 1371"/>
              <a:gd name="f686" fmla="val 1377"/>
              <a:gd name="f687" fmla="val 387"/>
              <a:gd name="f688" fmla="val 1383"/>
              <a:gd name="f689" fmla="val 1386"/>
              <a:gd name="f690" fmla="val 1388"/>
              <a:gd name="f691" fmla="val 386"/>
              <a:gd name="f692" fmla="val 1390"/>
              <a:gd name="f693" fmla="val 1395"/>
              <a:gd name="f694" fmla="val 1399"/>
              <a:gd name="f695" fmla="val 1404"/>
              <a:gd name="f696" fmla="val 379"/>
              <a:gd name="f697" fmla="val 1405"/>
              <a:gd name="f698" fmla="val 1407"/>
              <a:gd name="f699" fmla="val 381"/>
              <a:gd name="f700" fmla="val 1410"/>
              <a:gd name="f701" fmla="val 1414"/>
              <a:gd name="f702" fmla="val 1419"/>
              <a:gd name="f703" fmla="val 1425"/>
              <a:gd name="f704" fmla="val 1427"/>
              <a:gd name="f705" fmla="val 1432"/>
              <a:gd name="f706" fmla="val 1433"/>
              <a:gd name="f707" fmla="val 1435"/>
              <a:gd name="f708" fmla="val 1436"/>
              <a:gd name="f709" fmla="val 376"/>
              <a:gd name="f710" fmla="val 1437"/>
              <a:gd name="f711" fmla="val 1438"/>
              <a:gd name="f712" fmla="val 1442"/>
              <a:gd name="f713" fmla="val 1444"/>
              <a:gd name="f714" fmla="val 1453"/>
              <a:gd name="f715" fmla="val 1451"/>
              <a:gd name="f716" fmla="val 1448"/>
              <a:gd name="f717" fmla="val 436"/>
              <a:gd name="f718" fmla="val 1447"/>
              <a:gd name="f719" fmla="val 445"/>
              <a:gd name="f720" fmla="val 1452"/>
              <a:gd name="f721" fmla="val 1458"/>
              <a:gd name="f722" fmla="val 1460"/>
              <a:gd name="f723" fmla="val 451"/>
              <a:gd name="f724" fmla="val 1464"/>
              <a:gd name="f725" fmla="val 1462"/>
              <a:gd name="f726" fmla="val 462"/>
              <a:gd name="f727" fmla="val 468"/>
              <a:gd name="f728" fmla="val 1467"/>
              <a:gd name="f729" fmla="val 466"/>
              <a:gd name="f730" fmla="val 1469"/>
              <a:gd name="f731" fmla="val 1468"/>
              <a:gd name="f732" fmla="val 1470"/>
              <a:gd name="f733" fmla="val 1477"/>
              <a:gd name="f734" fmla="val 484"/>
              <a:gd name="f735" fmla="val 1484"/>
              <a:gd name="f736" fmla="val 1486"/>
              <a:gd name="f737" fmla="val 1483"/>
              <a:gd name="f738" fmla="val 497"/>
              <a:gd name="f739" fmla="val 1480"/>
              <a:gd name="f740" fmla="val 1481"/>
              <a:gd name="f741" fmla="val 1487"/>
              <a:gd name="f742" fmla="val 1490"/>
              <a:gd name="f743" fmla="val 1493"/>
              <a:gd name="f744" fmla="val 520"/>
              <a:gd name="f745" fmla="val 1491"/>
              <a:gd name="f746" fmla="val 527"/>
              <a:gd name="f747" fmla="val 533"/>
              <a:gd name="f748" fmla="val 1475"/>
              <a:gd name="f749" fmla="val 537"/>
              <a:gd name="f750" fmla="val 550"/>
              <a:gd name="f751" fmla="val 1465"/>
              <a:gd name="f752" fmla="val 553"/>
              <a:gd name="f753" fmla="val 1461"/>
              <a:gd name="f754" fmla="val 1457"/>
              <a:gd name="f755" fmla="val 556"/>
              <a:gd name="f756" fmla="val 558"/>
              <a:gd name="f757" fmla="val 1450"/>
              <a:gd name="f758" fmla="val 559"/>
              <a:gd name="f759" fmla="val 1454"/>
              <a:gd name="f760" fmla="val 564"/>
              <a:gd name="f761" fmla="val 1456"/>
              <a:gd name="f762" fmla="val 1459"/>
              <a:gd name="f763" fmla="val 1463"/>
              <a:gd name="f764" fmla="val 579"/>
              <a:gd name="f765" fmla="val 582"/>
              <a:gd name="f766" fmla="val 585"/>
              <a:gd name="f767" fmla="val 594"/>
              <a:gd name="f768" fmla="val 1466"/>
              <a:gd name="f769" fmla="val 597"/>
              <a:gd name="f770" fmla="val 603"/>
              <a:gd name="f771" fmla="val 1473"/>
              <a:gd name="f772" fmla="val 1479"/>
              <a:gd name="f773" fmla="val 1485"/>
              <a:gd name="f774" fmla="val 607"/>
              <a:gd name="f775" fmla="val 1495"/>
              <a:gd name="f776" fmla="val 611"/>
              <a:gd name="f777" fmla="val 1496"/>
              <a:gd name="f778" fmla="val 1500"/>
              <a:gd name="f779" fmla="val 623"/>
              <a:gd name="f780" fmla="val 1509"/>
              <a:gd name="f781" fmla="val 624"/>
              <a:gd name="f782" fmla="val 1512"/>
              <a:gd name="f783" fmla="val 1515"/>
              <a:gd name="f784" fmla="val 1517"/>
              <a:gd name="f785" fmla="val 1513"/>
              <a:gd name="f786" fmla="val 631"/>
              <a:gd name="f787" fmla="val 1510"/>
              <a:gd name="f788" fmla="val 632"/>
              <a:gd name="f789" fmla="val 1502"/>
              <a:gd name="f790" fmla="val 636"/>
              <a:gd name="f791" fmla="val 639"/>
              <a:gd name="f792" fmla="val 1488"/>
              <a:gd name="f793" fmla="val 649"/>
              <a:gd name="f794" fmla="val 652"/>
              <a:gd name="f795" fmla="val 1494"/>
              <a:gd name="f796" fmla="val 655"/>
              <a:gd name="f797" fmla="val 657"/>
              <a:gd name="f798" fmla="val 660"/>
              <a:gd name="f799" fmla="val 667"/>
              <a:gd name="f800" fmla="val 1497"/>
              <a:gd name="f801" fmla="val 669"/>
              <a:gd name="f802" fmla="val 675"/>
              <a:gd name="f803" fmla="val 681"/>
              <a:gd name="f804" fmla="val 1499"/>
              <a:gd name="f805" fmla="val 1501"/>
              <a:gd name="f806" fmla="val 696"/>
              <a:gd name="f807" fmla="val 684"/>
              <a:gd name="f808" fmla="val 1476"/>
              <a:gd name="f809" fmla="val 698"/>
              <a:gd name="f810" fmla="val 694"/>
              <a:gd name="f811" fmla="val 691"/>
              <a:gd name="f812" fmla="val 1446"/>
              <a:gd name="f813" fmla="val 683"/>
              <a:gd name="f814" fmla="val 702"/>
              <a:gd name="f815" fmla="val 1439"/>
              <a:gd name="f816" fmla="val 713"/>
              <a:gd name="f817" fmla="val 710"/>
              <a:gd name="f818" fmla="val 707"/>
              <a:gd name="f819" fmla="val 704"/>
              <a:gd name="f820" fmla="val 1431"/>
              <a:gd name="f821" fmla="val 1426"/>
              <a:gd name="f822" fmla="val 680"/>
              <a:gd name="f823" fmla="val 1424"/>
              <a:gd name="f824" fmla="val 670"/>
              <a:gd name="f825" fmla="val 1420"/>
              <a:gd name="f826" fmla="val 662"/>
              <a:gd name="f827" fmla="val 1417"/>
              <a:gd name="f828" fmla="val 653"/>
              <a:gd name="f829" fmla="val 1415"/>
              <a:gd name="f830" fmla="val 642"/>
              <a:gd name="f831" fmla="val 1418"/>
              <a:gd name="f832" fmla="val 635"/>
              <a:gd name="f833" fmla="val 1421"/>
              <a:gd name="f834" fmla="val 1423"/>
              <a:gd name="f835" fmla="val 625"/>
              <a:gd name="f836" fmla="val 1397"/>
              <a:gd name="f837" fmla="val 612"/>
              <a:gd name="f838" fmla="val 1392"/>
              <a:gd name="f839" fmla="val 1387"/>
              <a:gd name="f840" fmla="val 1385"/>
              <a:gd name="f841" fmla="val 609"/>
              <a:gd name="f842" fmla="val 608"/>
              <a:gd name="f843" fmla="val 1378"/>
              <a:gd name="f844" fmla="val 606"/>
              <a:gd name="f845" fmla="val 1373"/>
              <a:gd name="f846" fmla="val 1368"/>
              <a:gd name="f847" fmla="val 1336"/>
              <a:gd name="f848" fmla="val 1319"/>
              <a:gd name="f849" fmla="val 1339"/>
              <a:gd name="f850" fmla="val 1348"/>
              <a:gd name="f851" fmla="val 1364"/>
              <a:gd name="f852" fmla="val 742"/>
              <a:gd name="f853" fmla="val 769"/>
              <a:gd name="f854" fmla="val 845"/>
              <a:gd name="f855" fmla="val 853"/>
              <a:gd name="f856" fmla="val 1507"/>
              <a:gd name="f857" fmla="val 860"/>
              <a:gd name="f858" fmla="val 866"/>
              <a:gd name="f859" fmla="val 1529"/>
              <a:gd name="f860" fmla="val 1545"/>
              <a:gd name="f861" fmla="val 1562"/>
              <a:gd name="f862" fmla="val 1582"/>
              <a:gd name="f863" fmla="val 870"/>
              <a:gd name="f864" fmla="val 1587"/>
              <a:gd name="f865" fmla="val 1578"/>
              <a:gd name="f866" fmla="val 833"/>
              <a:gd name="f867" fmla="val 1575"/>
              <a:gd name="f868" fmla="val 828"/>
              <a:gd name="f869" fmla="val 826"/>
              <a:gd name="f870" fmla="val 1580"/>
              <a:gd name="f871" fmla="val 823"/>
              <a:gd name="f872" fmla="val 1589"/>
              <a:gd name="f873" fmla="val 843"/>
              <a:gd name="f874" fmla="val 1588"/>
              <a:gd name="f875" fmla="val 876"/>
              <a:gd name="f876" fmla="val 1569"/>
              <a:gd name="f877" fmla="val 1557"/>
              <a:gd name="f878" fmla="val 1534"/>
              <a:gd name="f879" fmla="val 1531"/>
              <a:gd name="f880" fmla="val 1524"/>
              <a:gd name="f881" fmla="val 1533"/>
              <a:gd name="f882" fmla="val 1540"/>
              <a:gd name="f883" fmla="val 910"/>
              <a:gd name="f884" fmla="val 1549"/>
              <a:gd name="f885" fmla="val 1559"/>
              <a:gd name="f886" fmla="val 940"/>
              <a:gd name="f887" fmla="val 1568"/>
              <a:gd name="f888" fmla="val 958"/>
              <a:gd name="f889" fmla="val 979"/>
              <a:gd name="f890" fmla="val 1570"/>
              <a:gd name="f891" fmla="val 1003"/>
              <a:gd name="f892" fmla="val 1561"/>
              <a:gd name="f893" fmla="val 1014"/>
              <a:gd name="f894" fmla="val 1556"/>
              <a:gd name="f895" fmla="val 1547"/>
              <a:gd name="f896" fmla="val 1538"/>
              <a:gd name="f897" fmla="val 1527"/>
              <a:gd name="f898" fmla="val 1025"/>
              <a:gd name="f899" fmla="val 1521"/>
              <a:gd name="f900" fmla="val 1520"/>
              <a:gd name="f901" fmla="val 1006"/>
              <a:gd name="f902" fmla="val 1519"/>
              <a:gd name="f903" fmla="val 1522"/>
              <a:gd name="f904" fmla="val 981"/>
              <a:gd name="f905" fmla="val 1526"/>
              <a:gd name="f906" fmla="val 980"/>
              <a:gd name="f907" fmla="val 1532"/>
              <a:gd name="f908" fmla="val 1523"/>
              <a:gd name="f909" fmla="val 1001"/>
              <a:gd name="f910" fmla="val 1023"/>
              <a:gd name="f911" fmla="val 1553"/>
              <a:gd name="f912" fmla="val 1015"/>
              <a:gd name="f913" fmla="val 1564"/>
              <a:gd name="f914" fmla="val 1563"/>
              <a:gd name="f915" fmla="val 1554"/>
              <a:gd name="f916" fmla="val 943"/>
              <a:gd name="f917" fmla="val 1539"/>
              <a:gd name="f918" fmla="val 1528"/>
              <a:gd name="f919" fmla="val 886"/>
              <a:gd name="f920" fmla="val 1514"/>
              <a:gd name="f921" fmla="val 1503"/>
              <a:gd name="f922" fmla="val 856"/>
              <a:gd name="f923" fmla="val 842"/>
              <a:gd name="f924" fmla="val 1471"/>
              <a:gd name="f925" fmla="val 1422"/>
              <a:gd name="f926" fmla="val 765"/>
              <a:gd name="f927" fmla="val 732"/>
              <a:gd name="f928" fmla="val 1381"/>
              <a:gd name="f929" fmla="val 705"/>
              <a:gd name="f930" fmla="val 676"/>
              <a:gd name="f931" fmla="val 648"/>
              <a:gd name="f932" fmla="val 1335"/>
              <a:gd name="f933" fmla="val 630"/>
              <a:gd name="f934" fmla="val 1322"/>
              <a:gd name="f935" fmla="val 1308"/>
              <a:gd name="f936" fmla="val 596"/>
              <a:gd name="f937" fmla="val 1306"/>
              <a:gd name="f938" fmla="val 1305"/>
              <a:gd name="f939" fmla="val 1258"/>
              <a:gd name="f940" fmla="val 1211"/>
              <a:gd name="f941" fmla="val 1163"/>
              <a:gd name="f942" fmla="val 1165"/>
              <a:gd name="f943" fmla="val 1177"/>
              <a:gd name="f944" fmla="val 1170"/>
              <a:gd name="f945" fmla="val 1178"/>
              <a:gd name="f946" fmla="val 1186"/>
              <a:gd name="f947" fmla="val 1194"/>
              <a:gd name="f948" fmla="val 587"/>
              <a:gd name="f949" fmla="val 592"/>
              <a:gd name="f950" fmla="val 1179"/>
              <a:gd name="f951" fmla="val 593"/>
              <a:gd name="f952" fmla="val 1172"/>
              <a:gd name="f953" fmla="val 1168"/>
              <a:gd name="f954" fmla="val 1164"/>
              <a:gd name="f955" fmla="val 1158"/>
              <a:gd name="f956" fmla="val 604"/>
              <a:gd name="f957" fmla="val 1155"/>
              <a:gd name="f958" fmla="val 1162"/>
              <a:gd name="f959" fmla="val 1171"/>
              <a:gd name="f960" fmla="val 617"/>
              <a:gd name="f961" fmla="val 620"/>
              <a:gd name="f962" fmla="val 1184"/>
              <a:gd name="f963" fmla="val 1198"/>
              <a:gd name="f964" fmla="val 1209"/>
              <a:gd name="f965" fmla="val 1200"/>
              <a:gd name="f966" fmla="val 643"/>
              <a:gd name="f967" fmla="val 1182"/>
              <a:gd name="f968" fmla="val 656"/>
              <a:gd name="f969" fmla="val 1196"/>
              <a:gd name="f970" fmla="val 671"/>
              <a:gd name="f971" fmla="val 1203"/>
              <a:gd name="f972" fmla="val 674"/>
              <a:gd name="f973" fmla="val 1202"/>
              <a:gd name="f974" fmla="val 1189"/>
              <a:gd name="f975" fmla="val 1195"/>
              <a:gd name="f976" fmla="val 1197"/>
              <a:gd name="f977" fmla="val 1201"/>
              <a:gd name="f978" fmla="val 1206"/>
              <a:gd name="f979" fmla="val 717"/>
              <a:gd name="f980" fmla="val 721"/>
              <a:gd name="f981" fmla="val 723"/>
              <a:gd name="f982" fmla="val 726"/>
              <a:gd name="f983" fmla="val 735"/>
              <a:gd name="f984" fmla="val 1212"/>
              <a:gd name="f985" fmla="val 746"/>
              <a:gd name="f986" fmla="val 751"/>
              <a:gd name="f987" fmla="val 752"/>
              <a:gd name="f988" fmla="val 749"/>
              <a:gd name="f989" fmla="val 1176"/>
              <a:gd name="f990" fmla="val 748"/>
              <a:gd name="f991" fmla="val 755"/>
              <a:gd name="f992" fmla="val 760"/>
              <a:gd name="f993" fmla="val 1110"/>
              <a:gd name="f994" fmla="val 736"/>
              <a:gd name="f995" fmla="val 1097"/>
              <a:gd name="f996" fmla="val 725"/>
              <a:gd name="f997" fmla="val 1092"/>
              <a:gd name="f998" fmla="val 718"/>
              <a:gd name="f999" fmla="val 1086"/>
              <a:gd name="f1000" fmla="val 711"/>
              <a:gd name="f1001" fmla="val 1080"/>
              <a:gd name="f1002" fmla="val 1071"/>
              <a:gd name="f1003" fmla="val 703"/>
              <a:gd name="f1004" fmla="val 1066"/>
              <a:gd name="f1005" fmla="val 1064"/>
              <a:gd name="f1006" fmla="val 708"/>
              <a:gd name="f1007" fmla="val 1065"/>
              <a:gd name="f1008" fmla="val 714"/>
              <a:gd name="f1009" fmla="val 1067"/>
              <a:gd name="f1010" fmla="val 1073"/>
              <a:gd name="f1011" fmla="val 1077"/>
              <a:gd name="f1012" fmla="val 741"/>
              <a:gd name="f1013" fmla="val 1079"/>
              <a:gd name="f1014" fmla="val 1083"/>
              <a:gd name="f1015" fmla="val 762"/>
              <a:gd name="f1016" fmla="val 1075"/>
              <a:gd name="f1017" fmla="val 767"/>
              <a:gd name="f1018" fmla="val 1074"/>
              <a:gd name="f1019" fmla="val 778"/>
              <a:gd name="f1020" fmla="val 786"/>
              <a:gd name="f1021" fmla="val 795"/>
              <a:gd name="f1022" fmla="val 801"/>
              <a:gd name="f1023" fmla="val 1061"/>
              <a:gd name="f1024" fmla="val 1056"/>
              <a:gd name="f1025" fmla="val 1055"/>
              <a:gd name="f1026" fmla="val 799"/>
              <a:gd name="f1027" fmla="val 1054"/>
              <a:gd name="f1028" fmla="val 1053"/>
              <a:gd name="f1029" fmla="val 805"/>
              <a:gd name="f1030" fmla="val 1049"/>
              <a:gd name="f1031" fmla="val 1046"/>
              <a:gd name="f1032" fmla="val 1041"/>
              <a:gd name="f1033" fmla="val 820"/>
              <a:gd name="f1034" fmla="val 1038"/>
              <a:gd name="f1035" fmla="val 818"/>
              <a:gd name="f1036" fmla="val 1035"/>
              <a:gd name="f1037" fmla="val 1034"/>
              <a:gd name="f1038" fmla="val 830"/>
              <a:gd name="f1039" fmla="val 1032"/>
              <a:gd name="f1040" fmla="val 1030"/>
              <a:gd name="f1041" fmla="val 1021"/>
              <a:gd name="f1042" fmla="val 1019"/>
              <a:gd name="f1043" fmla="val 1017"/>
              <a:gd name="f1044" fmla="val 840"/>
              <a:gd name="f1045" fmla="val 999"/>
              <a:gd name="f1046" fmla="val 970"/>
              <a:gd name="f1047" fmla="val 966"/>
              <a:gd name="f1048" fmla="val 961"/>
              <a:gd name="f1049" fmla="val 960"/>
              <a:gd name="f1050" fmla="val 956"/>
              <a:gd name="f1051" fmla="val 821"/>
              <a:gd name="f1052" fmla="val 953"/>
              <a:gd name="f1053" fmla="val 949"/>
              <a:gd name="f1054" fmla="val 827"/>
              <a:gd name="f1055" fmla="val 941"/>
              <a:gd name="f1056" fmla="val 938"/>
              <a:gd name="f1057" fmla="val 937"/>
              <a:gd name="f1058" fmla="val 814"/>
              <a:gd name="f1059" fmla="val 939"/>
              <a:gd name="f1060" fmla="val 934"/>
              <a:gd name="f1061" fmla="val 790"/>
              <a:gd name="f1062" fmla="val 793"/>
              <a:gd name="f1063" fmla="val 787"/>
              <a:gd name="f1064" fmla="val 756"/>
              <a:gd name="f1065" fmla="val 754"/>
              <a:gd name="f1066" fmla="val 747"/>
              <a:gd name="f1067" fmla="val 737"/>
              <a:gd name="f1068" fmla="val 730"/>
              <a:gd name="f1069" fmla="val 722"/>
              <a:gd name="f1070" fmla="val 716"/>
              <a:gd name="f1071" fmla="val 932"/>
              <a:gd name="f1072" fmla="val 931"/>
              <a:gd name="f1073" fmla="val 929"/>
              <a:gd name="f1074" fmla="val 697"/>
              <a:gd name="f1075" fmla="val 891"/>
              <a:gd name="f1076" fmla="val 873"/>
              <a:gd name="f1077" fmla="val 868"/>
              <a:gd name="f1078" fmla="val 729"/>
              <a:gd name="f1079" fmla="val 858"/>
              <a:gd name="f1080" fmla="val 831"/>
              <a:gd name="f1081" fmla="val 834"/>
              <a:gd name="f1082" fmla="val 661"/>
              <a:gd name="f1083" fmla="val 641"/>
              <a:gd name="f1084" fmla="val 622"/>
              <a:gd name="f1085" fmla="val 851"/>
              <a:gd name="f1086" fmla="val 859"/>
              <a:gd name="f1087" fmla="val 862"/>
              <a:gd name="f1088" fmla="val 613"/>
              <a:gd name="f1089" fmla="val 864"/>
              <a:gd name="f1090" fmla="val 586"/>
              <a:gd name="f1091" fmla="val 581"/>
              <a:gd name="f1092" fmla="val 575"/>
              <a:gd name="f1093" fmla="val 865"/>
              <a:gd name="f1094" fmla="val 884"/>
              <a:gd name="f1095" fmla="val 901"/>
              <a:gd name="f1096" fmla="val 525"/>
              <a:gd name="f1097" fmla="val 510"/>
              <a:gd name="f1098" fmla="val 508"/>
              <a:gd name="f1099" fmla="val 925"/>
              <a:gd name="f1100" fmla="val 946"/>
              <a:gd name="f1101" fmla="val 948"/>
              <a:gd name="f1102" fmla="val 952"/>
              <a:gd name="f1103" fmla="val 957"/>
              <a:gd name="f1104" fmla="val 514"/>
              <a:gd name="f1105" fmla="val 974"/>
              <a:gd name="f1106" fmla="val 548"/>
              <a:gd name="f1107" fmla="val 542"/>
              <a:gd name="f1108" fmla="val 518"/>
              <a:gd name="f1109" fmla="val 987"/>
              <a:gd name="f1110" fmla="val 889"/>
              <a:gd name="f1111" fmla="val 815"/>
              <a:gd name="f1112" fmla="val 417"/>
              <a:gd name="f1113" fmla="val 776"/>
              <a:gd name="f1114" fmla="val 774"/>
              <a:gd name="f1115" fmla="val 416"/>
              <a:gd name="f1116" fmla="val 422"/>
              <a:gd name="f1117" fmla="val 687"/>
              <a:gd name="f1118" fmla="val 616"/>
              <a:gd name="f1119" fmla="val 418"/>
              <a:gd name="f1120" fmla="val 455"/>
              <a:gd name="f1121" fmla="val 522"/>
              <a:gd name="f1122" fmla="val 638"/>
              <a:gd name="f1123" fmla="val 621"/>
              <a:gd name="f1124" fmla="val 628"/>
              <a:gd name="f1125" fmla="val 561"/>
              <a:gd name="f1126" fmla="val 584"/>
              <a:gd name="f1127" fmla="val 384"/>
              <a:gd name="f1128" fmla="val 562"/>
              <a:gd name="f1129" fmla="val 437"/>
              <a:gd name="f1130" fmla="val 357"/>
              <a:gd name="f1131" fmla="val 324"/>
              <a:gd name="f1132" fmla="val 300"/>
              <a:gd name="f1133" fmla="val 292"/>
              <a:gd name="f1134" fmla="val 316"/>
              <a:gd name="f1135" fmla="val 326"/>
              <a:gd name="f1136" fmla="val 353"/>
              <a:gd name="f1137" fmla="val 408"/>
              <a:gd name="f1138" fmla="val 354"/>
              <a:gd name="f1139" fmla="val 425"/>
              <a:gd name="f1140" fmla="val 342"/>
              <a:gd name="f1141" fmla="val 431"/>
              <a:gd name="f1142" fmla="val 332"/>
              <a:gd name="f1143" fmla="val 356"/>
              <a:gd name="f1144" fmla="val 453"/>
              <a:gd name="f1145" fmla="val 434"/>
              <a:gd name="f1146" fmla="val 536"/>
              <a:gd name="f1147" fmla="val 469"/>
              <a:gd name="f1148" fmla="val 362"/>
              <a:gd name="f1149" fmla="val 334"/>
              <a:gd name="f1150" fmla="val 330"/>
              <a:gd name="f1151" fmla="val 340"/>
              <a:gd name="f1152" fmla="val 358"/>
              <a:gd name="f1153" fmla="val 377"/>
              <a:gd name="f1154" fmla="val 654"/>
              <a:gd name="f1155" fmla="val 467"/>
              <a:gd name="f1156" fmla="val 478"/>
              <a:gd name="f1157" fmla="val 470"/>
              <a:gd name="f1158" fmla="val 447"/>
              <a:gd name="f1159" fmla="val 699"/>
              <a:gd name="f1160" fmla="val 724"/>
              <a:gd name="f1161" fmla="val 427"/>
              <a:gd name="f1162" fmla="val 420"/>
              <a:gd name="f1163" fmla="val 763"/>
              <a:gd name="f1164" fmla="val 770"/>
              <a:gd name="f1165" fmla="val 783"/>
              <a:gd name="f1166" fmla="val 779"/>
              <a:gd name="f1167" fmla="val 766"/>
              <a:gd name="f1168" fmla="val 310"/>
              <a:gd name="f1169" fmla="val 743"/>
              <a:gd name="f1170" fmla="val 271"/>
              <a:gd name="f1171" fmla="val 262"/>
              <a:gd name="f1172" fmla="val 263"/>
              <a:gd name="f1173" fmla="val 266"/>
              <a:gd name="f1174" fmla="val 719"/>
              <a:gd name="f1175" fmla="val 727"/>
              <a:gd name="f1176" fmla="val 276"/>
              <a:gd name="f1177" fmla="val 281"/>
              <a:gd name="f1178" fmla="val 278"/>
              <a:gd name="f1179" fmla="val 759"/>
              <a:gd name="f1180" fmla="val 282"/>
              <a:gd name="f1181" fmla="val 285"/>
              <a:gd name="f1182" fmla="val 259"/>
              <a:gd name="f1183" fmla="val 258"/>
              <a:gd name="f1184" fmla="val 758"/>
              <a:gd name="f1185" fmla="val 256"/>
              <a:gd name="f1186" fmla="val 212"/>
              <a:gd name="f1187" fmla="val 199"/>
              <a:gd name="f1188" fmla="val 185"/>
              <a:gd name="f1189" fmla="val 177"/>
              <a:gd name="f1190" fmla="val 173"/>
              <a:gd name="f1191" fmla="val 709"/>
              <a:gd name="f1192" fmla="val 159"/>
              <a:gd name="f1193" fmla="val 692"/>
              <a:gd name="f1194" fmla="val 678"/>
              <a:gd name="f1195" fmla="val 145"/>
              <a:gd name="f1196" fmla="val 142"/>
              <a:gd name="f1197" fmla="val 129"/>
              <a:gd name="f1198" fmla="val 128"/>
              <a:gd name="f1199" fmla="val 123"/>
              <a:gd name="f1200" fmla="val 495"/>
              <a:gd name="f1201" fmla="val 158"/>
              <a:gd name="f1202" fmla="val 449"/>
              <a:gd name="f1203" fmla="val 157"/>
              <a:gd name="f1204" fmla="val 191"/>
              <a:gd name="f1205" fmla="val 194"/>
              <a:gd name="f1206" fmla="val 192"/>
              <a:gd name="f1207" fmla="val 189"/>
              <a:gd name="f1208" fmla="val 186"/>
              <a:gd name="f1209" fmla="val 178"/>
              <a:gd name="f1210" fmla="val 181"/>
              <a:gd name="f1211" fmla="val 198"/>
              <a:gd name="f1212" fmla="val 200"/>
              <a:gd name="f1213" fmla="val 214"/>
              <a:gd name="f1214" fmla="val 226"/>
              <a:gd name="f1215" fmla="val 229"/>
              <a:gd name="f1216" fmla="val 257"/>
              <a:gd name="f1217" fmla="val 328"/>
              <a:gd name="f1218" fmla="val 264"/>
              <a:gd name="f1219" fmla="val 254"/>
              <a:gd name="f1220" fmla="val 1256"/>
              <a:gd name="f1221" fmla="val 1234"/>
              <a:gd name="f1222" fmla="val 1283"/>
              <a:gd name="f1223" fmla="val 1293"/>
              <a:gd name="f1224" fmla="val 1313"/>
              <a:gd name="f1225" fmla="val 1330"/>
              <a:gd name="f1226" fmla="val 1338"/>
              <a:gd name="f1227" fmla="val 1332"/>
              <a:gd name="f1228" fmla="val 1301"/>
              <a:gd name="f1229" fmla="val 700"/>
              <a:gd name="f1230" fmla="val 712"/>
              <a:gd name="f1231" fmla="val 1360"/>
              <a:gd name="f1232" fmla="val 1353"/>
              <a:gd name="f1233" fmla="val 1324"/>
              <a:gd name="f1234" fmla="val 1320"/>
              <a:gd name="f1235" fmla="val 1358"/>
              <a:gd name="f1236" fmla="val 1136"/>
              <a:gd name="f1237" fmla="val 1174"/>
              <a:gd name="f1238" fmla="val 1141"/>
              <a:gd name="f1239" fmla="val 1139"/>
              <a:gd name="f1240" fmla="val 1138"/>
              <a:gd name="f1241" fmla="val 1434"/>
              <a:gd name="f1242" fmla="val 1440"/>
              <a:gd name="f1243" fmla="val 1416"/>
              <a:gd name="f1244" fmla="val 1428"/>
              <a:gd name="f1245" fmla="val 1429"/>
              <a:gd name="f1246" fmla="val 1406"/>
              <a:gd name="f1247" fmla="+- 0 0 -90"/>
              <a:gd name="f1248" fmla="*/ f4 1 1590"/>
              <a:gd name="f1249" fmla="*/ f5 1 1029"/>
              <a:gd name="f1250" fmla="val f6"/>
              <a:gd name="f1251" fmla="val f7"/>
              <a:gd name="f1252" fmla="val f8"/>
              <a:gd name="f1253" fmla="*/ f1247 f0 1"/>
              <a:gd name="f1254" fmla="+- f1252 0 f1250"/>
              <a:gd name="f1255" fmla="+- f1251 0 f1250"/>
              <a:gd name="f1256" fmla="*/ f1253 1 f3"/>
              <a:gd name="f1257" fmla="*/ f1255 1 1590"/>
              <a:gd name="f1258" fmla="*/ f1254 1 1029"/>
              <a:gd name="f1259" fmla="*/ 499 f1255 1"/>
              <a:gd name="f1260" fmla="*/ 363 f1254 1"/>
              <a:gd name="f1261" fmla="*/ 577 f1255 1"/>
              <a:gd name="f1262" fmla="*/ 255 f1254 1"/>
              <a:gd name="f1263" fmla="*/ 506 f1255 1"/>
              <a:gd name="f1264" fmla="*/ 180 f1254 1"/>
              <a:gd name="f1265" fmla="*/ 567 f1255 1"/>
              <a:gd name="f1266" fmla="*/ 143 f1254 1"/>
              <a:gd name="f1267" fmla="*/ 644 f1255 1"/>
              <a:gd name="f1268" fmla="*/ 44 f1254 1"/>
              <a:gd name="f1269" fmla="*/ 768 f1255 1"/>
              <a:gd name="f1270" fmla="*/ 12 f1254 1"/>
              <a:gd name="f1271" fmla="*/ 882 f1255 1"/>
              <a:gd name="f1272" fmla="*/ 17 f1254 1"/>
              <a:gd name="f1273" fmla="*/ 919 f1255 1"/>
              <a:gd name="f1274" fmla="*/ 105 f1254 1"/>
              <a:gd name="f1275" fmla="*/ 982 f1255 1"/>
              <a:gd name="f1276" fmla="*/ 153 f1254 1"/>
              <a:gd name="f1277" fmla="*/ 997 f1255 1"/>
              <a:gd name="f1278" fmla="*/ 237 f1254 1"/>
              <a:gd name="f1279" fmla="*/ 912 f1255 1"/>
              <a:gd name="f1280" fmla="*/ 291 f1254 1"/>
              <a:gd name="f1281" fmla="*/ 913 f1255 1"/>
              <a:gd name="f1282" fmla="*/ 366 f1254 1"/>
              <a:gd name="f1283" fmla="*/ 803 f1255 1"/>
              <a:gd name="f1284" fmla="*/ 394 f1254 1"/>
              <a:gd name="f1285" fmla="*/ 1044 f1255 1"/>
              <a:gd name="f1286" fmla="*/ 503 f1254 1"/>
              <a:gd name="f1287" fmla="*/ 1214 f1255 1"/>
              <a:gd name="f1288" fmla="*/ 546 f1254 1"/>
              <a:gd name="f1289" fmla="*/ 1220 f1255 1"/>
              <a:gd name="f1290" fmla="*/ 460 f1254 1"/>
              <a:gd name="f1291" fmla="*/ 1250 f1255 1"/>
              <a:gd name="f1292" fmla="*/ 474 f1254 1"/>
              <a:gd name="f1293" fmla="*/ 1261 f1255 1"/>
              <a:gd name="f1294" fmla="*/ 441 f1254 1"/>
              <a:gd name="f1295" fmla="*/ 1337 f1255 1"/>
              <a:gd name="f1296" fmla="*/ 419 f1254 1"/>
              <a:gd name="f1297" fmla="*/ 1390 f1255 1"/>
              <a:gd name="f1298" fmla="*/ 389 f1254 1"/>
              <a:gd name="f1299" fmla="*/ 1447 f1255 1"/>
              <a:gd name="f1300" fmla="*/ 443 f1254 1"/>
              <a:gd name="f1301" fmla="*/ 1484 f1255 1"/>
              <a:gd name="f1302" fmla="*/ 516 f1254 1"/>
              <a:gd name="f1303" fmla="*/ 1457 f1255 1"/>
              <a:gd name="f1304" fmla="*/ 585 f1254 1"/>
              <a:gd name="f1305" fmla="*/ 1483 f1255 1"/>
              <a:gd name="f1306" fmla="*/ 644 f1254 1"/>
              <a:gd name="f1307" fmla="*/ 1439 f1255 1"/>
              <a:gd name="f1308" fmla="*/ 713 f1254 1"/>
              <a:gd name="f1309" fmla="*/ 1368 f1255 1"/>
              <a:gd name="f1310" fmla="*/ 602 f1254 1"/>
              <a:gd name="f1311" fmla="*/ 1580 f1255 1"/>
              <a:gd name="f1312" fmla="*/ 823 f1254 1"/>
              <a:gd name="f1313" fmla="*/ 1520 f1255 1"/>
              <a:gd name="f1314" fmla="*/ 1006 f1254 1"/>
              <a:gd name="f1315" fmla="*/ 1471 f1255 1"/>
              <a:gd name="f1316" fmla="*/ 829 f1254 1"/>
              <a:gd name="f1317" fmla="*/ 1172 f1255 1"/>
              <a:gd name="f1318" fmla="*/ 594 f1254 1"/>
              <a:gd name="f1319" fmla="*/ 1207 f1255 1"/>
              <a:gd name="f1320" fmla="*/ 684 f1254 1"/>
              <a:gd name="f1321" fmla="*/ 1180 f1255 1"/>
              <a:gd name="f1322" fmla="*/ 749 f1254 1"/>
              <a:gd name="f1323" fmla="*/ 1075 f1255 1"/>
              <a:gd name="f1324" fmla="*/ 767 f1254 1"/>
              <a:gd name="f1325" fmla="*/ 822 f1254 1"/>
              <a:gd name="f1326" fmla="*/ 961 f1255 1"/>
              <a:gd name="f1327" fmla="*/ 838 f1254 1"/>
              <a:gd name="f1328" fmla="*/ 911 f1255 1"/>
              <a:gd name="f1329" fmla="*/ 782 f1254 1"/>
              <a:gd name="f1330" fmla="*/ 908 f1255 1"/>
              <a:gd name="f1331" fmla="*/ 711 f1254 1"/>
              <a:gd name="f1332" fmla="*/ 825 f1255 1"/>
              <a:gd name="f1333" fmla="*/ 679 f1254 1"/>
              <a:gd name="f1334" fmla="*/ 829 f1255 1"/>
              <a:gd name="f1335" fmla="*/ 589 f1254 1"/>
              <a:gd name="f1336" fmla="*/ 894 f1255 1"/>
              <a:gd name="f1337" fmla="*/ 506 f1254 1"/>
              <a:gd name="f1338" fmla="*/ 1024 f1255 1"/>
              <a:gd name="f1339" fmla="*/ 527 f1254 1"/>
              <a:gd name="f1340" fmla="*/ 590 f1255 1"/>
              <a:gd name="f1341" fmla="*/ 493 f1254 1"/>
              <a:gd name="f1342" fmla="*/ 594 f1255 1"/>
              <a:gd name="f1343" fmla="*/ 550 f1254 1"/>
              <a:gd name="f1344" fmla="*/ 553 f1255 1"/>
              <a:gd name="f1345" fmla="*/ 286 f1255 1"/>
              <a:gd name="f1346" fmla="*/ 395 f1254 1"/>
              <a:gd name="f1347" fmla="*/ 368 f1255 1"/>
              <a:gd name="f1348" fmla="*/ 445 f1254 1"/>
              <a:gd name="f1349" fmla="*/ 416 f1255 1"/>
              <a:gd name="f1350" fmla="*/ 592 f1254 1"/>
              <a:gd name="f1351" fmla="*/ 445 f1255 1"/>
              <a:gd name="f1352" fmla="*/ 638 f1254 1"/>
              <a:gd name="f1353" fmla="*/ 435 f1255 1"/>
              <a:gd name="f1354" fmla="*/ 738 f1254 1"/>
              <a:gd name="f1355" fmla="*/ 301 f1255 1"/>
              <a:gd name="f1356" fmla="*/ 732 f1254 1"/>
              <a:gd name="f1357" fmla="*/ 278 f1255 1"/>
              <a:gd name="f1358" fmla="*/ 766 f1254 1"/>
              <a:gd name="f1359" fmla="*/ 150 f1255 1"/>
              <a:gd name="f1360" fmla="*/ 682 f1254 1"/>
              <a:gd name="f1361" fmla="*/ 159 f1255 1"/>
              <a:gd name="f1362" fmla="*/ 454 f1254 1"/>
              <a:gd name="f1363" fmla="*/ 193 f1255 1"/>
              <a:gd name="f1364" fmla="*/ 500 f1254 1"/>
              <a:gd name="f1365" fmla="*/ 8 f1255 1"/>
              <a:gd name="f1366" fmla="*/ 261 f1254 1"/>
              <a:gd name="f1367" fmla="*/ 1322 f1255 1"/>
              <a:gd name="f1368" fmla="*/ 542 f1254 1"/>
              <a:gd name="f1369" fmla="*/ 682 f1255 1"/>
              <a:gd name="f1370" fmla="*/ 371 f1254 1"/>
              <a:gd name="f1371" fmla="*/ 1348 f1255 1"/>
              <a:gd name="f1372" fmla="*/ 545 f1254 1"/>
              <a:gd name="f1373" fmla="*/ 1433 f1255 1"/>
              <a:gd name="f1374" fmla="*/ 624 f1254 1"/>
              <a:gd name="f1375" fmla="*/ 1406 f1255 1"/>
              <a:gd name="f1376" fmla="*/ 488 f1254 1"/>
              <a:gd name="f1377" fmla="+- f1256 0 f1"/>
              <a:gd name="f1378" fmla="*/ f1259 1 1590"/>
              <a:gd name="f1379" fmla="*/ f1260 1 1029"/>
              <a:gd name="f1380" fmla="*/ f1261 1 1590"/>
              <a:gd name="f1381" fmla="*/ f1262 1 1029"/>
              <a:gd name="f1382" fmla="*/ f1263 1 1590"/>
              <a:gd name="f1383" fmla="*/ f1264 1 1029"/>
              <a:gd name="f1384" fmla="*/ f1265 1 1590"/>
              <a:gd name="f1385" fmla="*/ f1266 1 1029"/>
              <a:gd name="f1386" fmla="*/ f1267 1 1590"/>
              <a:gd name="f1387" fmla="*/ f1268 1 1029"/>
              <a:gd name="f1388" fmla="*/ f1269 1 1590"/>
              <a:gd name="f1389" fmla="*/ f1270 1 1029"/>
              <a:gd name="f1390" fmla="*/ f1271 1 1590"/>
              <a:gd name="f1391" fmla="*/ f1272 1 1029"/>
              <a:gd name="f1392" fmla="*/ f1273 1 1590"/>
              <a:gd name="f1393" fmla="*/ f1274 1 1029"/>
              <a:gd name="f1394" fmla="*/ f1275 1 1590"/>
              <a:gd name="f1395" fmla="*/ f1276 1 1029"/>
              <a:gd name="f1396" fmla="*/ f1277 1 1590"/>
              <a:gd name="f1397" fmla="*/ f1278 1 1029"/>
              <a:gd name="f1398" fmla="*/ f1279 1 1590"/>
              <a:gd name="f1399" fmla="*/ f1280 1 1029"/>
              <a:gd name="f1400" fmla="*/ f1281 1 1590"/>
              <a:gd name="f1401" fmla="*/ f1282 1 1029"/>
              <a:gd name="f1402" fmla="*/ f1283 1 1590"/>
              <a:gd name="f1403" fmla="*/ f1284 1 1029"/>
              <a:gd name="f1404" fmla="*/ f1285 1 1590"/>
              <a:gd name="f1405" fmla="*/ f1286 1 1029"/>
              <a:gd name="f1406" fmla="*/ f1287 1 1590"/>
              <a:gd name="f1407" fmla="*/ f1288 1 1029"/>
              <a:gd name="f1408" fmla="*/ f1289 1 1590"/>
              <a:gd name="f1409" fmla="*/ f1290 1 1029"/>
              <a:gd name="f1410" fmla="*/ f1291 1 1590"/>
              <a:gd name="f1411" fmla="*/ f1292 1 1029"/>
              <a:gd name="f1412" fmla="*/ f1293 1 1590"/>
              <a:gd name="f1413" fmla="*/ f1294 1 1029"/>
              <a:gd name="f1414" fmla="*/ f1295 1 1590"/>
              <a:gd name="f1415" fmla="*/ f1296 1 1029"/>
              <a:gd name="f1416" fmla="*/ f1297 1 1590"/>
              <a:gd name="f1417" fmla="*/ f1298 1 1029"/>
              <a:gd name="f1418" fmla="*/ f1299 1 1590"/>
              <a:gd name="f1419" fmla="*/ f1300 1 1029"/>
              <a:gd name="f1420" fmla="*/ f1301 1 1590"/>
              <a:gd name="f1421" fmla="*/ f1302 1 1029"/>
              <a:gd name="f1422" fmla="*/ f1303 1 1590"/>
              <a:gd name="f1423" fmla="*/ f1304 1 1029"/>
              <a:gd name="f1424" fmla="*/ f1305 1 1590"/>
              <a:gd name="f1425" fmla="*/ f1306 1 1029"/>
              <a:gd name="f1426" fmla="*/ f1307 1 1590"/>
              <a:gd name="f1427" fmla="*/ f1308 1 1029"/>
              <a:gd name="f1428" fmla="*/ f1309 1 1590"/>
              <a:gd name="f1429" fmla="*/ f1310 1 1029"/>
              <a:gd name="f1430" fmla="*/ f1311 1 1590"/>
              <a:gd name="f1431" fmla="*/ f1312 1 1029"/>
              <a:gd name="f1432" fmla="*/ f1313 1 1590"/>
              <a:gd name="f1433" fmla="*/ f1314 1 1029"/>
              <a:gd name="f1434" fmla="*/ f1315 1 1590"/>
              <a:gd name="f1435" fmla="*/ f1316 1 1029"/>
              <a:gd name="f1436" fmla="*/ f1317 1 1590"/>
              <a:gd name="f1437" fmla="*/ f1318 1 1029"/>
              <a:gd name="f1438" fmla="*/ f1319 1 1590"/>
              <a:gd name="f1439" fmla="*/ f1320 1 1029"/>
              <a:gd name="f1440" fmla="*/ f1321 1 1590"/>
              <a:gd name="f1441" fmla="*/ f1322 1 1029"/>
              <a:gd name="f1442" fmla="*/ f1323 1 1590"/>
              <a:gd name="f1443" fmla="*/ f1324 1 1029"/>
              <a:gd name="f1444" fmla="*/ f1325 1 1029"/>
              <a:gd name="f1445" fmla="*/ f1326 1 1590"/>
              <a:gd name="f1446" fmla="*/ f1327 1 1029"/>
              <a:gd name="f1447" fmla="*/ f1328 1 1590"/>
              <a:gd name="f1448" fmla="*/ f1329 1 1029"/>
              <a:gd name="f1449" fmla="*/ f1330 1 1590"/>
              <a:gd name="f1450" fmla="*/ f1331 1 1029"/>
              <a:gd name="f1451" fmla="*/ f1332 1 1590"/>
              <a:gd name="f1452" fmla="*/ f1333 1 1029"/>
              <a:gd name="f1453" fmla="*/ f1334 1 1590"/>
              <a:gd name="f1454" fmla="*/ f1335 1 1029"/>
              <a:gd name="f1455" fmla="*/ f1336 1 1590"/>
              <a:gd name="f1456" fmla="*/ f1337 1 1029"/>
              <a:gd name="f1457" fmla="*/ f1338 1 1590"/>
              <a:gd name="f1458" fmla="*/ f1339 1 1029"/>
              <a:gd name="f1459" fmla="*/ f1340 1 1590"/>
              <a:gd name="f1460" fmla="*/ f1341 1 1029"/>
              <a:gd name="f1461" fmla="*/ f1342 1 1590"/>
              <a:gd name="f1462" fmla="*/ f1343 1 1029"/>
              <a:gd name="f1463" fmla="*/ f1344 1 1590"/>
              <a:gd name="f1464" fmla="*/ f1345 1 1590"/>
              <a:gd name="f1465" fmla="*/ f1346 1 1029"/>
              <a:gd name="f1466" fmla="*/ f1347 1 1590"/>
              <a:gd name="f1467" fmla="*/ f1348 1 1029"/>
              <a:gd name="f1468" fmla="*/ f1349 1 1590"/>
              <a:gd name="f1469" fmla="*/ f1350 1 1029"/>
              <a:gd name="f1470" fmla="*/ f1351 1 1590"/>
              <a:gd name="f1471" fmla="*/ f1352 1 1029"/>
              <a:gd name="f1472" fmla="*/ f1353 1 1590"/>
              <a:gd name="f1473" fmla="*/ f1354 1 1029"/>
              <a:gd name="f1474" fmla="*/ f1355 1 1590"/>
              <a:gd name="f1475" fmla="*/ f1356 1 1029"/>
              <a:gd name="f1476" fmla="*/ f1357 1 1590"/>
              <a:gd name="f1477" fmla="*/ f1358 1 1029"/>
              <a:gd name="f1478" fmla="*/ f1359 1 1590"/>
              <a:gd name="f1479" fmla="*/ f1360 1 1029"/>
              <a:gd name="f1480" fmla="*/ f1361 1 1590"/>
              <a:gd name="f1481" fmla="*/ f1362 1 1029"/>
              <a:gd name="f1482" fmla="*/ f1363 1 1590"/>
              <a:gd name="f1483" fmla="*/ f1364 1 1029"/>
              <a:gd name="f1484" fmla="*/ f1365 1 1590"/>
              <a:gd name="f1485" fmla="*/ f1366 1 1029"/>
              <a:gd name="f1486" fmla="*/ f1367 1 1590"/>
              <a:gd name="f1487" fmla="*/ f1368 1 1029"/>
              <a:gd name="f1488" fmla="*/ f1369 1 1590"/>
              <a:gd name="f1489" fmla="*/ f1370 1 1029"/>
              <a:gd name="f1490" fmla="*/ f1371 1 1590"/>
              <a:gd name="f1491" fmla="*/ f1372 1 1029"/>
              <a:gd name="f1492" fmla="*/ f1373 1 1590"/>
              <a:gd name="f1493" fmla="*/ f1374 1 1029"/>
              <a:gd name="f1494" fmla="*/ f1375 1 1590"/>
              <a:gd name="f1495" fmla="*/ f1376 1 1029"/>
              <a:gd name="f1496" fmla="*/ 0 1 f1257"/>
              <a:gd name="f1497" fmla="*/ f1251 1 f1257"/>
              <a:gd name="f1498" fmla="*/ 0 1 f1258"/>
              <a:gd name="f1499" fmla="*/ f1252 1 f1258"/>
              <a:gd name="f1500" fmla="*/ f1378 1 f1257"/>
              <a:gd name="f1501" fmla="*/ f1379 1 f1258"/>
              <a:gd name="f1502" fmla="*/ f1380 1 f1257"/>
              <a:gd name="f1503" fmla="*/ f1381 1 f1258"/>
              <a:gd name="f1504" fmla="*/ f1382 1 f1257"/>
              <a:gd name="f1505" fmla="*/ f1383 1 f1258"/>
              <a:gd name="f1506" fmla="*/ f1384 1 f1257"/>
              <a:gd name="f1507" fmla="*/ f1385 1 f1258"/>
              <a:gd name="f1508" fmla="*/ f1386 1 f1257"/>
              <a:gd name="f1509" fmla="*/ f1387 1 f1258"/>
              <a:gd name="f1510" fmla="*/ f1388 1 f1257"/>
              <a:gd name="f1511" fmla="*/ f1389 1 f1258"/>
              <a:gd name="f1512" fmla="*/ f1390 1 f1257"/>
              <a:gd name="f1513" fmla="*/ f1391 1 f1258"/>
              <a:gd name="f1514" fmla="*/ f1392 1 f1257"/>
              <a:gd name="f1515" fmla="*/ f1393 1 f1258"/>
              <a:gd name="f1516" fmla="*/ f1394 1 f1257"/>
              <a:gd name="f1517" fmla="*/ f1395 1 f1258"/>
              <a:gd name="f1518" fmla="*/ f1396 1 f1257"/>
              <a:gd name="f1519" fmla="*/ f1397 1 f1258"/>
              <a:gd name="f1520" fmla="*/ f1398 1 f1257"/>
              <a:gd name="f1521" fmla="*/ f1399 1 f1258"/>
              <a:gd name="f1522" fmla="*/ f1400 1 f1257"/>
              <a:gd name="f1523" fmla="*/ f1401 1 f1258"/>
              <a:gd name="f1524" fmla="*/ f1402 1 f1257"/>
              <a:gd name="f1525" fmla="*/ f1403 1 f1258"/>
              <a:gd name="f1526" fmla="*/ f1404 1 f1257"/>
              <a:gd name="f1527" fmla="*/ f1405 1 f1258"/>
              <a:gd name="f1528" fmla="*/ f1406 1 f1257"/>
              <a:gd name="f1529" fmla="*/ f1407 1 f1258"/>
              <a:gd name="f1530" fmla="*/ f1408 1 f1257"/>
              <a:gd name="f1531" fmla="*/ f1409 1 f1258"/>
              <a:gd name="f1532" fmla="*/ f1410 1 f1257"/>
              <a:gd name="f1533" fmla="*/ f1411 1 f1258"/>
              <a:gd name="f1534" fmla="*/ f1412 1 f1257"/>
              <a:gd name="f1535" fmla="*/ f1413 1 f1258"/>
              <a:gd name="f1536" fmla="*/ f1414 1 f1257"/>
              <a:gd name="f1537" fmla="*/ f1415 1 f1258"/>
              <a:gd name="f1538" fmla="*/ f1416 1 f1257"/>
              <a:gd name="f1539" fmla="*/ f1417 1 f1258"/>
              <a:gd name="f1540" fmla="*/ f1418 1 f1257"/>
              <a:gd name="f1541" fmla="*/ f1419 1 f1258"/>
              <a:gd name="f1542" fmla="*/ f1420 1 f1257"/>
              <a:gd name="f1543" fmla="*/ f1421 1 f1258"/>
              <a:gd name="f1544" fmla="*/ f1422 1 f1257"/>
              <a:gd name="f1545" fmla="*/ f1423 1 f1258"/>
              <a:gd name="f1546" fmla="*/ f1424 1 f1257"/>
              <a:gd name="f1547" fmla="*/ f1425 1 f1258"/>
              <a:gd name="f1548" fmla="*/ f1426 1 f1257"/>
              <a:gd name="f1549" fmla="*/ f1427 1 f1258"/>
              <a:gd name="f1550" fmla="*/ f1428 1 f1257"/>
              <a:gd name="f1551" fmla="*/ f1429 1 f1258"/>
              <a:gd name="f1552" fmla="*/ f1430 1 f1257"/>
              <a:gd name="f1553" fmla="*/ f1431 1 f1258"/>
              <a:gd name="f1554" fmla="*/ f1432 1 f1257"/>
              <a:gd name="f1555" fmla="*/ f1433 1 f1258"/>
              <a:gd name="f1556" fmla="*/ f1434 1 f1257"/>
              <a:gd name="f1557" fmla="*/ f1435 1 f1258"/>
              <a:gd name="f1558" fmla="*/ f1436 1 f1257"/>
              <a:gd name="f1559" fmla="*/ f1437 1 f1258"/>
              <a:gd name="f1560" fmla="*/ f1438 1 f1257"/>
              <a:gd name="f1561" fmla="*/ f1439 1 f1258"/>
              <a:gd name="f1562" fmla="*/ f1440 1 f1257"/>
              <a:gd name="f1563" fmla="*/ f1441 1 f1258"/>
              <a:gd name="f1564" fmla="*/ f1442 1 f1257"/>
              <a:gd name="f1565" fmla="*/ f1443 1 f1258"/>
              <a:gd name="f1566" fmla="*/ f1444 1 f1258"/>
              <a:gd name="f1567" fmla="*/ f1445 1 f1257"/>
              <a:gd name="f1568" fmla="*/ f1446 1 f1258"/>
              <a:gd name="f1569" fmla="*/ f1447 1 f1257"/>
              <a:gd name="f1570" fmla="*/ f1448 1 f1258"/>
              <a:gd name="f1571" fmla="*/ f1449 1 f1257"/>
              <a:gd name="f1572" fmla="*/ f1450 1 f1258"/>
              <a:gd name="f1573" fmla="*/ f1451 1 f1257"/>
              <a:gd name="f1574" fmla="*/ f1452 1 f1258"/>
              <a:gd name="f1575" fmla="*/ f1453 1 f1257"/>
              <a:gd name="f1576" fmla="*/ f1454 1 f1258"/>
              <a:gd name="f1577" fmla="*/ f1455 1 f1257"/>
              <a:gd name="f1578" fmla="*/ f1456 1 f1258"/>
              <a:gd name="f1579" fmla="*/ f1457 1 f1257"/>
              <a:gd name="f1580" fmla="*/ f1458 1 f1258"/>
              <a:gd name="f1581" fmla="*/ f1459 1 f1257"/>
              <a:gd name="f1582" fmla="*/ f1460 1 f1258"/>
              <a:gd name="f1583" fmla="*/ f1461 1 f1257"/>
              <a:gd name="f1584" fmla="*/ f1462 1 f1258"/>
              <a:gd name="f1585" fmla="*/ f1463 1 f1257"/>
              <a:gd name="f1586" fmla="*/ f1464 1 f1257"/>
              <a:gd name="f1587" fmla="*/ f1465 1 f1258"/>
              <a:gd name="f1588" fmla="*/ f1466 1 f1257"/>
              <a:gd name="f1589" fmla="*/ f1467 1 f1258"/>
              <a:gd name="f1590" fmla="*/ f1468 1 f1257"/>
              <a:gd name="f1591" fmla="*/ f1469 1 f1258"/>
              <a:gd name="f1592" fmla="*/ f1470 1 f1257"/>
              <a:gd name="f1593" fmla="*/ f1471 1 f1258"/>
              <a:gd name="f1594" fmla="*/ f1472 1 f1257"/>
              <a:gd name="f1595" fmla="*/ f1473 1 f1258"/>
              <a:gd name="f1596" fmla="*/ f1474 1 f1257"/>
              <a:gd name="f1597" fmla="*/ f1475 1 f1258"/>
              <a:gd name="f1598" fmla="*/ f1476 1 f1257"/>
              <a:gd name="f1599" fmla="*/ f1477 1 f1258"/>
              <a:gd name="f1600" fmla="*/ f1478 1 f1257"/>
              <a:gd name="f1601" fmla="*/ f1479 1 f1258"/>
              <a:gd name="f1602" fmla="*/ f1480 1 f1257"/>
              <a:gd name="f1603" fmla="*/ f1481 1 f1258"/>
              <a:gd name="f1604" fmla="*/ f1482 1 f1257"/>
              <a:gd name="f1605" fmla="*/ f1483 1 f1258"/>
              <a:gd name="f1606" fmla="*/ f1484 1 f1257"/>
              <a:gd name="f1607" fmla="*/ f1485 1 f1258"/>
              <a:gd name="f1608" fmla="*/ f1486 1 f1257"/>
              <a:gd name="f1609" fmla="*/ f1487 1 f1258"/>
              <a:gd name="f1610" fmla="*/ f1488 1 f1257"/>
              <a:gd name="f1611" fmla="*/ f1489 1 f1258"/>
              <a:gd name="f1612" fmla="*/ f1490 1 f1257"/>
              <a:gd name="f1613" fmla="*/ f1491 1 f1258"/>
              <a:gd name="f1614" fmla="*/ f1492 1 f1257"/>
              <a:gd name="f1615" fmla="*/ f1493 1 f1258"/>
              <a:gd name="f1616" fmla="*/ f1494 1 f1257"/>
              <a:gd name="f1617" fmla="*/ f1495 1 f1258"/>
              <a:gd name="f1618" fmla="*/ f1496 f1248 1"/>
              <a:gd name="f1619" fmla="*/ f1497 f1248 1"/>
              <a:gd name="f1620" fmla="*/ f1499 f1249 1"/>
              <a:gd name="f1621" fmla="*/ f1498 f1249 1"/>
              <a:gd name="f1622" fmla="*/ f1500 f1248 1"/>
              <a:gd name="f1623" fmla="*/ f1501 f1249 1"/>
              <a:gd name="f1624" fmla="*/ f1502 f1248 1"/>
              <a:gd name="f1625" fmla="*/ f1503 f1249 1"/>
              <a:gd name="f1626" fmla="*/ f1504 f1248 1"/>
              <a:gd name="f1627" fmla="*/ f1505 f1249 1"/>
              <a:gd name="f1628" fmla="*/ f1506 f1248 1"/>
              <a:gd name="f1629" fmla="*/ f1507 f1249 1"/>
              <a:gd name="f1630" fmla="*/ f1508 f1248 1"/>
              <a:gd name="f1631" fmla="*/ f1509 f1249 1"/>
              <a:gd name="f1632" fmla="*/ f1510 f1248 1"/>
              <a:gd name="f1633" fmla="*/ f1511 f1249 1"/>
              <a:gd name="f1634" fmla="*/ f1512 f1248 1"/>
              <a:gd name="f1635" fmla="*/ f1513 f1249 1"/>
              <a:gd name="f1636" fmla="*/ f1514 f1248 1"/>
              <a:gd name="f1637" fmla="*/ f1515 f1249 1"/>
              <a:gd name="f1638" fmla="*/ f1516 f1248 1"/>
              <a:gd name="f1639" fmla="*/ f1517 f1249 1"/>
              <a:gd name="f1640" fmla="*/ f1518 f1248 1"/>
              <a:gd name="f1641" fmla="*/ f1519 f1249 1"/>
              <a:gd name="f1642" fmla="*/ f1520 f1248 1"/>
              <a:gd name="f1643" fmla="*/ f1521 f1249 1"/>
              <a:gd name="f1644" fmla="*/ f1522 f1248 1"/>
              <a:gd name="f1645" fmla="*/ f1523 f1249 1"/>
              <a:gd name="f1646" fmla="*/ f1524 f1248 1"/>
              <a:gd name="f1647" fmla="*/ f1525 f1249 1"/>
              <a:gd name="f1648" fmla="*/ f1526 f1248 1"/>
              <a:gd name="f1649" fmla="*/ f1527 f1249 1"/>
              <a:gd name="f1650" fmla="*/ f1528 f1248 1"/>
              <a:gd name="f1651" fmla="*/ f1529 f1249 1"/>
              <a:gd name="f1652" fmla="*/ f1530 f1248 1"/>
              <a:gd name="f1653" fmla="*/ f1531 f1249 1"/>
              <a:gd name="f1654" fmla="*/ f1532 f1248 1"/>
              <a:gd name="f1655" fmla="*/ f1533 f1249 1"/>
              <a:gd name="f1656" fmla="*/ f1534 f1248 1"/>
              <a:gd name="f1657" fmla="*/ f1535 f1249 1"/>
              <a:gd name="f1658" fmla="*/ f1536 f1248 1"/>
              <a:gd name="f1659" fmla="*/ f1537 f1249 1"/>
              <a:gd name="f1660" fmla="*/ f1538 f1248 1"/>
              <a:gd name="f1661" fmla="*/ f1539 f1249 1"/>
              <a:gd name="f1662" fmla="*/ f1540 f1248 1"/>
              <a:gd name="f1663" fmla="*/ f1541 f1249 1"/>
              <a:gd name="f1664" fmla="*/ f1542 f1248 1"/>
              <a:gd name="f1665" fmla="*/ f1543 f1249 1"/>
              <a:gd name="f1666" fmla="*/ f1544 f1248 1"/>
              <a:gd name="f1667" fmla="*/ f1545 f1249 1"/>
              <a:gd name="f1668" fmla="*/ f1546 f1248 1"/>
              <a:gd name="f1669" fmla="*/ f1547 f1249 1"/>
              <a:gd name="f1670" fmla="*/ f1548 f1248 1"/>
              <a:gd name="f1671" fmla="*/ f1549 f1249 1"/>
              <a:gd name="f1672" fmla="*/ f1550 f1248 1"/>
              <a:gd name="f1673" fmla="*/ f1551 f1249 1"/>
              <a:gd name="f1674" fmla="*/ f1552 f1248 1"/>
              <a:gd name="f1675" fmla="*/ f1553 f1249 1"/>
              <a:gd name="f1676" fmla="*/ f1554 f1248 1"/>
              <a:gd name="f1677" fmla="*/ f1555 f1249 1"/>
              <a:gd name="f1678" fmla="*/ f1556 f1248 1"/>
              <a:gd name="f1679" fmla="*/ f1557 f1249 1"/>
              <a:gd name="f1680" fmla="*/ f1558 f1248 1"/>
              <a:gd name="f1681" fmla="*/ f1559 f1249 1"/>
              <a:gd name="f1682" fmla="*/ f1560 f1248 1"/>
              <a:gd name="f1683" fmla="*/ f1561 f1249 1"/>
              <a:gd name="f1684" fmla="*/ f1562 f1248 1"/>
              <a:gd name="f1685" fmla="*/ f1563 f1249 1"/>
              <a:gd name="f1686" fmla="*/ f1564 f1248 1"/>
              <a:gd name="f1687" fmla="*/ f1565 f1249 1"/>
              <a:gd name="f1688" fmla="*/ f1566 f1249 1"/>
              <a:gd name="f1689" fmla="*/ f1567 f1248 1"/>
              <a:gd name="f1690" fmla="*/ f1568 f1249 1"/>
              <a:gd name="f1691" fmla="*/ f1569 f1248 1"/>
              <a:gd name="f1692" fmla="*/ f1570 f1249 1"/>
              <a:gd name="f1693" fmla="*/ f1571 f1248 1"/>
              <a:gd name="f1694" fmla="*/ f1572 f1249 1"/>
              <a:gd name="f1695" fmla="*/ f1573 f1248 1"/>
              <a:gd name="f1696" fmla="*/ f1574 f1249 1"/>
              <a:gd name="f1697" fmla="*/ f1575 f1248 1"/>
              <a:gd name="f1698" fmla="*/ f1576 f1249 1"/>
              <a:gd name="f1699" fmla="*/ f1577 f1248 1"/>
              <a:gd name="f1700" fmla="*/ f1578 f1249 1"/>
              <a:gd name="f1701" fmla="*/ f1579 f1248 1"/>
              <a:gd name="f1702" fmla="*/ f1580 f1249 1"/>
              <a:gd name="f1703" fmla="*/ f1581 f1248 1"/>
              <a:gd name="f1704" fmla="*/ f1582 f1249 1"/>
              <a:gd name="f1705" fmla="*/ f1583 f1248 1"/>
              <a:gd name="f1706" fmla="*/ f1584 f1249 1"/>
              <a:gd name="f1707" fmla="*/ f1585 f1248 1"/>
              <a:gd name="f1708" fmla="*/ f1586 f1248 1"/>
              <a:gd name="f1709" fmla="*/ f1587 f1249 1"/>
              <a:gd name="f1710" fmla="*/ f1588 f1248 1"/>
              <a:gd name="f1711" fmla="*/ f1589 f1249 1"/>
              <a:gd name="f1712" fmla="*/ f1590 f1248 1"/>
              <a:gd name="f1713" fmla="*/ f1591 f1249 1"/>
              <a:gd name="f1714" fmla="*/ f1592 f1248 1"/>
              <a:gd name="f1715" fmla="*/ f1593 f1249 1"/>
              <a:gd name="f1716" fmla="*/ f1594 f1248 1"/>
              <a:gd name="f1717" fmla="*/ f1595 f1249 1"/>
              <a:gd name="f1718" fmla="*/ f1596 f1248 1"/>
              <a:gd name="f1719" fmla="*/ f1597 f1249 1"/>
              <a:gd name="f1720" fmla="*/ f1598 f1248 1"/>
              <a:gd name="f1721" fmla="*/ f1599 f1249 1"/>
              <a:gd name="f1722" fmla="*/ f1600 f1248 1"/>
              <a:gd name="f1723" fmla="*/ f1601 f1249 1"/>
              <a:gd name="f1724" fmla="*/ f1602 f1248 1"/>
              <a:gd name="f1725" fmla="*/ f1603 f1249 1"/>
              <a:gd name="f1726" fmla="*/ f1604 f1248 1"/>
              <a:gd name="f1727" fmla="*/ f1605 f1249 1"/>
              <a:gd name="f1728" fmla="*/ f1606 f1248 1"/>
              <a:gd name="f1729" fmla="*/ f1607 f1249 1"/>
              <a:gd name="f1730" fmla="*/ f1608 f1248 1"/>
              <a:gd name="f1731" fmla="*/ f1609 f1249 1"/>
              <a:gd name="f1732" fmla="*/ f1610 f1248 1"/>
              <a:gd name="f1733" fmla="*/ f1611 f1249 1"/>
              <a:gd name="f1734" fmla="*/ f1612 f1248 1"/>
              <a:gd name="f1735" fmla="*/ f1613 f1249 1"/>
              <a:gd name="f1736" fmla="*/ f1614 f1248 1"/>
              <a:gd name="f1737" fmla="*/ f1615 f1249 1"/>
              <a:gd name="f1738" fmla="*/ f1616 f1248 1"/>
              <a:gd name="f1739" fmla="*/ f1617 f124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1377">
                <a:pos x="f1622" y="f1623"/>
              </a:cxn>
              <a:cxn ang="f1377">
                <a:pos x="f1624" y="f1625"/>
              </a:cxn>
              <a:cxn ang="f1377">
                <a:pos x="f1626" y="f1627"/>
              </a:cxn>
              <a:cxn ang="f1377">
                <a:pos x="f1628" y="f1629"/>
              </a:cxn>
              <a:cxn ang="f1377">
                <a:pos x="f1630" y="f1631"/>
              </a:cxn>
              <a:cxn ang="f1377">
                <a:pos x="f1632" y="f1633"/>
              </a:cxn>
              <a:cxn ang="f1377">
                <a:pos x="f1634" y="f1635"/>
              </a:cxn>
              <a:cxn ang="f1377">
                <a:pos x="f1636" y="f1637"/>
              </a:cxn>
              <a:cxn ang="f1377">
                <a:pos x="f1638" y="f1639"/>
              </a:cxn>
              <a:cxn ang="f1377">
                <a:pos x="f1640" y="f1641"/>
              </a:cxn>
              <a:cxn ang="f1377">
                <a:pos x="f1642" y="f1643"/>
              </a:cxn>
              <a:cxn ang="f1377">
                <a:pos x="f1644" y="f1645"/>
              </a:cxn>
              <a:cxn ang="f1377">
                <a:pos x="f1646" y="f1647"/>
              </a:cxn>
              <a:cxn ang="f1377">
                <a:pos x="f1648" y="f1649"/>
              </a:cxn>
              <a:cxn ang="f1377">
                <a:pos x="f1650" y="f1651"/>
              </a:cxn>
              <a:cxn ang="f1377">
                <a:pos x="f1652" y="f1653"/>
              </a:cxn>
              <a:cxn ang="f1377">
                <a:pos x="f1654" y="f1655"/>
              </a:cxn>
              <a:cxn ang="f1377">
                <a:pos x="f1656" y="f1657"/>
              </a:cxn>
              <a:cxn ang="f1377">
                <a:pos x="f1658" y="f1659"/>
              </a:cxn>
              <a:cxn ang="f1377">
                <a:pos x="f1660" y="f1661"/>
              </a:cxn>
              <a:cxn ang="f1377">
                <a:pos x="f1662" y="f1663"/>
              </a:cxn>
              <a:cxn ang="f1377">
                <a:pos x="f1664" y="f1665"/>
              </a:cxn>
              <a:cxn ang="f1377">
                <a:pos x="f1666" y="f1667"/>
              </a:cxn>
              <a:cxn ang="f1377">
                <a:pos x="f1668" y="f1669"/>
              </a:cxn>
              <a:cxn ang="f1377">
                <a:pos x="f1670" y="f1671"/>
              </a:cxn>
              <a:cxn ang="f1377">
                <a:pos x="f1672" y="f1673"/>
              </a:cxn>
              <a:cxn ang="f1377">
                <a:pos x="f1674" y="f1675"/>
              </a:cxn>
              <a:cxn ang="f1377">
                <a:pos x="f1676" y="f1677"/>
              </a:cxn>
              <a:cxn ang="f1377">
                <a:pos x="f1678" y="f1679"/>
              </a:cxn>
              <a:cxn ang="f1377">
                <a:pos x="f1680" y="f1681"/>
              </a:cxn>
              <a:cxn ang="f1377">
                <a:pos x="f1682" y="f1683"/>
              </a:cxn>
              <a:cxn ang="f1377">
                <a:pos x="f1684" y="f1685"/>
              </a:cxn>
              <a:cxn ang="f1377">
                <a:pos x="f1686" y="f1687"/>
              </a:cxn>
              <a:cxn ang="f1377">
                <a:pos x="f1648" y="f1688"/>
              </a:cxn>
              <a:cxn ang="f1377">
                <a:pos x="f1689" y="f1690"/>
              </a:cxn>
              <a:cxn ang="f1377">
                <a:pos x="f1691" y="f1692"/>
              </a:cxn>
              <a:cxn ang="f1377">
                <a:pos x="f1693" y="f1694"/>
              </a:cxn>
              <a:cxn ang="f1377">
                <a:pos x="f1695" y="f1696"/>
              </a:cxn>
              <a:cxn ang="f1377">
                <a:pos x="f1697" y="f1698"/>
              </a:cxn>
              <a:cxn ang="f1377">
                <a:pos x="f1699" y="f1700"/>
              </a:cxn>
              <a:cxn ang="f1377">
                <a:pos x="f1701" y="f1702"/>
              </a:cxn>
              <a:cxn ang="f1377">
                <a:pos x="f1703" y="f1704"/>
              </a:cxn>
              <a:cxn ang="f1377">
                <a:pos x="f1705" y="f1706"/>
              </a:cxn>
              <a:cxn ang="f1377">
                <a:pos x="f1707" y="f1649"/>
              </a:cxn>
              <a:cxn ang="f1377">
                <a:pos x="f1708" y="f1709"/>
              </a:cxn>
              <a:cxn ang="f1377">
                <a:pos x="f1710" y="f1711"/>
              </a:cxn>
              <a:cxn ang="f1377">
                <a:pos x="f1712" y="f1713"/>
              </a:cxn>
              <a:cxn ang="f1377">
                <a:pos x="f1714" y="f1715"/>
              </a:cxn>
              <a:cxn ang="f1377">
                <a:pos x="f1716" y="f1717"/>
              </a:cxn>
              <a:cxn ang="f1377">
                <a:pos x="f1718" y="f1719"/>
              </a:cxn>
              <a:cxn ang="f1377">
                <a:pos x="f1720" y="f1721"/>
              </a:cxn>
              <a:cxn ang="f1377">
                <a:pos x="f1722" y="f1723"/>
              </a:cxn>
              <a:cxn ang="f1377">
                <a:pos x="f1724" y="f1725"/>
              </a:cxn>
              <a:cxn ang="f1377">
                <a:pos x="f1726" y="f1727"/>
              </a:cxn>
              <a:cxn ang="f1377">
                <a:pos x="f1728" y="f1729"/>
              </a:cxn>
              <a:cxn ang="f1377">
                <a:pos x="f1730" y="f1731"/>
              </a:cxn>
              <a:cxn ang="f1377">
                <a:pos x="f1732" y="f1733"/>
              </a:cxn>
              <a:cxn ang="f1377">
                <a:pos x="f1734" y="f1735"/>
              </a:cxn>
              <a:cxn ang="f1377">
                <a:pos x="f1736" y="f1737"/>
              </a:cxn>
              <a:cxn ang="f1377">
                <a:pos x="f1738" y="f1739"/>
              </a:cxn>
            </a:cxnLst>
            <a:rect l="f1618" t="f1621" r="f1619" b="f1620"/>
            <a:pathLst>
              <a:path w="1590" h="1029">
                <a:moveTo>
                  <a:pt x="f6" y="f9"/>
                </a:moveTo>
                <a:cubicBezTo>
                  <a:pt x="f10" y="f11"/>
                  <a:pt x="f12" y="f13"/>
                  <a:pt x="f14" y="f15"/>
                </a:cubicBezTo>
                <a:cubicBezTo>
                  <a:pt x="f16" y="f17"/>
                  <a:pt x="f18" y="f19"/>
                  <a:pt x="f20" y="f21"/>
                </a:cubicBezTo>
                <a:cubicBezTo>
                  <a:pt x="f9" y="f22"/>
                  <a:pt x="f23" y="f24"/>
                  <a:pt x="f25" y="f26"/>
                </a:cubicBezTo>
                <a:cubicBezTo>
                  <a:pt x="f27" y="f28"/>
                  <a:pt x="f29" y="f30"/>
                  <a:pt x="f31" y="f32"/>
                </a:cubicBezTo>
                <a:cubicBezTo>
                  <a:pt x="f33" y="f34"/>
                  <a:pt x="f35" y="f34"/>
                  <a:pt x="f36" y="f28"/>
                </a:cubicBezTo>
                <a:cubicBezTo>
                  <a:pt x="f37" y="f38"/>
                  <a:pt x="f39" y="f40"/>
                  <a:pt x="f41" y="f42"/>
                </a:cubicBezTo>
                <a:cubicBezTo>
                  <a:pt x="f43" y="f44"/>
                  <a:pt x="f40" y="f45"/>
                  <a:pt x="f46" y="f45"/>
                </a:cubicBezTo>
                <a:cubicBezTo>
                  <a:pt x="f47" y="f48"/>
                  <a:pt x="f49" y="f48"/>
                  <a:pt x="f50" y="f51"/>
                </a:cubicBezTo>
                <a:cubicBezTo>
                  <a:pt x="f52" y="f53"/>
                  <a:pt x="f54" y="f46"/>
                  <a:pt x="f55" y="f56"/>
                </a:cubicBezTo>
                <a:cubicBezTo>
                  <a:pt x="f57" y="f58"/>
                  <a:pt x="f59" y="f56"/>
                  <a:pt x="f60" y="f46"/>
                </a:cubicBezTo>
                <a:cubicBezTo>
                  <a:pt x="f61" y="f62"/>
                  <a:pt x="f63" y="f2"/>
                  <a:pt x="f64" y="f65"/>
                </a:cubicBezTo>
                <a:cubicBezTo>
                  <a:pt x="f66" y="f67"/>
                  <a:pt x="f68" y="f69"/>
                  <a:pt x="f70" y="f71"/>
                </a:cubicBezTo>
                <a:cubicBezTo>
                  <a:pt x="f72" y="f29"/>
                  <a:pt x="f73" y="f74"/>
                  <a:pt x="f75" y="f76"/>
                </a:cubicBezTo>
                <a:cubicBezTo>
                  <a:pt x="f77" y="f76"/>
                  <a:pt x="f78" y="f15"/>
                  <a:pt x="f79" y="f23"/>
                </a:cubicBezTo>
                <a:cubicBezTo>
                  <a:pt x="f80" y="f74"/>
                  <a:pt x="f81" y="f74"/>
                  <a:pt x="f82" y="f74"/>
                </a:cubicBezTo>
                <a:cubicBezTo>
                  <a:pt x="f83" y="f74"/>
                  <a:pt x="f83" y="f74"/>
                  <a:pt x="f83" y="f74"/>
                </a:cubicBezTo>
                <a:cubicBezTo>
                  <a:pt x="f84" y="f85"/>
                  <a:pt x="f86" y="f87"/>
                  <a:pt x="f88" y="f89"/>
                </a:cubicBezTo>
                <a:cubicBezTo>
                  <a:pt x="f90" y="f91"/>
                  <a:pt x="f92" y="f93"/>
                  <a:pt x="f94" y="f15"/>
                </a:cubicBezTo>
                <a:cubicBezTo>
                  <a:pt x="f95" y="f96"/>
                  <a:pt x="f97" y="f13"/>
                  <a:pt x="f54" y="f98"/>
                </a:cubicBezTo>
                <a:cubicBezTo>
                  <a:pt x="f99" y="f100"/>
                  <a:pt x="f101" y="f102"/>
                  <a:pt x="f103" y="f104"/>
                </a:cubicBezTo>
                <a:cubicBezTo>
                  <a:pt x="f105" y="f104"/>
                  <a:pt x="f106" y="f104"/>
                  <a:pt x="f107" y="f108"/>
                </a:cubicBezTo>
                <a:cubicBezTo>
                  <a:pt x="f109" y="f110"/>
                  <a:pt x="f111" y="f112"/>
                  <a:pt x="f113" y="f114"/>
                </a:cubicBezTo>
                <a:cubicBezTo>
                  <a:pt x="f115" y="f116"/>
                  <a:pt x="f117" y="f118"/>
                  <a:pt x="f119" y="f120"/>
                </a:cubicBezTo>
                <a:cubicBezTo>
                  <a:pt x="f121" y="f122"/>
                  <a:pt x="f123" y="f124"/>
                  <a:pt x="f125" y="f126"/>
                </a:cubicBezTo>
                <a:cubicBezTo>
                  <a:pt x="f127" y="f128"/>
                  <a:pt x="f129" y="f130"/>
                  <a:pt x="f131" y="f132"/>
                </a:cubicBezTo>
                <a:cubicBezTo>
                  <a:pt x="f133" y="f134"/>
                  <a:pt x="f129" y="f135"/>
                  <a:pt x="f136" y="f3"/>
                </a:cubicBezTo>
                <a:cubicBezTo>
                  <a:pt x="f137" y="f138"/>
                  <a:pt x="f137" y="f139"/>
                  <a:pt x="f140" y="f141"/>
                </a:cubicBezTo>
                <a:cubicBezTo>
                  <a:pt x="f131" y="f18"/>
                  <a:pt x="f121" y="f142"/>
                  <a:pt x="f143" y="f144"/>
                </a:cubicBezTo>
                <a:cubicBezTo>
                  <a:pt x="f119" y="f144"/>
                  <a:pt x="f145" y="f142"/>
                  <a:pt x="f146" y="f142"/>
                </a:cubicBezTo>
                <a:cubicBezTo>
                  <a:pt x="f147" y="f142"/>
                  <a:pt x="f148" y="f149"/>
                  <a:pt x="f150" y="f151"/>
                </a:cubicBezTo>
                <a:cubicBezTo>
                  <a:pt x="f150" y="f152"/>
                  <a:pt x="f150" y="f152"/>
                  <a:pt x="f150" y="f153"/>
                </a:cubicBezTo>
                <a:cubicBezTo>
                  <a:pt x="f154" y="f151"/>
                  <a:pt x="f95" y="f142"/>
                  <a:pt x="f155" y="f156"/>
                </a:cubicBezTo>
                <a:cubicBezTo>
                  <a:pt x="f157" y="f158"/>
                  <a:pt x="f159" y="f160"/>
                  <a:pt x="f161" y="f18"/>
                </a:cubicBezTo>
                <a:cubicBezTo>
                  <a:pt x="f162" y="f163"/>
                  <a:pt x="f86" y="f164"/>
                  <a:pt x="f165" y="f166"/>
                </a:cubicBezTo>
                <a:cubicBezTo>
                  <a:pt x="f167" y="f168"/>
                  <a:pt x="f169" y="f170"/>
                  <a:pt x="f171" y="f172"/>
                </a:cubicBezTo>
                <a:cubicBezTo>
                  <a:pt x="f97" y="f173"/>
                  <a:pt x="f54" y="f174"/>
                  <a:pt x="f54" y="f175"/>
                </a:cubicBezTo>
                <a:cubicBezTo>
                  <a:pt x="f176" y="f177"/>
                  <a:pt x="f178" y="f179"/>
                  <a:pt x="f165" y="f180"/>
                </a:cubicBezTo>
                <a:cubicBezTo>
                  <a:pt x="f159" y="f181"/>
                  <a:pt x="f182" y="f16"/>
                  <a:pt x="f86" y="f183"/>
                </a:cubicBezTo>
                <a:cubicBezTo>
                  <a:pt x="f159" y="f184"/>
                  <a:pt x="f86" y="f185"/>
                  <a:pt x="f186" y="f187"/>
                </a:cubicBezTo>
                <a:cubicBezTo>
                  <a:pt x="f188" y="f189"/>
                  <a:pt x="f188" y="f190"/>
                  <a:pt x="f188" y="f191"/>
                </a:cubicBezTo>
                <a:cubicBezTo>
                  <a:pt x="f192" y="f191"/>
                  <a:pt x="f192" y="f193"/>
                  <a:pt x="f194" y="f191"/>
                </a:cubicBezTo>
                <a:cubicBezTo>
                  <a:pt x="f195" y="f196"/>
                  <a:pt x="f197" y="f190"/>
                  <a:pt x="f198" y="f199"/>
                </a:cubicBezTo>
                <a:cubicBezTo>
                  <a:pt x="f200" y="f201"/>
                  <a:pt x="f59" y="f202"/>
                  <a:pt x="f203" y="f204"/>
                </a:cubicBezTo>
                <a:cubicBezTo>
                  <a:pt x="f80" y="f205"/>
                  <a:pt x="f206" y="f207"/>
                  <a:pt x="f206" y="f208"/>
                </a:cubicBezTo>
                <a:cubicBezTo>
                  <a:pt x="f209" y="f210"/>
                  <a:pt x="f211" y="f212"/>
                  <a:pt x="f213" y="f214"/>
                </a:cubicBezTo>
                <a:cubicBezTo>
                  <a:pt x="f63" y="f215"/>
                  <a:pt x="f216" y="f217"/>
                  <a:pt x="f66" y="f218"/>
                </a:cubicBezTo>
                <a:cubicBezTo>
                  <a:pt x="f68" y="f210"/>
                  <a:pt x="f219" y="f220"/>
                  <a:pt x="f221" y="f215"/>
                </a:cubicBezTo>
                <a:cubicBezTo>
                  <a:pt x="f222" y="f223"/>
                  <a:pt x="f224" y="f225"/>
                  <a:pt x="f226" y="f227"/>
                </a:cubicBezTo>
                <a:cubicBezTo>
                  <a:pt x="f228" y="f229"/>
                  <a:pt x="f230" y="f229"/>
                  <a:pt x="f231" y="f232"/>
                </a:cubicBezTo>
                <a:cubicBezTo>
                  <a:pt x="f233" y="f210"/>
                  <a:pt x="f234" y="f217"/>
                  <a:pt x="f235" y="f236"/>
                </a:cubicBezTo>
                <a:cubicBezTo>
                  <a:pt x="f237" y="f238"/>
                  <a:pt x="f239" y="f240"/>
                  <a:pt x="f241" y="f238"/>
                </a:cubicBezTo>
                <a:cubicBezTo>
                  <a:pt x="f242" y="f215"/>
                  <a:pt x="f243" y="f236"/>
                  <a:pt x="f244" y="f240"/>
                </a:cubicBezTo>
                <a:cubicBezTo>
                  <a:pt x="f245" y="f246"/>
                  <a:pt x="f247" y="f248"/>
                  <a:pt x="f249" y="f12"/>
                </a:cubicBezTo>
                <a:cubicBezTo>
                  <a:pt x="f250" y="f251"/>
                  <a:pt x="f252" y="f251"/>
                  <a:pt x="f253" y="f254"/>
                </a:cubicBezTo>
                <a:cubicBezTo>
                  <a:pt x="f255" y="f12"/>
                  <a:pt x="f256" y="f254"/>
                  <a:pt x="f257" y="f258"/>
                </a:cubicBezTo>
                <a:cubicBezTo>
                  <a:pt x="f259" y="f251"/>
                  <a:pt x="f260" y="f261"/>
                  <a:pt x="f262" y="f263"/>
                </a:cubicBezTo>
                <a:cubicBezTo>
                  <a:pt x="f264" y="f10"/>
                  <a:pt x="f265" y="f10"/>
                  <a:pt x="f266" y="f267"/>
                </a:cubicBezTo>
                <a:cubicBezTo>
                  <a:pt x="f268" y="f269"/>
                  <a:pt x="f270" y="f269"/>
                  <a:pt x="f271" y="f272"/>
                </a:cubicBezTo>
                <a:cubicBezTo>
                  <a:pt x="f273" y="f267"/>
                  <a:pt x="f274" y="f275"/>
                  <a:pt x="f276" y="f269"/>
                </a:cubicBezTo>
                <a:cubicBezTo>
                  <a:pt x="f277" y="f278"/>
                  <a:pt x="f279" y="f6"/>
                  <a:pt x="f280" y="f6"/>
                </a:cubicBezTo>
                <a:cubicBezTo>
                  <a:pt x="f281" y="f278"/>
                  <a:pt x="f282" y="f269"/>
                  <a:pt x="f283" y="f269"/>
                </a:cubicBezTo>
                <a:cubicBezTo>
                  <a:pt x="f284" y="f278"/>
                  <a:pt x="f285" y="f275"/>
                  <a:pt x="f286" y="f287"/>
                </a:cubicBezTo>
                <a:cubicBezTo>
                  <a:pt x="f288" y="f236"/>
                  <a:pt x="f289" y="f217"/>
                  <a:pt x="f290" y="f214"/>
                </a:cubicBezTo>
                <a:cubicBezTo>
                  <a:pt x="f291" y="f214"/>
                  <a:pt x="f291" y="f223"/>
                  <a:pt x="f292" y="f293"/>
                </a:cubicBezTo>
                <a:cubicBezTo>
                  <a:pt x="f294" y="f295"/>
                  <a:pt x="f296" y="f297"/>
                  <a:pt x="f298" y="f208"/>
                </a:cubicBezTo>
                <a:cubicBezTo>
                  <a:pt x="f299" y="f229"/>
                  <a:pt x="f300" y="f204"/>
                  <a:pt x="f301" y="f302"/>
                </a:cubicBezTo>
                <a:cubicBezTo>
                  <a:pt x="f303" y="f302"/>
                  <a:pt x="f303" y="f304"/>
                  <a:pt x="f305" y="f190"/>
                </a:cubicBezTo>
                <a:cubicBezTo>
                  <a:pt x="f306" y="f307"/>
                  <a:pt x="f308" y="f309"/>
                  <a:pt x="f303" y="f310"/>
                </a:cubicBezTo>
                <a:cubicBezTo>
                  <a:pt x="f305" y="f311"/>
                  <a:pt x="f312" y="f313"/>
                  <a:pt x="f305" y="f314"/>
                </a:cubicBezTo>
                <a:cubicBezTo>
                  <a:pt x="f315" y="f183"/>
                  <a:pt x="f316" y="f16"/>
                  <a:pt x="f317" y="f318"/>
                </a:cubicBezTo>
                <a:cubicBezTo>
                  <a:pt x="f319" y="f180"/>
                  <a:pt x="f320" y="f321"/>
                  <a:pt x="f322" y="f179"/>
                </a:cubicBezTo>
                <a:cubicBezTo>
                  <a:pt x="f316" y="f323"/>
                  <a:pt x="f315" y="f324"/>
                  <a:pt x="f312" y="f325"/>
                </a:cubicBezTo>
                <a:cubicBezTo>
                  <a:pt x="f306" y="f326"/>
                  <a:pt x="f306" y="f327"/>
                  <a:pt x="f312" y="f328"/>
                </a:cubicBezTo>
                <a:cubicBezTo>
                  <a:pt x="f291" y="f329"/>
                  <a:pt x="f294" y="f330"/>
                  <a:pt x="f290" y="f331"/>
                </a:cubicBezTo>
                <a:cubicBezTo>
                  <a:pt x="f332" y="f174"/>
                  <a:pt x="f333" y="f334"/>
                  <a:pt x="f335" y="f336"/>
                </a:cubicBezTo>
                <a:cubicBezTo>
                  <a:pt x="f337" y="f338"/>
                  <a:pt x="f286" y="f338"/>
                  <a:pt x="f339" y="f340"/>
                </a:cubicBezTo>
                <a:cubicBezTo>
                  <a:pt x="f306" y="f341"/>
                  <a:pt x="f342" y="f341"/>
                  <a:pt x="f343" y="f344"/>
                </a:cubicBezTo>
                <a:cubicBezTo>
                  <a:pt x="f345" y="f336"/>
                  <a:pt x="f346" y="f347"/>
                  <a:pt x="f348" y="f349"/>
                </a:cubicBezTo>
                <a:cubicBezTo>
                  <a:pt x="f350" y="f338"/>
                  <a:pt x="f351" y="f352"/>
                  <a:pt x="f353" y="f354"/>
                </a:cubicBezTo>
                <a:cubicBezTo>
                  <a:pt x="f355" y="f356"/>
                  <a:pt x="f357" y="f358"/>
                  <a:pt x="f359" y="f360"/>
                </a:cubicBezTo>
                <a:cubicBezTo>
                  <a:pt x="f361" y="f362"/>
                  <a:pt x="f363" y="f362"/>
                  <a:pt x="f364" y="f365"/>
                </a:cubicBezTo>
                <a:cubicBezTo>
                  <a:pt x="f364" y="f153"/>
                  <a:pt x="f366" y="f149"/>
                  <a:pt x="f367" y="f142"/>
                </a:cubicBezTo>
                <a:cubicBezTo>
                  <a:pt x="f368" y="f158"/>
                  <a:pt x="f369" y="f370"/>
                  <a:pt x="f371" y="f372"/>
                </a:cubicBezTo>
                <a:cubicBezTo>
                  <a:pt x="f373" y="f374"/>
                  <a:pt x="f375" y="f376"/>
                  <a:pt x="f377" y="f378"/>
                </a:cubicBezTo>
                <a:cubicBezTo>
                  <a:pt x="f379" y="f380"/>
                  <a:pt x="f381" y="f382"/>
                  <a:pt x="f383" y="f380"/>
                </a:cubicBezTo>
                <a:cubicBezTo>
                  <a:pt x="f384" y="f118"/>
                  <a:pt x="f367" y="f385"/>
                  <a:pt x="f386" y="f387"/>
                </a:cubicBezTo>
                <a:cubicBezTo>
                  <a:pt x="f366" y="f114"/>
                  <a:pt x="f388" y="f389"/>
                  <a:pt x="f361" y="f116"/>
                </a:cubicBezTo>
                <a:cubicBezTo>
                  <a:pt x="f363" y="f390"/>
                  <a:pt x="f391" y="f392"/>
                  <a:pt x="f384" y="f393"/>
                </a:cubicBezTo>
                <a:cubicBezTo>
                  <a:pt x="f367" y="f104"/>
                  <a:pt x="f367" y="f394"/>
                  <a:pt x="f395" y="f396"/>
                </a:cubicBezTo>
                <a:cubicBezTo>
                  <a:pt x="f383" y="f397"/>
                  <a:pt x="f398" y="f20"/>
                  <a:pt x="f364" y="f20"/>
                </a:cubicBezTo>
                <a:cubicBezTo>
                  <a:pt x="f399" y="f397"/>
                  <a:pt x="f400" y="f401"/>
                  <a:pt x="f402" y="f102"/>
                </a:cubicBezTo>
                <a:cubicBezTo>
                  <a:pt x="f403" y="f13"/>
                  <a:pt x="f350" y="f98"/>
                  <a:pt x="f345" y="f404"/>
                </a:cubicBezTo>
                <a:cubicBezTo>
                  <a:pt x="f351" y="f89"/>
                  <a:pt x="f405" y="f23"/>
                  <a:pt x="f403" y="f406"/>
                </a:cubicBezTo>
                <a:cubicBezTo>
                  <a:pt x="f357" y="f407"/>
                  <a:pt x="f408" y="f409"/>
                  <a:pt x="f410" y="f411"/>
                </a:cubicBezTo>
                <a:cubicBezTo>
                  <a:pt x="f412" y="f29"/>
                  <a:pt x="f413" y="f414"/>
                  <a:pt x="f415" y="f29"/>
                </a:cubicBezTo>
                <a:cubicBezTo>
                  <a:pt x="f342" y="f29"/>
                  <a:pt x="f416" y="f414"/>
                  <a:pt x="f417" y="f414"/>
                </a:cubicBezTo>
                <a:cubicBezTo>
                  <a:pt x="f417" y="f418"/>
                  <a:pt x="f417" y="f419"/>
                  <a:pt x="f420" y="f421"/>
                </a:cubicBezTo>
                <a:cubicBezTo>
                  <a:pt x="f422" y="f19"/>
                  <a:pt x="f423" y="f424"/>
                  <a:pt x="f306" y="f425"/>
                </a:cubicBezTo>
                <a:cubicBezTo>
                  <a:pt x="f312" y="f414"/>
                  <a:pt x="f291" y="f426"/>
                  <a:pt x="f427" y="f428"/>
                </a:cubicBezTo>
                <a:cubicBezTo>
                  <a:pt x="f286" y="f429"/>
                  <a:pt x="f430" y="f429"/>
                  <a:pt x="f431" y="f407"/>
                </a:cubicBezTo>
                <a:cubicBezTo>
                  <a:pt x="f282" y="f418"/>
                  <a:pt x="f432" y="f424"/>
                  <a:pt x="f433" y="f434"/>
                </a:cubicBezTo>
                <a:cubicBezTo>
                  <a:pt x="f435" y="f436"/>
                  <a:pt x="f437" y="f438"/>
                  <a:pt x="f339" y="f36"/>
                </a:cubicBezTo>
                <a:cubicBezTo>
                  <a:pt x="f427" y="f439"/>
                  <a:pt x="f427" y="f440"/>
                  <a:pt x="f441" y="f442"/>
                </a:cubicBezTo>
                <a:cubicBezTo>
                  <a:pt x="f443" y="f444"/>
                  <a:pt x="f294" y="f445"/>
                  <a:pt x="f292" y="f446"/>
                </a:cubicBezTo>
                <a:cubicBezTo>
                  <a:pt x="f308" y="f43"/>
                  <a:pt x="f300" y="f447"/>
                  <a:pt x="f448" y="f45"/>
                </a:cubicBezTo>
                <a:cubicBezTo>
                  <a:pt x="f448" y="f2"/>
                  <a:pt x="f449" y="f51"/>
                  <a:pt x="f317" y="f450"/>
                </a:cubicBezTo>
                <a:cubicBezTo>
                  <a:pt x="f300" y="f53"/>
                  <a:pt x="f316" y="f53"/>
                  <a:pt x="f308" y="f451"/>
                </a:cubicBezTo>
                <a:cubicBezTo>
                  <a:pt x="f298" y="f452"/>
                  <a:pt x="f453" y="f454"/>
                  <a:pt x="f437" y="f56"/>
                </a:cubicBezTo>
                <a:cubicBezTo>
                  <a:pt x="f455" y="f456"/>
                  <a:pt x="f285" y="f58"/>
                  <a:pt x="f455" y="f457"/>
                </a:cubicBezTo>
                <a:cubicBezTo>
                  <a:pt x="f337" y="f458"/>
                  <a:pt x="f455" y="f459"/>
                  <a:pt x="f430" y="f460"/>
                </a:cubicBezTo>
                <a:cubicBezTo>
                  <a:pt x="f461" y="f462"/>
                  <a:pt x="f279" y="f463"/>
                  <a:pt x="f464" y="f465"/>
                </a:cubicBezTo>
                <a:cubicBezTo>
                  <a:pt x="f464" y="f466"/>
                  <a:pt x="f464" y="f463"/>
                  <a:pt x="f467" y="f468"/>
                </a:cubicBezTo>
                <a:cubicBezTo>
                  <a:pt x="f467" y="f469"/>
                  <a:pt x="f470" y="f471"/>
                  <a:pt x="f271" y="f472"/>
                </a:cubicBezTo>
                <a:cubicBezTo>
                  <a:pt x="f473" y="f474"/>
                  <a:pt x="f475" y="f459"/>
                  <a:pt x="f476" y="f460"/>
                </a:cubicBezTo>
                <a:cubicBezTo>
                  <a:pt x="f477" y="f478"/>
                  <a:pt x="f479" y="f463"/>
                  <a:pt x="f480" y="f481"/>
                </a:cubicBezTo>
                <a:cubicBezTo>
                  <a:pt x="f480" y="f478"/>
                  <a:pt x="f480" y="f468"/>
                  <a:pt x="f480" y="f458"/>
                </a:cubicBezTo>
                <a:cubicBezTo>
                  <a:pt x="f480" y="f482"/>
                  <a:pt x="f480" y="f472"/>
                  <a:pt x="f260" y="f472"/>
                </a:cubicBezTo>
                <a:cubicBezTo>
                  <a:pt x="f483" y="f469"/>
                  <a:pt x="f484" y="f469"/>
                  <a:pt x="f485" y="f472"/>
                </a:cubicBezTo>
                <a:cubicBezTo>
                  <a:pt x="f256" y="f486"/>
                  <a:pt x="f253" y="f468"/>
                  <a:pt x="f487" y="f463"/>
                </a:cubicBezTo>
                <a:cubicBezTo>
                  <a:pt x="f250" y="f482"/>
                  <a:pt x="f487" y="f474"/>
                  <a:pt x="f488" y="f469"/>
                </a:cubicBezTo>
                <a:cubicBezTo>
                  <a:pt x="f489" y="f490"/>
                  <a:pt x="f491" y="f492"/>
                  <a:pt x="f493" y="f494"/>
                </a:cubicBezTo>
                <a:cubicBezTo>
                  <a:pt x="f495" y="f496"/>
                  <a:pt x="f497" y="f498"/>
                  <a:pt x="f499" y="f500"/>
                </a:cubicBezTo>
                <a:cubicBezTo>
                  <a:pt x="f501" y="f502"/>
                  <a:pt x="f377" y="f127"/>
                  <a:pt x="f8" y="f503"/>
                </a:cubicBezTo>
                <a:cubicBezTo>
                  <a:pt x="f504" y="f50"/>
                  <a:pt x="f504" y="f505"/>
                  <a:pt x="f506" y="f505"/>
                </a:cubicBezTo>
                <a:cubicBezTo>
                  <a:pt x="f506" y="f507"/>
                  <a:pt x="f506" y="f508"/>
                  <a:pt x="f509" y="f502"/>
                </a:cubicBezTo>
                <a:cubicBezTo>
                  <a:pt x="f510" y="f511"/>
                  <a:pt x="f512" y="f513"/>
                  <a:pt x="f514" y="f513"/>
                </a:cubicBezTo>
                <a:cubicBezTo>
                  <a:pt x="f515" y="f516"/>
                  <a:pt x="f515" y="f517"/>
                  <a:pt x="f518" y="f519"/>
                </a:cubicBezTo>
                <a:cubicBezTo>
                  <a:pt x="f520" y="f517"/>
                  <a:pt x="f521" y="f505"/>
                  <a:pt x="f522" y="f516"/>
                </a:cubicBezTo>
                <a:cubicBezTo>
                  <a:pt x="f522" y="f505"/>
                  <a:pt x="f523" y="f517"/>
                  <a:pt x="f523" y="f519"/>
                </a:cubicBezTo>
                <a:cubicBezTo>
                  <a:pt x="f524" y="f508"/>
                  <a:pt x="f525" y="f127"/>
                  <a:pt x="f526" y="f129"/>
                </a:cubicBezTo>
                <a:cubicBezTo>
                  <a:pt x="f527" y="f133"/>
                  <a:pt x="f528" y="f529"/>
                  <a:pt x="f530" y="f531"/>
                </a:cubicBezTo>
                <a:cubicBezTo>
                  <a:pt x="f532" y="f533"/>
                  <a:pt x="f534" y="f115"/>
                  <a:pt x="f535" y="f536"/>
                </a:cubicBezTo>
                <a:cubicBezTo>
                  <a:pt x="f537" y="f538"/>
                  <a:pt x="f539" y="f540"/>
                  <a:pt x="f541" y="f542"/>
                </a:cubicBezTo>
                <a:cubicBezTo>
                  <a:pt x="f543" y="f107"/>
                  <a:pt x="f544" y="f106"/>
                  <a:pt x="f545" y="f546"/>
                </a:cubicBezTo>
                <a:cubicBezTo>
                  <a:pt x="f547" y="f548"/>
                  <a:pt x="f549" y="f119"/>
                  <a:pt x="f550" y="f536"/>
                </a:cubicBezTo>
                <a:cubicBezTo>
                  <a:pt x="f551" y="f552"/>
                  <a:pt x="f553" y="f554"/>
                  <a:pt x="f555" y="f113"/>
                </a:cubicBezTo>
                <a:cubicBezTo>
                  <a:pt x="f556" y="f127"/>
                  <a:pt x="f557" y="f505"/>
                  <a:pt x="f558" y="f559"/>
                </a:cubicBezTo>
                <a:cubicBezTo>
                  <a:pt x="f560" y="f561"/>
                  <a:pt x="f562" y="f563"/>
                  <a:pt x="f564" y="f563"/>
                </a:cubicBezTo>
                <a:cubicBezTo>
                  <a:pt x="f565" y="f566"/>
                  <a:pt x="f567" y="f561"/>
                  <a:pt x="f567" y="f559"/>
                </a:cubicBezTo>
                <a:cubicBezTo>
                  <a:pt x="f567" y="f568"/>
                  <a:pt x="f569" y="f570"/>
                  <a:pt x="f565" y="f570"/>
                </a:cubicBezTo>
                <a:cubicBezTo>
                  <a:pt x="f571" y="f572"/>
                  <a:pt x="f573" y="f574"/>
                  <a:pt x="f551" y="f496"/>
                </a:cubicBezTo>
                <a:cubicBezTo>
                  <a:pt x="f558" y="f575"/>
                  <a:pt x="f576" y="f577"/>
                  <a:pt x="f578" y="f579"/>
                </a:cubicBezTo>
                <a:cubicBezTo>
                  <a:pt x="f580" y="f581"/>
                  <a:pt x="f582" y="f583"/>
                  <a:pt x="f584" y="f583"/>
                </a:cubicBezTo>
                <a:cubicBezTo>
                  <a:pt x="f584" y="f583"/>
                  <a:pt x="f585" y="f586"/>
                  <a:pt x="f587" y="f588"/>
                </a:cubicBezTo>
                <a:cubicBezTo>
                  <a:pt x="f589" y="f590"/>
                  <a:pt x="f591" y="f592"/>
                  <a:pt x="f578" y="f593"/>
                </a:cubicBezTo>
                <a:cubicBezTo>
                  <a:pt x="f594" y="f595"/>
                  <a:pt x="f578" y="f596"/>
                  <a:pt x="f562" y="f597"/>
                </a:cubicBezTo>
                <a:cubicBezTo>
                  <a:pt x="f580" y="f598"/>
                  <a:pt x="f567" y="f599"/>
                  <a:pt x="f587" y="f599"/>
                </a:cubicBezTo>
                <a:cubicBezTo>
                  <a:pt x="f600" y="f599"/>
                  <a:pt x="f601" y="f598"/>
                  <a:pt x="f602" y="f603"/>
                </a:cubicBezTo>
                <a:cubicBezTo>
                  <a:pt x="f604" y="f603"/>
                  <a:pt x="f605" y="f599"/>
                  <a:pt x="f606" y="f599"/>
                </a:cubicBezTo>
                <a:cubicBezTo>
                  <a:pt x="f601" y="f607"/>
                  <a:pt x="f565" y="f607"/>
                  <a:pt x="f562" y="f608"/>
                </a:cubicBezTo>
                <a:cubicBezTo>
                  <a:pt x="f609" y="f610"/>
                  <a:pt x="f551" y="f492"/>
                  <a:pt x="f560" y="f611"/>
                </a:cubicBezTo>
                <a:cubicBezTo>
                  <a:pt x="f612" y="f49"/>
                  <a:pt x="f613" y="f575"/>
                  <a:pt x="f612" y="f614"/>
                </a:cubicBezTo>
                <a:cubicBezTo>
                  <a:pt x="f612" y="f572"/>
                  <a:pt x="f612" y="f615"/>
                  <a:pt x="f612" y="f615"/>
                </a:cubicBezTo>
                <a:cubicBezTo>
                  <a:pt x="f616" y="f561"/>
                  <a:pt x="f556" y="f505"/>
                  <a:pt x="f617" y="f508"/>
                </a:cubicBezTo>
                <a:cubicBezTo>
                  <a:pt x="f618" y="f507"/>
                  <a:pt x="f619" y="f516"/>
                  <a:pt x="f620" y="f566"/>
                </a:cubicBezTo>
                <a:cubicBezTo>
                  <a:pt x="f556" y="f561"/>
                  <a:pt x="f556" y="f568"/>
                  <a:pt x="f556" y="f570"/>
                </a:cubicBezTo>
                <a:cubicBezTo>
                  <a:pt x="f621" y="f570"/>
                  <a:pt x="f617" y="f615"/>
                  <a:pt x="f622" y="f570"/>
                </a:cubicBezTo>
                <a:cubicBezTo>
                  <a:pt x="f623" y="f570"/>
                  <a:pt x="f624" y="f625"/>
                  <a:pt x="f626" y="f568"/>
                </a:cubicBezTo>
                <a:cubicBezTo>
                  <a:pt x="f624" y="f572"/>
                  <a:pt x="f627" y="f628"/>
                  <a:pt x="f629" y="f630"/>
                </a:cubicBezTo>
                <a:cubicBezTo>
                  <a:pt x="f629" y="f577"/>
                  <a:pt x="f631" y="f579"/>
                  <a:pt x="f617" y="f586"/>
                </a:cubicBezTo>
                <a:cubicBezTo>
                  <a:pt x="f618" y="f611"/>
                  <a:pt x="f619" y="f592"/>
                  <a:pt x="f556" y="f632"/>
                </a:cubicBezTo>
                <a:cubicBezTo>
                  <a:pt x="f556" y="f632"/>
                  <a:pt x="f620" y="f633"/>
                  <a:pt x="f619" y="f633"/>
                </a:cubicBezTo>
                <a:cubicBezTo>
                  <a:pt x="f617" y="f632"/>
                  <a:pt x="f627" y="f634"/>
                  <a:pt x="f624" y="f595"/>
                </a:cubicBezTo>
                <a:cubicBezTo>
                  <a:pt x="f635" y="f636"/>
                  <a:pt x="f629" y="f637"/>
                  <a:pt x="f638" y="f639"/>
                </a:cubicBezTo>
                <a:cubicBezTo>
                  <a:pt x="f640" y="f641"/>
                  <a:pt x="f642" y="f643"/>
                  <a:pt x="f644" y="f645"/>
                </a:cubicBezTo>
                <a:cubicBezTo>
                  <a:pt x="f646" y="f647"/>
                  <a:pt x="f629" y="f472"/>
                  <a:pt x="f648" y="f472"/>
                </a:cubicBezTo>
                <a:cubicBezTo>
                  <a:pt x="f649" y="f460"/>
                  <a:pt x="f650" y="f651"/>
                  <a:pt x="f652" y="f653"/>
                </a:cubicBezTo>
                <a:cubicBezTo>
                  <a:pt x="f654" y="f653"/>
                  <a:pt x="f655" y="f653"/>
                  <a:pt x="f656" y="f454"/>
                </a:cubicBezTo>
                <a:cubicBezTo>
                  <a:pt x="f657" y="f658"/>
                  <a:pt x="f659" y="f468"/>
                  <a:pt x="f660" y="f486"/>
                </a:cubicBezTo>
                <a:cubicBezTo>
                  <a:pt x="f661" y="f662"/>
                  <a:pt x="f663" y="f641"/>
                  <a:pt x="f664" y="f490"/>
                </a:cubicBezTo>
                <a:cubicBezTo>
                  <a:pt x="f664" y="f643"/>
                  <a:pt x="f664" y="f665"/>
                  <a:pt x="f664" y="f471"/>
                </a:cubicBezTo>
                <a:cubicBezTo>
                  <a:pt x="f666" y="f667"/>
                  <a:pt x="f668" y="f669"/>
                  <a:pt x="f670" y="f671"/>
                </a:cubicBezTo>
                <a:cubicBezTo>
                  <a:pt x="f672" y="f669"/>
                  <a:pt x="f672" y="f667"/>
                  <a:pt x="f673" y="f667"/>
                </a:cubicBezTo>
                <a:cubicBezTo>
                  <a:pt x="f673" y="f662"/>
                  <a:pt x="f673" y="f674"/>
                  <a:pt x="f675" y="f482"/>
                </a:cubicBezTo>
                <a:cubicBezTo>
                  <a:pt x="f675" y="f458"/>
                  <a:pt x="f676" y="f478"/>
                  <a:pt x="f677" y="f462"/>
                </a:cubicBezTo>
                <a:cubicBezTo>
                  <a:pt x="f678" y="f462"/>
                  <a:pt x="f679" y="f460"/>
                  <a:pt x="f680" y="f468"/>
                </a:cubicBezTo>
                <a:cubicBezTo>
                  <a:pt x="f681" y="f482"/>
                  <a:pt x="f682" y="f674"/>
                  <a:pt x="f683" y="f684"/>
                </a:cubicBezTo>
                <a:cubicBezTo>
                  <a:pt x="f685" y="f459"/>
                  <a:pt x="f686" y="f687"/>
                  <a:pt x="f688" y="f457"/>
                </a:cubicBezTo>
                <a:cubicBezTo>
                  <a:pt x="f689" y="f651"/>
                  <a:pt x="f690" y="f691"/>
                  <a:pt x="f692" y="f463"/>
                </a:cubicBezTo>
                <a:cubicBezTo>
                  <a:pt x="f693" y="f466"/>
                  <a:pt x="f694" y="f658"/>
                  <a:pt x="f695" y="f696"/>
                </a:cubicBezTo>
                <a:cubicBezTo>
                  <a:pt x="f697" y="f457"/>
                  <a:pt x="f698" y="f699"/>
                  <a:pt x="f700" y="f651"/>
                </a:cubicBezTo>
                <a:cubicBezTo>
                  <a:pt x="f701" y="f696"/>
                  <a:pt x="f702" y="f653"/>
                  <a:pt x="f703" y="f56"/>
                </a:cubicBezTo>
                <a:cubicBezTo>
                  <a:pt x="f704" y="f456"/>
                  <a:pt x="f705" y="f46"/>
                  <a:pt x="f706" y="f56"/>
                </a:cubicBezTo>
                <a:cubicBezTo>
                  <a:pt x="f707" y="f58"/>
                  <a:pt x="f708" y="f709"/>
                  <a:pt x="f707" y="f696"/>
                </a:cubicBezTo>
                <a:cubicBezTo>
                  <a:pt x="f705" y="f463"/>
                  <a:pt x="f710" y="f674"/>
                  <a:pt x="f711" y="f665"/>
                </a:cubicBezTo>
                <a:cubicBezTo>
                  <a:pt x="f711" y="f647"/>
                  <a:pt x="f712" y="f47"/>
                  <a:pt x="f713" y="f47"/>
                </a:cubicBezTo>
                <a:cubicBezTo>
                  <a:pt x="f714" y="f641"/>
                  <a:pt x="f714" y="f645"/>
                  <a:pt x="f715" y="f637"/>
                </a:cubicBezTo>
                <a:cubicBezTo>
                  <a:pt x="f716" y="f598"/>
                  <a:pt x="f716" y="f717"/>
                  <a:pt x="f718" y="f595"/>
                </a:cubicBezTo>
                <a:cubicBezTo>
                  <a:pt x="f718" y="f719"/>
                  <a:pt x="f720" y="f593"/>
                  <a:pt x="f720" y="f593"/>
                </a:cubicBezTo>
                <a:cubicBezTo>
                  <a:pt x="f721" y="f590"/>
                  <a:pt x="f722" y="f723"/>
                  <a:pt x="f724" y="f723"/>
                </a:cubicBezTo>
                <a:cubicBezTo>
                  <a:pt x="f725" y="f49"/>
                  <a:pt x="f722" y="f726"/>
                  <a:pt x="f721" y="f727"/>
                </a:cubicBezTo>
                <a:cubicBezTo>
                  <a:pt x="f728" y="f729"/>
                  <a:pt x="f730" y="f628"/>
                  <a:pt x="f731" y="f570"/>
                </a:cubicBezTo>
                <a:cubicBezTo>
                  <a:pt x="f731" y="f561"/>
                  <a:pt x="f732" y="f563"/>
                  <a:pt x="f733" y="f734"/>
                </a:cubicBezTo>
                <a:cubicBezTo>
                  <a:pt x="f735" y="f561"/>
                  <a:pt x="f736" y="f498"/>
                  <a:pt x="f735" y="f519"/>
                </a:cubicBezTo>
                <a:cubicBezTo>
                  <a:pt x="f737" y="f738"/>
                  <a:pt x="f739" y="f125"/>
                  <a:pt x="f737" y="f503"/>
                </a:cubicBezTo>
                <a:cubicBezTo>
                  <a:pt x="f735" y="f140"/>
                  <a:pt x="f740" y="f133"/>
                  <a:pt x="f739" y="f131"/>
                </a:cubicBezTo>
                <a:cubicBezTo>
                  <a:pt x="f740" y="f131"/>
                  <a:pt x="f737" y="f131"/>
                  <a:pt x="f735" y="f531"/>
                </a:cubicBezTo>
                <a:cubicBezTo>
                  <a:pt x="f741" y="f113"/>
                  <a:pt x="f742" y="f533"/>
                  <a:pt x="f743" y="f744"/>
                </a:cubicBezTo>
                <a:cubicBezTo>
                  <a:pt x="f745" y="f121"/>
                  <a:pt x="f742" y="f746"/>
                  <a:pt x="f741" y="f536"/>
                </a:cubicBezTo>
                <a:cubicBezTo>
                  <a:pt x="f740" y="f747"/>
                  <a:pt x="f748" y="f749"/>
                  <a:pt x="f731" y="f548"/>
                </a:cubicBezTo>
                <a:cubicBezTo>
                  <a:pt x="f748" y="f150"/>
                  <a:pt x="f748" y="f750"/>
                  <a:pt x="f751" y="f752"/>
                </a:cubicBezTo>
                <a:cubicBezTo>
                  <a:pt x="f753" y="f105"/>
                  <a:pt x="f754" y="f755"/>
                  <a:pt x="f714" y="f756"/>
                </a:cubicBezTo>
                <a:cubicBezTo>
                  <a:pt x="f720" y="f756"/>
                  <a:pt x="f757" y="f758"/>
                  <a:pt x="f716" y="f101"/>
                </a:cubicBezTo>
                <a:cubicBezTo>
                  <a:pt x="f715" y="f94"/>
                  <a:pt x="f759" y="f760"/>
                  <a:pt x="f761" y="f171"/>
                </a:cubicBezTo>
                <a:cubicBezTo>
                  <a:pt x="f762" y="f92"/>
                  <a:pt x="f725" y="f90"/>
                  <a:pt x="f725" y="f178"/>
                </a:cubicBezTo>
                <a:cubicBezTo>
                  <a:pt x="f763" y="f764"/>
                  <a:pt x="f722" y="f765"/>
                  <a:pt x="f754" y="f766"/>
                </a:cubicBezTo>
                <a:cubicBezTo>
                  <a:pt x="f721" y="f767"/>
                  <a:pt x="f721" y="f767"/>
                  <a:pt x="f768" y="f162"/>
                </a:cubicBezTo>
                <a:cubicBezTo>
                  <a:pt x="f768" y="f769"/>
                  <a:pt x="f768" y="f186"/>
                  <a:pt x="f768" y="f770"/>
                </a:cubicBezTo>
                <a:cubicBezTo>
                  <a:pt x="f771" y="f770"/>
                  <a:pt x="f772" y="f770"/>
                  <a:pt x="f736" y="f770"/>
                </a:cubicBezTo>
                <a:cubicBezTo>
                  <a:pt x="f773" y="f55"/>
                  <a:pt x="f735" y="f774"/>
                  <a:pt x="f737" y="f195"/>
                </a:cubicBezTo>
                <a:cubicBezTo>
                  <a:pt x="f741" y="f195"/>
                  <a:pt x="f745" y="f195"/>
                  <a:pt x="f775" y="f776"/>
                </a:cubicBezTo>
                <a:cubicBezTo>
                  <a:pt x="f777" y="f57"/>
                  <a:pt x="f778" y="f779"/>
                  <a:pt x="f780" y="f781"/>
                </a:cubicBezTo>
                <a:cubicBezTo>
                  <a:pt x="f782" y="f781"/>
                  <a:pt x="f783" y="f198"/>
                  <a:pt x="f784" y="f81"/>
                </a:cubicBezTo>
                <a:cubicBezTo>
                  <a:pt x="f783" y="f200"/>
                  <a:pt x="f785" y="f786"/>
                  <a:pt x="f787" y="f788"/>
                </a:cubicBezTo>
                <a:cubicBezTo>
                  <a:pt x="f789" y="f790"/>
                  <a:pt x="f743" y="f791"/>
                  <a:pt x="f737" y="f206"/>
                </a:cubicBezTo>
                <a:cubicBezTo>
                  <a:pt x="f792" y="f793"/>
                  <a:pt x="f745" y="f794"/>
                  <a:pt x="f795" y="f796"/>
                </a:cubicBezTo>
                <a:cubicBezTo>
                  <a:pt x="f775" y="f797"/>
                  <a:pt x="f795" y="f798"/>
                  <a:pt x="f743" y="f78"/>
                </a:cubicBezTo>
                <a:cubicBezTo>
                  <a:pt x="f795" y="f799"/>
                  <a:pt x="f800" y="f801"/>
                  <a:pt x="f775" y="f802"/>
                </a:cubicBezTo>
                <a:cubicBezTo>
                  <a:pt x="f743" y="f803"/>
                  <a:pt x="f804" y="f221"/>
                  <a:pt x="f805" y="f806"/>
                </a:cubicBezTo>
                <a:cubicBezTo>
                  <a:pt x="f795" y="f224"/>
                  <a:pt x="f735" y="f807"/>
                  <a:pt x="f808" y="f809"/>
                </a:cubicBezTo>
                <a:cubicBezTo>
                  <a:pt x="f771" y="f806"/>
                  <a:pt x="f732" y="f810"/>
                  <a:pt x="f768" y="f811"/>
                </a:cubicBezTo>
                <a:cubicBezTo>
                  <a:pt x="f768" y="f75"/>
                  <a:pt x="f751" y="f222"/>
                  <a:pt x="f724" y="f809"/>
                </a:cubicBezTo>
                <a:cubicBezTo>
                  <a:pt x="f721" y="f75"/>
                  <a:pt x="f714" y="f72"/>
                  <a:pt x="f812" y="f813"/>
                </a:cubicBezTo>
                <a:cubicBezTo>
                  <a:pt x="f713" y="f75"/>
                  <a:pt x="f712" y="f814"/>
                  <a:pt x="f815" y="f816"/>
                </a:cubicBezTo>
                <a:cubicBezTo>
                  <a:pt x="f710" y="f817"/>
                  <a:pt x="f708" y="f818"/>
                  <a:pt x="f707" y="f819"/>
                </a:cubicBezTo>
                <a:cubicBezTo>
                  <a:pt x="f820" y="f806"/>
                  <a:pt x="f821" y="f72"/>
                  <a:pt x="f703" y="f822"/>
                </a:cubicBezTo>
                <a:cubicBezTo>
                  <a:pt x="f823" y="f824"/>
                  <a:pt x="f825" y="f826"/>
                  <a:pt x="f827" y="f828"/>
                </a:cubicBezTo>
                <a:cubicBezTo>
                  <a:pt x="f829" y="f793"/>
                  <a:pt x="f827" y="f830"/>
                  <a:pt x="f831" y="f203"/>
                </a:cubicBezTo>
                <a:cubicBezTo>
                  <a:pt x="f831" y="f832"/>
                  <a:pt x="f833" y="f59"/>
                  <a:pt x="f834" y="f788"/>
                </a:cubicBezTo>
                <a:cubicBezTo>
                  <a:pt x="f701" y="f835"/>
                  <a:pt x="f697" y="f57"/>
                  <a:pt x="f836" y="f837"/>
                </a:cubicBezTo>
                <a:cubicBezTo>
                  <a:pt x="f693" y="f776"/>
                  <a:pt x="f838" y="f776"/>
                  <a:pt x="f692" y="f776"/>
                </a:cubicBezTo>
                <a:cubicBezTo>
                  <a:pt x="f839" y="f195"/>
                  <a:pt x="f840" y="f841"/>
                  <a:pt x="f688" y="f842"/>
                </a:cubicBezTo>
                <a:cubicBezTo>
                  <a:pt x="f843" y="f844"/>
                  <a:pt x="f845" y="f770"/>
                  <a:pt x="f846" y="f84"/>
                </a:cubicBezTo>
                <a:cubicBezTo>
                  <a:pt x="f678" y="f192"/>
                  <a:pt x="f847" y="f192"/>
                  <a:pt x="f848" y="f186"/>
                </a:cubicBezTo>
                <a:cubicBezTo>
                  <a:pt x="f663" y="f837"/>
                  <a:pt x="f849" y="f781"/>
                  <a:pt x="f850" y="f203"/>
                </a:cubicBezTo>
                <a:cubicBezTo>
                  <a:pt x="f851" y="f826"/>
                  <a:pt x="f843" y="f72"/>
                  <a:pt x="f693" y="f816"/>
                </a:cubicBezTo>
                <a:cubicBezTo>
                  <a:pt x="f829" y="f852"/>
                  <a:pt x="f710" y="f853"/>
                  <a:pt x="f721" y="f259"/>
                </a:cubicBezTo>
                <a:cubicBezTo>
                  <a:pt x="f732" y="f266"/>
                  <a:pt x="f740" y="f271"/>
                  <a:pt x="f743" y="f854"/>
                </a:cubicBezTo>
                <a:cubicBezTo>
                  <a:pt x="f804" y="f855"/>
                  <a:pt x="f856" y="f857"/>
                  <a:pt x="f783" y="f858"/>
                </a:cubicBezTo>
                <a:cubicBezTo>
                  <a:pt x="f859" y="f285"/>
                  <a:pt x="f860" y="f285"/>
                  <a:pt x="f861" y="f335"/>
                </a:cubicBezTo>
                <a:cubicBezTo>
                  <a:pt x="f862" y="f863"/>
                  <a:pt x="f864" y="f280"/>
                  <a:pt x="f865" y="f866"/>
                </a:cubicBezTo>
                <a:cubicBezTo>
                  <a:pt x="f867" y="f868"/>
                  <a:pt x="f867" y="f869"/>
                  <a:pt x="f870" y="f871"/>
                </a:cubicBezTo>
                <a:cubicBezTo>
                  <a:pt x="f872" y="f273"/>
                  <a:pt x="f7" y="f873"/>
                  <a:pt x="f874" y="f283"/>
                </a:cubicBezTo>
                <a:cubicBezTo>
                  <a:pt x="f864" y="f284"/>
                  <a:pt x="f870" y="f875"/>
                  <a:pt x="f876" y="f435"/>
                </a:cubicBezTo>
                <a:cubicBezTo>
                  <a:pt x="f877" y="f286"/>
                  <a:pt x="f860" y="f333"/>
                  <a:pt x="f878" y="f286"/>
                </a:cubicBezTo>
                <a:cubicBezTo>
                  <a:pt x="f879" y="f286"/>
                  <a:pt x="f859" y="f333"/>
                  <a:pt x="f880" y="f337"/>
                </a:cubicBezTo>
                <a:cubicBezTo>
                  <a:pt x="f881" y="f453"/>
                  <a:pt x="f882" y="f883"/>
                  <a:pt x="f884" y="f320"/>
                </a:cubicBezTo>
                <a:cubicBezTo>
                  <a:pt x="f885" y="f886"/>
                  <a:pt x="f887" y="f888"/>
                  <a:pt x="f876" y="f889"/>
                </a:cubicBezTo>
                <a:cubicBezTo>
                  <a:pt x="f890" y="f398"/>
                  <a:pt x="f887" y="f891"/>
                  <a:pt x="f892" y="f893"/>
                </a:cubicBezTo>
                <a:cubicBezTo>
                  <a:pt x="f894" y="f501"/>
                  <a:pt x="f895" y="f8"/>
                  <a:pt x="f896" y="f377"/>
                </a:cubicBezTo>
                <a:cubicBezTo>
                  <a:pt x="f897" y="f898"/>
                  <a:pt x="f899" y="f379"/>
                  <a:pt x="f900" y="f901"/>
                </a:cubicBezTo>
                <a:cubicBezTo>
                  <a:pt x="f902" y="f368"/>
                  <a:pt x="f900" y="f366"/>
                  <a:pt x="f899" y="f497"/>
                </a:cubicBezTo>
                <a:cubicBezTo>
                  <a:pt x="f903" y="f904"/>
                  <a:pt x="f905" y="f906"/>
                  <a:pt x="f907" y="f399"/>
                </a:cubicBezTo>
                <a:cubicBezTo>
                  <a:pt x="f908" y="f398"/>
                  <a:pt x="f908" y="f909"/>
                  <a:pt x="f897" y="f373"/>
                </a:cubicBezTo>
                <a:cubicBezTo>
                  <a:pt x="f907" y="f910"/>
                  <a:pt x="f860" y="f898"/>
                  <a:pt x="f911" y="f912"/>
                </a:cubicBezTo>
                <a:cubicBezTo>
                  <a:pt x="f861" y="f381"/>
                  <a:pt x="f913" y="f398"/>
                  <a:pt x="f914" y="f400"/>
                </a:cubicBezTo>
                <a:cubicBezTo>
                  <a:pt x="f861" y="f345"/>
                  <a:pt x="f915" y="f916"/>
                  <a:pt x="f860" y="f420"/>
                </a:cubicBezTo>
                <a:cubicBezTo>
                  <a:pt x="f917" y="f300"/>
                  <a:pt x="f881" y="f303"/>
                  <a:pt x="f918" y="f294"/>
                </a:cubicBezTo>
                <a:cubicBezTo>
                  <a:pt x="f903" y="f919"/>
                  <a:pt x="f920" y="f875"/>
                  <a:pt x="f921" y="f858"/>
                </a:cubicBezTo>
                <a:cubicBezTo>
                  <a:pt x="f745" y="f922"/>
                  <a:pt x="f740" y="f923"/>
                  <a:pt x="f924" y="f271"/>
                </a:cubicBezTo>
                <a:cubicBezTo>
                  <a:pt x="f718" y="f259"/>
                  <a:pt x="f925" y="f926"/>
                  <a:pt x="f694" y="f927"/>
                </a:cubicBezTo>
                <a:cubicBezTo>
                  <a:pt x="f928" y="f929"/>
                  <a:pt x="f851" y="f930"/>
                  <a:pt x="f673" y="f931"/>
                </a:cubicBezTo>
                <a:cubicBezTo>
                  <a:pt x="f932" y="f933"/>
                  <a:pt x="f934" y="f83"/>
                  <a:pt x="f659" y="f769"/>
                </a:cubicBezTo>
                <a:cubicBezTo>
                  <a:pt x="f935" y="f936"/>
                  <a:pt x="f937" y="f162"/>
                  <a:pt x="f938" y="f767"/>
                </a:cubicBezTo>
                <a:cubicBezTo>
                  <a:pt x="f939" y="f165"/>
                  <a:pt x="f940" y="f176"/>
                  <a:pt x="f941" y="f758"/>
                </a:cubicBezTo>
                <a:cubicBezTo>
                  <a:pt x="f942" y="f99"/>
                  <a:pt x="f943" y="f99"/>
                  <a:pt x="f944" y="f90"/>
                </a:cubicBezTo>
                <a:cubicBezTo>
                  <a:pt x="f945" y="f167"/>
                  <a:pt x="f946" y="f765"/>
                  <a:pt x="f947" y="f948"/>
                </a:cubicBezTo>
                <a:cubicBezTo>
                  <a:pt x="f947" y="f159"/>
                  <a:pt x="f947" y="f86"/>
                  <a:pt x="f947" y="f182"/>
                </a:cubicBezTo>
                <a:cubicBezTo>
                  <a:pt x="f946" y="f949"/>
                  <a:pt x="f950" y="f951"/>
                  <a:pt x="f952" y="f767"/>
                </a:cubicBezTo>
                <a:cubicBezTo>
                  <a:pt x="f953" y="f162"/>
                  <a:pt x="f954" y="f162"/>
                  <a:pt x="f954" y="f194"/>
                </a:cubicBezTo>
                <a:cubicBezTo>
                  <a:pt x="f954" y="f770"/>
                  <a:pt x="f955" y="f956"/>
                  <a:pt x="f957" y="f844"/>
                </a:cubicBezTo>
                <a:cubicBezTo>
                  <a:pt x="f955" y="f774"/>
                  <a:pt x="f958" y="f841"/>
                  <a:pt x="f942" y="f776"/>
                </a:cubicBezTo>
                <a:cubicBezTo>
                  <a:pt x="f953" y="f83"/>
                  <a:pt x="f959" y="f960"/>
                  <a:pt x="f535" y="f961"/>
                </a:cubicBezTo>
                <a:cubicBezTo>
                  <a:pt x="f962" y="f779"/>
                  <a:pt x="f963" y="f57"/>
                  <a:pt x="f964" y="f788"/>
                </a:cubicBezTo>
                <a:cubicBezTo>
                  <a:pt x="f965" y="f203"/>
                  <a:pt x="f541" y="f966"/>
                  <a:pt x="f967" y="f931"/>
                </a:cubicBezTo>
                <a:cubicBezTo>
                  <a:pt x="f539" y="f796"/>
                  <a:pt x="f963" y="f968"/>
                  <a:pt x="f947" y="f63"/>
                </a:cubicBezTo>
                <a:cubicBezTo>
                  <a:pt x="f969" y="f801"/>
                  <a:pt x="f965" y="f970"/>
                  <a:pt x="f971" y="f972"/>
                </a:cubicBezTo>
                <a:cubicBezTo>
                  <a:pt x="f544" y="f66"/>
                  <a:pt x="f604" y="f803"/>
                  <a:pt x="f605" y="f807"/>
                </a:cubicBezTo>
                <a:cubicBezTo>
                  <a:pt x="f605" y="f219"/>
                  <a:pt x="f973" y="f221"/>
                  <a:pt x="f543" y="f73"/>
                </a:cubicBezTo>
                <a:cubicBezTo>
                  <a:pt x="f974" y="f75"/>
                  <a:pt x="f974" y="f810"/>
                  <a:pt x="f975" y="f814"/>
                </a:cubicBezTo>
                <a:cubicBezTo>
                  <a:pt x="f976" y="f929"/>
                  <a:pt x="f965" y="f818"/>
                  <a:pt x="f977" y="f817"/>
                </a:cubicBezTo>
                <a:cubicBezTo>
                  <a:pt x="f978" y="f979"/>
                  <a:pt x="f606" y="f980"/>
                  <a:pt x="f947" y="f981"/>
                </a:cubicBezTo>
                <a:cubicBezTo>
                  <a:pt x="f976" y="f982"/>
                  <a:pt x="f543" y="f231"/>
                  <a:pt x="f977" y="f233"/>
                </a:cubicBezTo>
                <a:cubicBezTo>
                  <a:pt x="f544" y="f983"/>
                  <a:pt x="f964" y="f237"/>
                  <a:pt x="f984" y="f239"/>
                </a:cubicBezTo>
                <a:cubicBezTo>
                  <a:pt x="f601" y="f985"/>
                  <a:pt x="f545" y="f242"/>
                  <a:pt x="f601" y="f986"/>
                </a:cubicBezTo>
                <a:cubicBezTo>
                  <a:pt x="f984" y="f243"/>
                  <a:pt x="f964" y="f243"/>
                  <a:pt x="f978" y="f243"/>
                </a:cubicBezTo>
                <a:cubicBezTo>
                  <a:pt x="f963" y="f987"/>
                  <a:pt x="f974" y="f242"/>
                  <a:pt x="f537" y="f988"/>
                </a:cubicBezTo>
                <a:cubicBezTo>
                  <a:pt x="f989" y="f990"/>
                  <a:pt x="f952" y="f988"/>
                  <a:pt x="f952" y="f991"/>
                </a:cubicBezTo>
                <a:cubicBezTo>
                  <a:pt x="f952" y="f992"/>
                  <a:pt x="f953" y="f245"/>
                  <a:pt x="f941" y="f992"/>
                </a:cubicBezTo>
                <a:cubicBezTo>
                  <a:pt x="f530" y="f991"/>
                  <a:pt x="f530" y="f991"/>
                  <a:pt x="f993" y="f994"/>
                </a:cubicBezTo>
                <a:cubicBezTo>
                  <a:pt x="f524" y="f233"/>
                  <a:pt x="f995" y="f996"/>
                  <a:pt x="f997" y="f998"/>
                </a:cubicBezTo>
                <a:cubicBezTo>
                  <a:pt x="f999" y="f1000"/>
                  <a:pt x="f1001" y="f226"/>
                  <a:pt x="f1002" y="f1003"/>
                </a:cubicBezTo>
                <a:cubicBezTo>
                  <a:pt x="f1004" y="f814"/>
                  <a:pt x="f1005" y="f1003"/>
                  <a:pt x="f1005" y="f1006"/>
                </a:cubicBezTo>
                <a:cubicBezTo>
                  <a:pt x="f1007" y="f1008"/>
                  <a:pt x="f1009" y="f230"/>
                  <a:pt x="f518" y="f982"/>
                </a:cubicBezTo>
                <a:cubicBezTo>
                  <a:pt x="f1010" y="f234"/>
                  <a:pt x="f1011" y="f1012"/>
                  <a:pt x="f1013" y="f988"/>
                </a:cubicBezTo>
                <a:cubicBezTo>
                  <a:pt x="f520" y="f991"/>
                  <a:pt x="f1014" y="f1015"/>
                  <a:pt x="f1016" y="f1017"/>
                </a:cubicBezTo>
                <a:cubicBezTo>
                  <a:pt x="f1018" y="f249"/>
                  <a:pt x="f1018" y="f853"/>
                  <a:pt x="f1018" y="f853"/>
                </a:cubicBezTo>
                <a:cubicBezTo>
                  <a:pt x="f1018" y="f1019"/>
                  <a:pt x="f1018" y="f1020"/>
                  <a:pt x="f1018" y="f1021"/>
                </a:cubicBezTo>
                <a:cubicBezTo>
                  <a:pt x="f1010" y="f1022"/>
                  <a:pt x="f1002" y="f262"/>
                  <a:pt x="f518" y="f266"/>
                </a:cubicBezTo>
                <a:cubicBezTo>
                  <a:pt x="f1004" y="f264"/>
                  <a:pt x="f1023" y="f479"/>
                  <a:pt x="f512" y="f260"/>
                </a:cubicBezTo>
                <a:cubicBezTo>
                  <a:pt x="f1024" y="f1022"/>
                  <a:pt x="f1024" y="f483"/>
                  <a:pt x="f1025" y="f1026"/>
                </a:cubicBezTo>
                <a:cubicBezTo>
                  <a:pt x="f1025" y="f483"/>
                  <a:pt x="f1027" y="f483"/>
                  <a:pt x="f1028" y="f483"/>
                </a:cubicBezTo>
                <a:cubicBezTo>
                  <a:pt x="f1028" y="f1029"/>
                  <a:pt x="f1027" y="f265"/>
                  <a:pt x="f1028" y="f475"/>
                </a:cubicBezTo>
                <a:cubicBezTo>
                  <a:pt x="f1028" y="f268"/>
                  <a:pt x="f1028" y="f871"/>
                  <a:pt x="f510" y="f871"/>
                </a:cubicBezTo>
                <a:cubicBezTo>
                  <a:pt x="f1030" y="f270"/>
                  <a:pt x="f1031" y="f871"/>
                  <a:pt x="f509" y="f473"/>
                </a:cubicBezTo>
                <a:cubicBezTo>
                  <a:pt x="f1032" y="f1033"/>
                  <a:pt x="f1034" y="f1035"/>
                  <a:pt x="f1036" y="f475"/>
                </a:cubicBezTo>
                <a:cubicBezTo>
                  <a:pt x="f1037" y="f871"/>
                  <a:pt x="f504" y="f1038"/>
                  <a:pt x="f1039" y="f470"/>
                </a:cubicBezTo>
                <a:cubicBezTo>
                  <a:pt x="f1040" y="f279"/>
                  <a:pt x="f8" y="f279"/>
                  <a:pt x="f910" y="f276"/>
                </a:cubicBezTo>
                <a:cubicBezTo>
                  <a:pt x="f1041" y="f467"/>
                  <a:pt x="f1042" y="f470"/>
                  <a:pt x="f379" y="f464"/>
                </a:cubicBezTo>
                <a:cubicBezTo>
                  <a:pt x="f1043" y="f467"/>
                  <a:pt x="f375" y="f1044"/>
                  <a:pt x="f912" y="f923"/>
                </a:cubicBezTo>
                <a:cubicBezTo>
                  <a:pt x="f893" y="f855"/>
                  <a:pt x="f371" y="f432"/>
                  <a:pt x="f1045" y="f433"/>
                </a:cubicBezTo>
                <a:cubicBezTo>
                  <a:pt x="f391" y="f432"/>
                  <a:pt x="f497" y="f855"/>
                  <a:pt x="f906" y="f279"/>
                </a:cubicBezTo>
                <a:cubicBezTo>
                  <a:pt x="f400" y="f276"/>
                  <a:pt x="f408" y="f274"/>
                  <a:pt x="f1046" y="f277"/>
                </a:cubicBezTo>
                <a:cubicBezTo>
                  <a:pt x="f1047" y="f854"/>
                  <a:pt x="f350" y="f873"/>
                  <a:pt x="f1048" y="f467"/>
                </a:cubicBezTo>
                <a:cubicBezTo>
                  <a:pt x="f1049" y="f273"/>
                  <a:pt x="f345" y="f869"/>
                  <a:pt x="f345" y="f268"/>
                </a:cubicBezTo>
                <a:cubicBezTo>
                  <a:pt x="f1050" y="f1051"/>
                  <a:pt x="f412" y="f871"/>
                  <a:pt x="f1052" y="f270"/>
                </a:cubicBezTo>
                <a:cubicBezTo>
                  <a:pt x="f1053" y="f869"/>
                  <a:pt x="f413" y="f1054"/>
                  <a:pt x="f1055" y="f271"/>
                </a:cubicBezTo>
                <a:cubicBezTo>
                  <a:pt x="f886" y="f489"/>
                  <a:pt x="f1056" y="f473"/>
                  <a:pt x="f1056" y="f1035"/>
                </a:cubicBezTo>
                <a:cubicBezTo>
                  <a:pt x="f1057" y="f1058"/>
                  <a:pt x="f1059" y="f476"/>
                  <a:pt x="f1060" y="f262"/>
                </a:cubicBezTo>
                <a:cubicBezTo>
                  <a:pt x="f342" y="f262"/>
                  <a:pt x="f342" y="f480"/>
                  <a:pt x="f342" y="f483"/>
                </a:cubicBezTo>
                <a:cubicBezTo>
                  <a:pt x="f342" y="f259"/>
                  <a:pt x="f342" y="f485"/>
                  <a:pt x="f342" y="f1061"/>
                </a:cubicBezTo>
                <a:cubicBezTo>
                  <a:pt x="f319" y="f485"/>
                  <a:pt x="f322" y="f259"/>
                  <a:pt x="f883" y="f1022"/>
                </a:cubicBezTo>
                <a:cubicBezTo>
                  <a:pt x="f883" y="f1062"/>
                  <a:pt x="f315" y="f1063"/>
                  <a:pt x="f315" y="f253"/>
                </a:cubicBezTo>
                <a:cubicBezTo>
                  <a:pt x="f315" y="f252"/>
                  <a:pt x="f301" y="f250"/>
                  <a:pt x="f883" y="f249"/>
                </a:cubicBezTo>
                <a:cubicBezTo>
                  <a:pt x="f883" y="f247"/>
                  <a:pt x="f306" y="f992"/>
                  <a:pt x="f493" y="f1064"/>
                </a:cubicBezTo>
                <a:cubicBezTo>
                  <a:pt x="f315" y="f991"/>
                  <a:pt x="f305" y="f991"/>
                  <a:pt x="f312" y="f1065"/>
                </a:cubicBezTo>
                <a:cubicBezTo>
                  <a:pt x="f312" y="f986"/>
                  <a:pt x="f305" y="f1066"/>
                  <a:pt x="f301" y="f239"/>
                </a:cubicBezTo>
                <a:cubicBezTo>
                  <a:pt x="f308" y="f1067"/>
                  <a:pt x="f322" y="f1068"/>
                  <a:pt x="f448" y="f1069"/>
                </a:cubicBezTo>
                <a:cubicBezTo>
                  <a:pt x="f417" y="f1070"/>
                  <a:pt x="f416" y="f817"/>
                  <a:pt x="f1071" y="f819"/>
                </a:cubicBezTo>
                <a:cubicBezTo>
                  <a:pt x="f342" y="f814"/>
                  <a:pt x="f1072" y="f809"/>
                  <a:pt x="f1073" y="f1074"/>
                </a:cubicBezTo>
                <a:cubicBezTo>
                  <a:pt x="f420" y="f806"/>
                  <a:pt x="f448" y="f1074"/>
                  <a:pt x="f449" y="f809"/>
                </a:cubicBezTo>
                <a:cubicBezTo>
                  <a:pt x="f299" y="f814"/>
                  <a:pt x="f308" y="f818"/>
                  <a:pt x="f303" y="f1000"/>
                </a:cubicBezTo>
                <a:cubicBezTo>
                  <a:pt x="f296" y="f998"/>
                  <a:pt x="f1075" y="f982"/>
                  <a:pt x="f286" y="f927"/>
                </a:cubicBezTo>
                <a:cubicBezTo>
                  <a:pt x="f455" y="f983"/>
                  <a:pt x="f1076" y="f994"/>
                  <a:pt x="f1077" y="f1067"/>
                </a:cubicBezTo>
                <a:cubicBezTo>
                  <a:pt x="f284" y="f1078"/>
                  <a:pt x="f430" y="f1068"/>
                  <a:pt x="f1079" y="f233"/>
                </a:cubicBezTo>
                <a:cubicBezTo>
                  <a:pt x="f431" y="f234"/>
                  <a:pt x="f277" y="f994"/>
                  <a:pt x="f866" y="f1067"/>
                </a:cubicBezTo>
                <a:cubicBezTo>
                  <a:pt x="f1038" y="f235"/>
                  <a:pt x="f1054" y="f235"/>
                  <a:pt x="f489" y="f1067"/>
                </a:cubicBezTo>
                <a:cubicBezTo>
                  <a:pt x="f270" y="f994"/>
                  <a:pt x="f489" y="f927"/>
                  <a:pt x="f489" y="f1078"/>
                </a:cubicBezTo>
                <a:cubicBezTo>
                  <a:pt x="f1054" y="f998"/>
                  <a:pt x="f271" y="f818"/>
                  <a:pt x="f1080" y="f222"/>
                </a:cubicBezTo>
                <a:cubicBezTo>
                  <a:pt x="f1054" y="f222"/>
                  <a:pt x="f489" y="f810"/>
                  <a:pt x="f473" y="f810"/>
                </a:cubicBezTo>
                <a:cubicBezTo>
                  <a:pt x="f268" y="f72"/>
                  <a:pt x="f473" y="f813"/>
                  <a:pt x="f489" y="f77"/>
                </a:cubicBezTo>
                <a:cubicBezTo>
                  <a:pt x="f274" y="f826"/>
                  <a:pt x="f1081" y="f1082"/>
                  <a:pt x="f475" y="f797"/>
                </a:cubicBezTo>
                <a:cubicBezTo>
                  <a:pt x="f266" y="f968"/>
                  <a:pt x="f265" y="f968"/>
                  <a:pt x="f477" y="f796"/>
                </a:cubicBezTo>
                <a:cubicBezTo>
                  <a:pt x="f265" y="f1083"/>
                  <a:pt x="f489" y="f203"/>
                  <a:pt x="f470" y="f933"/>
                </a:cubicBezTo>
                <a:cubicBezTo>
                  <a:pt x="f271" y="f198"/>
                  <a:pt x="f1080" y="f1084"/>
                  <a:pt x="f470" y="f961"/>
                </a:cubicBezTo>
                <a:cubicBezTo>
                  <a:pt x="f873" y="f197"/>
                  <a:pt x="f1085" y="f960"/>
                  <a:pt x="f1086" y="f83"/>
                </a:cubicBezTo>
                <a:cubicBezTo>
                  <a:pt x="f1087" y="f1088"/>
                  <a:pt x="f1089" y="f776"/>
                  <a:pt x="f284" y="f841"/>
                </a:cubicBezTo>
                <a:cubicBezTo>
                  <a:pt x="f1089" y="f844"/>
                  <a:pt x="f1087" y="f770"/>
                  <a:pt x="f1086" y="f84"/>
                </a:cubicBezTo>
                <a:cubicBezTo>
                  <a:pt x="f1085" y="f192"/>
                  <a:pt x="f873" y="f186"/>
                  <a:pt x="f470" y="f936"/>
                </a:cubicBezTo>
                <a:cubicBezTo>
                  <a:pt x="f866" y="f162"/>
                  <a:pt x="f271" y="f949"/>
                  <a:pt x="f271" y="f86"/>
                </a:cubicBezTo>
                <a:cubicBezTo>
                  <a:pt x="f868" y="f1090"/>
                  <a:pt x="f273" y="f165"/>
                  <a:pt x="f1081" y="f1091"/>
                </a:cubicBezTo>
                <a:cubicBezTo>
                  <a:pt x="f1044" y="f1092"/>
                  <a:pt x="f280" y="f54"/>
                  <a:pt x="f282" y="f760"/>
                </a:cubicBezTo>
                <a:cubicBezTo>
                  <a:pt x="f279" y="f752"/>
                  <a:pt x="f1085" y="f750"/>
                  <a:pt x="f433" y="f148"/>
                </a:cubicBezTo>
                <a:cubicBezTo>
                  <a:pt x="f1077" y="f542"/>
                  <a:pt x="f1093" y="f109"/>
                  <a:pt x="f1087" y="f749"/>
                </a:cubicBezTo>
                <a:cubicBezTo>
                  <a:pt x="f1077" y="f117"/>
                  <a:pt x="f285" y="f143"/>
                  <a:pt x="f919" y="f538"/>
                </a:cubicBezTo>
                <a:cubicBezTo>
                  <a:pt x="f437" y="f536"/>
                  <a:pt x="f437" y="f746"/>
                  <a:pt x="f1094" y="f121"/>
                </a:cubicBezTo>
                <a:cubicBezTo>
                  <a:pt x="f289" y="f121"/>
                  <a:pt x="f1075" y="f121"/>
                  <a:pt x="f453" y="f115"/>
                </a:cubicBezTo>
                <a:cubicBezTo>
                  <a:pt x="f1095" y="f1096"/>
                  <a:pt x="f291" y="f554"/>
                  <a:pt x="f1095" y="f113"/>
                </a:cubicBezTo>
                <a:cubicBezTo>
                  <a:pt x="f296" y="f529"/>
                  <a:pt x="f443" y="f1097"/>
                  <a:pt x="f290" y="f136"/>
                </a:cubicBezTo>
                <a:cubicBezTo>
                  <a:pt x="f298" y="f508"/>
                  <a:pt x="f493" y="f1098"/>
                  <a:pt x="f1099" y="f1098"/>
                </a:cubicBezTo>
                <a:cubicBezTo>
                  <a:pt x="f448" y="f503"/>
                  <a:pt x="f448" y="f502"/>
                  <a:pt x="f320" y="f50"/>
                </a:cubicBezTo>
                <a:cubicBezTo>
                  <a:pt x="f1071" y="f502"/>
                  <a:pt x="f1059" y="f140"/>
                  <a:pt x="f1100" y="f1097"/>
                </a:cubicBezTo>
                <a:cubicBezTo>
                  <a:pt x="f1101" y="f1098"/>
                  <a:pt x="f495" y="f136"/>
                  <a:pt x="f1102" y="f136"/>
                </a:cubicBezTo>
                <a:cubicBezTo>
                  <a:pt x="f1103" y="f1098"/>
                  <a:pt x="f346" y="f1097"/>
                  <a:pt x="f410" y="f1104"/>
                </a:cubicBezTo>
                <a:cubicBezTo>
                  <a:pt x="f1046" y="f744"/>
                  <a:pt x="f403" y="f117"/>
                  <a:pt x="f1105" y="f119"/>
                </a:cubicBezTo>
                <a:cubicBezTo>
                  <a:pt x="f357" y="f750"/>
                  <a:pt x="f388" y="f101"/>
                  <a:pt x="f368" y="f54"/>
                </a:cubicBezTo>
                <a:cubicBezTo>
                  <a:pt x="f901" y="f94"/>
                  <a:pt x="f373" y="f103"/>
                  <a:pt x="f1043" y="f1106"/>
                </a:cubicBezTo>
                <a:cubicBezTo>
                  <a:pt x="f499" y="f1107"/>
                  <a:pt x="f898" y="f119"/>
                  <a:pt x="f501" y="f746"/>
                </a:cubicBezTo>
                <a:cubicBezTo>
                  <a:pt x="f910" y="f121"/>
                  <a:pt x="f1042" y="f1108"/>
                  <a:pt x="f375" y="f113"/>
                </a:cubicBezTo>
                <a:cubicBezTo>
                  <a:pt x="f371" y="f123"/>
                  <a:pt x="f395" y="f1097"/>
                  <a:pt x="f1109" y="f136"/>
                </a:cubicBezTo>
                <a:cubicBezTo>
                  <a:pt x="f343" y="f517"/>
                  <a:pt x="f449" y="f570"/>
                  <a:pt x="f1110" y="f630"/>
                </a:cubicBezTo>
                <a:cubicBezTo>
                  <a:pt x="f282" y="f593"/>
                  <a:pt x="f1111" y="f636"/>
                  <a:pt x="f1019" y="f1112"/>
                </a:cubicBezTo>
                <a:cubicBezTo>
                  <a:pt x="f1113" y="f1112"/>
                  <a:pt x="f487" y="f645"/>
                  <a:pt x="f1114" y="f1115"/>
                </a:cubicBezTo>
                <a:cubicBezTo>
                  <a:pt x="f926" y="f1116"/>
                  <a:pt x="f244" y="f1115"/>
                  <a:pt x="f987" y="f639"/>
                </a:cubicBezTo>
                <a:cubicBezTo>
                  <a:pt x="f234" y="f468"/>
                  <a:pt x="f817" y="f460"/>
                  <a:pt x="f1117" y="f462"/>
                </a:cubicBezTo>
                <a:cubicBezTo>
                  <a:pt x="f794" y="f691"/>
                  <a:pt x="f1118" y="f466"/>
                  <a:pt x="f167" y="f651"/>
                </a:cubicBezTo>
                <a:cubicBezTo>
                  <a:pt x="f55" y="f1119"/>
                  <a:pt x="f842" y="f1120"/>
                  <a:pt x="f182" y="f519"/>
                </a:cubicBezTo>
                <a:cubicBezTo>
                  <a:pt x="f55" y="f127"/>
                  <a:pt x="f83" y="f1121"/>
                  <a:pt x="f770" y="f548"/>
                </a:cubicBezTo>
                <a:cubicBezTo>
                  <a:pt x="f844" y="f1107"/>
                  <a:pt x="f842" y="f542"/>
                  <a:pt x="f195" y="f146"/>
                </a:cubicBezTo>
                <a:cubicBezTo>
                  <a:pt x="f81" y="f107"/>
                  <a:pt x="f203" y="f760"/>
                  <a:pt x="f203" y="f165"/>
                </a:cubicBezTo>
                <a:cubicBezTo>
                  <a:pt x="f1122" y="f936"/>
                  <a:pt x="f203" y="f842"/>
                  <a:pt x="f203" y="f1084"/>
                </a:cubicBezTo>
                <a:cubicBezTo>
                  <a:pt x="f832" y="f1084"/>
                  <a:pt x="f59" y="f1084"/>
                  <a:pt x="f933" y="f1084"/>
                </a:cubicBezTo>
                <a:cubicBezTo>
                  <a:pt x="f933" y="f1123"/>
                  <a:pt x="f933" y="f1123"/>
                  <a:pt x="f933" y="f961"/>
                </a:cubicBezTo>
                <a:cubicBezTo>
                  <a:pt x="f933" y="f774"/>
                  <a:pt x="f933" y="f767"/>
                  <a:pt x="f200" y="f1091"/>
                </a:cubicBezTo>
                <a:cubicBezTo>
                  <a:pt x="f1124" y="f94"/>
                  <a:pt x="f960" y="f106"/>
                  <a:pt x="f192" y="f150"/>
                </a:cubicBezTo>
                <a:cubicBezTo>
                  <a:pt x="f188" y="f1106"/>
                  <a:pt x="f936" y="f150"/>
                  <a:pt x="f767" y="f750"/>
                </a:cubicBezTo>
                <a:cubicBezTo>
                  <a:pt x="f949" y="f107"/>
                  <a:pt x="f182" y="f752"/>
                  <a:pt x="f159" y="f105"/>
                </a:cubicBezTo>
                <a:cubicBezTo>
                  <a:pt x="f766" y="f755"/>
                  <a:pt x="f157" y="f758"/>
                  <a:pt x="f167" y="f105"/>
                </a:cubicBezTo>
                <a:cubicBezTo>
                  <a:pt x="f1092" y="f150"/>
                  <a:pt x="f88" y="f147"/>
                  <a:pt x="f1091" y="f1107"/>
                </a:cubicBezTo>
                <a:cubicBezTo>
                  <a:pt x="f165" y="f109"/>
                  <a:pt x="f1090" y="f109"/>
                  <a:pt x="f159" y="f109"/>
                </a:cubicBezTo>
                <a:cubicBezTo>
                  <a:pt x="f936" y="f540"/>
                  <a:pt x="f194" y="f747"/>
                  <a:pt x="f194" y="f1096"/>
                </a:cubicBezTo>
                <a:cubicBezTo>
                  <a:pt x="f192" y="f1104"/>
                  <a:pt x="f162" y="f136"/>
                  <a:pt x="f1090" y="f125"/>
                </a:cubicBezTo>
                <a:cubicBezTo>
                  <a:pt x="f765" y="f502"/>
                  <a:pt x="f157" y="f136"/>
                  <a:pt x="f178" y="f1098"/>
                </a:cubicBezTo>
                <a:cubicBezTo>
                  <a:pt x="f90" y="f1097"/>
                  <a:pt x="f92" y="f123"/>
                  <a:pt x="f95" y="f123"/>
                </a:cubicBezTo>
                <a:cubicBezTo>
                  <a:pt x="f101" y="f529"/>
                  <a:pt x="f752" y="f1098"/>
                  <a:pt x="f752" y="f502"/>
                </a:cubicBezTo>
                <a:cubicBezTo>
                  <a:pt x="f106" y="f738"/>
                  <a:pt x="f755" y="f507"/>
                  <a:pt x="f1125" y="f517"/>
                </a:cubicBezTo>
                <a:cubicBezTo>
                  <a:pt x="f95" y="f505"/>
                  <a:pt x="f169" y="f516"/>
                  <a:pt x="f88" y="f516"/>
                </a:cubicBezTo>
                <a:cubicBezTo>
                  <a:pt x="f765" y="f516"/>
                  <a:pt x="f1126" y="f513"/>
                  <a:pt x="f1090" y="f734"/>
                </a:cubicBezTo>
                <a:cubicBezTo>
                  <a:pt x="f186" y="f611"/>
                  <a:pt x="f936" y="f645"/>
                  <a:pt x="f92" y="f691"/>
                </a:cubicBezTo>
                <a:cubicBezTo>
                  <a:pt x="f97" y="f1127"/>
                  <a:pt x="f99" y="f651"/>
                  <a:pt x="f1128" y="f651"/>
                </a:cubicBezTo>
                <a:cubicBezTo>
                  <a:pt x="f52" y="f699"/>
                  <a:pt x="f136" y="f696"/>
                  <a:pt x="f570" y="f696"/>
                </a:cubicBezTo>
                <a:cubicBezTo>
                  <a:pt x="f1129" y="f457"/>
                  <a:pt x="f486" y="f457"/>
                  <a:pt x="f1130" y="f454"/>
                </a:cubicBezTo>
                <a:cubicBezTo>
                  <a:pt x="f447" y="f58"/>
                  <a:pt x="f67" y="f56"/>
                  <a:pt x="f1131" y="f56"/>
                </a:cubicBezTo>
                <a:cubicBezTo>
                  <a:pt x="f1132" y="f46"/>
                  <a:pt x="f434" y="f56"/>
                  <a:pt x="f411" y="f459"/>
                </a:cubicBezTo>
                <a:cubicBezTo>
                  <a:pt x="f1133" y="f468"/>
                  <a:pt x="f19" y="f460"/>
                  <a:pt x="f35" y="f462"/>
                </a:cubicBezTo>
                <a:cubicBezTo>
                  <a:pt x="f35" y="f468"/>
                  <a:pt x="f35" y="f459"/>
                  <a:pt x="f35" y="f486"/>
                </a:cubicBezTo>
                <a:cubicBezTo>
                  <a:pt x="f35" y="f486"/>
                  <a:pt x="f71" y="f486"/>
                  <a:pt x="f36" y="f486"/>
                </a:cubicBezTo>
                <a:cubicBezTo>
                  <a:pt x="f1134" y="f474"/>
                  <a:pt x="f1135" y="f486"/>
                  <a:pt x="f67" y="f474"/>
                </a:cubicBezTo>
                <a:cubicBezTo>
                  <a:pt x="f26" y="f472"/>
                  <a:pt x="f38" y="f684"/>
                  <a:pt x="f1136" y="f1137"/>
                </a:cubicBezTo>
                <a:cubicBezTo>
                  <a:pt x="f1138" y="f665"/>
                  <a:pt x="f1136" y="f645"/>
                  <a:pt x="f42" y="f1119"/>
                </a:cubicBezTo>
                <a:cubicBezTo>
                  <a:pt x="f38" y="f1139"/>
                  <a:pt x="f1140" y="f1141"/>
                  <a:pt x="f34" y="f1129"/>
                </a:cubicBezTo>
                <a:cubicBezTo>
                  <a:pt x="f67" y="f596"/>
                  <a:pt x="f43" y="f632"/>
                  <a:pt x="f1142" y="f590"/>
                </a:cubicBezTo>
                <a:cubicBezTo>
                  <a:pt x="f28" y="f1129"/>
                  <a:pt x="f1143" y="f590"/>
                  <a:pt x="f62" y="f719"/>
                </a:cubicBezTo>
                <a:cubicBezTo>
                  <a:pt x="f709" y="f592"/>
                  <a:pt x="f56" y="f1144"/>
                  <a:pt x="f456" y="f579"/>
                </a:cubicBezTo>
                <a:cubicBezTo>
                  <a:pt x="f481" y="f579"/>
                  <a:pt x="f667" y="f579"/>
                  <a:pt x="f490" y="f614"/>
                </a:cubicBezTo>
                <a:cubicBezTo>
                  <a:pt x="f645" y="f625"/>
                  <a:pt x="f647" y="f566"/>
                  <a:pt x="f669" y="f507"/>
                </a:cubicBezTo>
                <a:cubicBezTo>
                  <a:pt x="f647" y="f511"/>
                  <a:pt x="f1115" y="f508"/>
                  <a:pt x="f607" y="f125"/>
                </a:cubicBezTo>
                <a:cubicBezTo>
                  <a:pt x="f1119" y="f140"/>
                  <a:pt x="f1116" y="f129"/>
                  <a:pt x="f599" y="f529"/>
                </a:cubicBezTo>
                <a:cubicBezTo>
                  <a:pt x="f1145" y="f531"/>
                  <a:pt x="f596" y="f1121"/>
                  <a:pt x="f590" y="f746"/>
                </a:cubicBezTo>
                <a:cubicBezTo>
                  <a:pt x="f633" y="f143"/>
                  <a:pt x="f1129" y="f1146"/>
                  <a:pt x="f636" y="f109"/>
                </a:cubicBezTo>
                <a:cubicBezTo>
                  <a:pt x="f592" y="f103"/>
                  <a:pt x="f630" y="f760"/>
                  <a:pt x="f1147" y="f1090"/>
                </a:cubicBezTo>
                <a:cubicBezTo>
                  <a:pt x="f723" y="f86"/>
                  <a:pt x="f1145" y="f767"/>
                  <a:pt x="f1115" y="f949"/>
                </a:cubicBezTo>
                <a:cubicBezTo>
                  <a:pt x="f645" y="f949"/>
                  <a:pt x="f641" y="f767"/>
                  <a:pt x="f47" y="f767"/>
                </a:cubicBezTo>
                <a:cubicBezTo>
                  <a:pt x="f669" y="f162"/>
                  <a:pt x="f472" y="f769"/>
                  <a:pt x="f459" y="f936"/>
                </a:cubicBezTo>
                <a:cubicBezTo>
                  <a:pt x="f481" y="f162"/>
                  <a:pt x="f658" y="f182"/>
                  <a:pt x="f653" y="f159"/>
                </a:cubicBezTo>
                <a:cubicBezTo>
                  <a:pt x="f46" y="f1090"/>
                  <a:pt x="f1148" y="f766"/>
                  <a:pt x="f44" y="f165"/>
                </a:cubicBezTo>
                <a:cubicBezTo>
                  <a:pt x="f65" y="f765"/>
                  <a:pt x="f30" y="f765"/>
                  <a:pt x="f24" y="f1091"/>
                </a:cubicBezTo>
                <a:cubicBezTo>
                  <a:pt x="f1149" y="f1091"/>
                  <a:pt x="f1150" y="f1091"/>
                  <a:pt x="f1135" y="f1091"/>
                </a:cubicBezTo>
                <a:cubicBezTo>
                  <a:pt x="f1150" y="f186"/>
                  <a:pt x="f1151" y="f842"/>
                  <a:pt x="f1152" y="f195"/>
                </a:cubicBezTo>
                <a:cubicBezTo>
                  <a:pt x="f1153" y="f837"/>
                  <a:pt x="f486" y="f82"/>
                  <a:pt x="f1115" y="f197"/>
                </a:cubicBezTo>
                <a:cubicBezTo>
                  <a:pt x="f598" y="f961"/>
                  <a:pt x="f632" y="f1124"/>
                  <a:pt x="f719" y="f1122"/>
                </a:cubicBezTo>
                <a:cubicBezTo>
                  <a:pt x="f634" y="f791"/>
                  <a:pt x="f596" y="f1083"/>
                  <a:pt x="f636" y="f206"/>
                </a:cubicBezTo>
                <a:cubicBezTo>
                  <a:pt x="f492" y="f931"/>
                  <a:pt x="f634" y="f794"/>
                  <a:pt x="f592" y="f1154"/>
                </a:cubicBezTo>
                <a:cubicBezTo>
                  <a:pt x="f581" y="f798"/>
                  <a:pt x="f1155" y="f64"/>
                  <a:pt x="f572" y="f813"/>
                </a:cubicBezTo>
                <a:cubicBezTo>
                  <a:pt x="f1156" y="f72"/>
                  <a:pt x="f570" y="f811"/>
                  <a:pt x="f628" y="f811"/>
                </a:cubicBezTo>
                <a:cubicBezTo>
                  <a:pt x="f1157" y="f811"/>
                  <a:pt x="f1147" y="f73"/>
                  <a:pt x="f727" y="f811"/>
                </a:cubicBezTo>
                <a:cubicBezTo>
                  <a:pt x="f579" y="f809"/>
                  <a:pt x="f1158" y="f809"/>
                  <a:pt x="f597" y="f809"/>
                </a:cubicBezTo>
                <a:cubicBezTo>
                  <a:pt x="f1145" y="f809"/>
                  <a:pt x="f1145" y="f1159"/>
                  <a:pt x="f636" y="f1159"/>
                </a:cubicBezTo>
                <a:cubicBezTo>
                  <a:pt x="f1129" y="f1006"/>
                  <a:pt x="f633" y="f1070"/>
                  <a:pt x="f595" y="f1160"/>
                </a:cubicBezTo>
                <a:cubicBezTo>
                  <a:pt x="f592" y="f927"/>
                  <a:pt x="f590" y="f994"/>
                  <a:pt x="f597" y="f235"/>
                </a:cubicBezTo>
                <a:cubicBezTo>
                  <a:pt x="f1139" y="f237"/>
                  <a:pt x="f1139" y="f237"/>
                  <a:pt x="f1161" y="f242"/>
                </a:cubicBezTo>
                <a:cubicBezTo>
                  <a:pt x="f603" y="f245"/>
                  <a:pt x="f603" y="f1015"/>
                  <a:pt x="f1162" y="f1163"/>
                </a:cubicBezTo>
                <a:cubicBezTo>
                  <a:pt x="f607" y="f1164"/>
                  <a:pt x="f1116" y="f1113"/>
                  <a:pt x="f637" y="f1165"/>
                </a:cubicBezTo>
                <a:cubicBezTo>
                  <a:pt x="f669" y="f1020"/>
                  <a:pt x="f460" y="f252"/>
                  <a:pt x="f1153" y="f250"/>
                </a:cubicBezTo>
                <a:cubicBezTo>
                  <a:pt x="f709" y="f1113"/>
                  <a:pt x="f709" y="f1166"/>
                  <a:pt x="f653" y="f255"/>
                </a:cubicBezTo>
                <a:cubicBezTo>
                  <a:pt x="f53" y="f1019"/>
                  <a:pt x="f1143" y="f250"/>
                  <a:pt x="f38" y="f249"/>
                </a:cubicBezTo>
                <a:cubicBezTo>
                  <a:pt x="f28" y="f1017"/>
                  <a:pt x="f1140" y="f926"/>
                  <a:pt x="f32" y="f1017"/>
                </a:cubicBezTo>
                <a:cubicBezTo>
                  <a:pt x="f34" y="f249"/>
                  <a:pt x="f1142" y="f1167"/>
                  <a:pt x="f1150" y="f247"/>
                </a:cubicBezTo>
                <a:cubicBezTo>
                  <a:pt x="f69" y="f1065"/>
                  <a:pt x="f1168" y="f1169"/>
                  <a:pt x="f33" y="f927"/>
                </a:cubicBezTo>
                <a:cubicBezTo>
                  <a:pt x="f424" y="f1069"/>
                  <a:pt x="f414" y="f1000"/>
                  <a:pt x="f27" y="f224"/>
                </a:cubicBezTo>
                <a:cubicBezTo>
                  <a:pt x="f407" y="f809"/>
                  <a:pt x="f1170" y="f810"/>
                  <a:pt x="f406" y="f222"/>
                </a:cubicBezTo>
                <a:cubicBezTo>
                  <a:pt x="f1171" y="f1074"/>
                  <a:pt x="f23" y="f819"/>
                  <a:pt x="f1172" y="f817"/>
                </a:cubicBezTo>
                <a:cubicBezTo>
                  <a:pt x="f1173" y="f1174"/>
                  <a:pt x="f74" y="f1175"/>
                  <a:pt x="f17" y="f994"/>
                </a:cubicBezTo>
                <a:cubicBezTo>
                  <a:pt x="f1176" y="f1169"/>
                  <a:pt x="f1177" y="f988"/>
                  <a:pt x="f1178" y="f244"/>
                </a:cubicBezTo>
                <a:cubicBezTo>
                  <a:pt x="f407" y="f1179"/>
                  <a:pt x="f27" y="f245"/>
                  <a:pt x="f1177" y="f1163"/>
                </a:cubicBezTo>
                <a:cubicBezTo>
                  <a:pt x="f1180" y="f926"/>
                  <a:pt x="f409" y="f1167"/>
                  <a:pt x="f411" y="f249"/>
                </a:cubicBezTo>
                <a:cubicBezTo>
                  <a:pt x="f411" y="f249"/>
                  <a:pt x="f1181" y="f853"/>
                  <a:pt x="f1181" y="f1164"/>
                </a:cubicBezTo>
                <a:cubicBezTo>
                  <a:pt x="f1180" y="f853"/>
                  <a:pt x="f27" y="f249"/>
                  <a:pt x="f1178" y="f1167"/>
                </a:cubicBezTo>
                <a:cubicBezTo>
                  <a:pt x="f25" y="f1015"/>
                  <a:pt x="f406" y="f1064"/>
                  <a:pt x="f1182" y="f244"/>
                </a:cubicBezTo>
                <a:cubicBezTo>
                  <a:pt x="f1183" y="f1184"/>
                  <a:pt x="f1185" y="f991"/>
                  <a:pt x="f89" y="f243"/>
                </a:cubicBezTo>
                <a:cubicBezTo>
                  <a:pt x="f91" y="f990"/>
                  <a:pt x="f76" y="f1169"/>
                  <a:pt x="f9" y="f237"/>
                </a:cubicBezTo>
                <a:cubicBezTo>
                  <a:pt x="f13" y="f1078"/>
                  <a:pt x="f102" y="f982"/>
                  <a:pt x="f392" y="f996"/>
                </a:cubicBezTo>
                <a:cubicBezTo>
                  <a:pt x="f1186" y="f1160"/>
                  <a:pt x="f1187" y="f981"/>
                  <a:pt x="f1188" y="f1069"/>
                </a:cubicBezTo>
                <a:cubicBezTo>
                  <a:pt x="f1189" y="f1069"/>
                  <a:pt x="f160" y="f1174"/>
                  <a:pt x="f1190" y="f1000"/>
                </a:cubicBezTo>
                <a:cubicBezTo>
                  <a:pt x="f1190" y="f1191"/>
                  <a:pt x="f139" y="f226"/>
                  <a:pt x="f158" y="f819"/>
                </a:cubicBezTo>
                <a:cubicBezTo>
                  <a:pt x="f141" y="f1074"/>
                  <a:pt x="f144" y="f810"/>
                  <a:pt x="f1192" y="f75"/>
                </a:cubicBezTo>
                <a:cubicBezTo>
                  <a:pt x="f358" y="f1193"/>
                  <a:pt x="f354" y="f73"/>
                  <a:pt x="f356" y="f68"/>
                </a:cubicBezTo>
                <a:cubicBezTo>
                  <a:pt x="f358" y="f1194"/>
                  <a:pt x="f356" y="f802"/>
                  <a:pt x="f356" y="f64"/>
                </a:cubicBezTo>
                <a:cubicBezTo>
                  <a:pt x="f354" y="f213"/>
                  <a:pt x="f354" y="f1082"/>
                  <a:pt x="f168" y="f968"/>
                </a:cubicBezTo>
                <a:cubicBezTo>
                  <a:pt x="f352" y="f794"/>
                  <a:pt x="f1195" y="f60"/>
                  <a:pt x="f1196" y="f209"/>
                </a:cubicBezTo>
                <a:cubicBezTo>
                  <a:pt x="f344" y="f1083"/>
                  <a:pt x="f1197" y="f59"/>
                  <a:pt x="f1197" y="f779"/>
                </a:cubicBezTo>
                <a:cubicBezTo>
                  <a:pt x="f1197" y="f961"/>
                  <a:pt x="f1198" y="f960"/>
                  <a:pt x="f174" y="f83"/>
                </a:cubicBezTo>
                <a:cubicBezTo>
                  <a:pt x="f1199" y="f774"/>
                  <a:pt x="f331" y="f770"/>
                  <a:pt x="f341" y="f188"/>
                </a:cubicBezTo>
                <a:cubicBezTo>
                  <a:pt x="f352" y="f948"/>
                  <a:pt x="f354" y="f167"/>
                  <a:pt x="f338" y="f758"/>
                </a:cubicBezTo>
                <a:cubicBezTo>
                  <a:pt x="f349" y="f749"/>
                  <a:pt x="f340" y="f531"/>
                  <a:pt x="f358" y="f1200"/>
                </a:cubicBezTo>
                <a:cubicBezTo>
                  <a:pt x="f1201" y="f561"/>
                  <a:pt x="f1201" y="f727"/>
                  <a:pt x="f1192" y="f586"/>
                </a:cubicBezTo>
                <a:cubicBezTo>
                  <a:pt x="f1192" y="f1202"/>
                  <a:pt x="f166" y="f719"/>
                  <a:pt x="f356" y="f633"/>
                </a:cubicBezTo>
                <a:cubicBezTo>
                  <a:pt x="f168" y="f1145"/>
                  <a:pt x="f170" y="f599"/>
                  <a:pt x="f1195" y="f637"/>
                </a:cubicBezTo>
                <a:cubicBezTo>
                  <a:pt x="f1195" y="f1162"/>
                  <a:pt x="f168" y="f1112"/>
                  <a:pt x="f358" y="f645"/>
                </a:cubicBezTo>
                <a:cubicBezTo>
                  <a:pt x="f166" y="f637"/>
                  <a:pt x="f1203" y="f1139"/>
                  <a:pt x="f152" y="f599"/>
                </a:cubicBezTo>
                <a:cubicBezTo>
                  <a:pt x="f1190" y="f636"/>
                  <a:pt x="f135" y="f633"/>
                  <a:pt x="f1204" y="f593"/>
                </a:cubicBezTo>
                <a:cubicBezTo>
                  <a:pt x="f378" y="f588"/>
                  <a:pt x="f1205" y="f579"/>
                  <a:pt x="f1206" y="f630"/>
                </a:cubicBezTo>
                <a:cubicBezTo>
                  <a:pt x="f1207" y="f1147"/>
                  <a:pt x="f1208" y="f496"/>
                  <a:pt x="f3" y="f628"/>
                </a:cubicBezTo>
                <a:cubicBezTo>
                  <a:pt x="f1209" y="f1157"/>
                  <a:pt x="f138" y="f1157"/>
                  <a:pt x="f160" y="f1147"/>
                </a:cubicBezTo>
                <a:cubicBezTo>
                  <a:pt x="f158" y="f559"/>
                  <a:pt x="f1210" y="f738"/>
                  <a:pt x="f128" y="f125"/>
                </a:cubicBezTo>
                <a:cubicBezTo>
                  <a:pt x="f126" y="f125"/>
                  <a:pt x="f1211" y="f50"/>
                  <a:pt x="f1212" y="f508"/>
                </a:cubicBezTo>
                <a:cubicBezTo>
                  <a:pt x="f122" y="f507"/>
                  <a:pt x="f380" y="f516"/>
                  <a:pt x="f1213" y="f566"/>
                </a:cubicBezTo>
                <a:cubicBezTo>
                  <a:pt x="f390" y="f625"/>
                  <a:pt x="f1214" y="f628"/>
                  <a:pt x="f1215" y="f577"/>
                </a:cubicBezTo>
                <a:cubicBezTo>
                  <a:pt x="f102" y="f634"/>
                  <a:pt x="f11" y="f637"/>
                  <a:pt x="f76" y="f667"/>
                </a:cubicBezTo>
                <a:cubicBezTo>
                  <a:pt x="f1216" y="f459"/>
                  <a:pt x="f23" y="f459"/>
                  <a:pt x="f1173" y="f669"/>
                </a:cubicBezTo>
                <a:cubicBezTo>
                  <a:pt x="f17" y="f459"/>
                  <a:pt x="f428" y="f466"/>
                  <a:pt x="f27" y="f58"/>
                </a:cubicBezTo>
                <a:cubicBezTo>
                  <a:pt x="f27" y="f450"/>
                  <a:pt x="f407" y="f2"/>
                  <a:pt x="f74" y="f1130"/>
                </a:cubicBezTo>
                <a:cubicBezTo>
                  <a:pt x="f1204" y="f1217"/>
                  <a:pt x="f326" y="f436"/>
                  <a:pt x="f293" y="f74"/>
                </a:cubicBezTo>
                <a:cubicBezTo>
                  <a:pt x="f214" y="f429"/>
                  <a:pt x="f287" y="f1218"/>
                  <a:pt x="f261" y="f23"/>
                </a:cubicBezTo>
                <a:cubicBezTo>
                  <a:pt x="f267" y="f87"/>
                  <a:pt x="f275" y="f1183"/>
                  <a:pt x="f6" y="f1185"/>
                </a:cubicBezTo>
                <a:cubicBezTo>
                  <a:pt x="f6" y="f1219"/>
                  <a:pt x="f6" y="f76"/>
                  <a:pt x="f6" y="f9"/>
                </a:cubicBezTo>
                <a:close/>
                <a:moveTo>
                  <a:pt x="f621" y="f502"/>
                </a:moveTo>
                <a:cubicBezTo>
                  <a:pt x="f1220" y="f747"/>
                  <a:pt x="f591" y="f548"/>
                  <a:pt x="f602" y="f755"/>
                </a:cubicBezTo>
                <a:cubicBezTo>
                  <a:pt x="f1221" y="f94"/>
                  <a:pt x="f939" y="f54"/>
                  <a:pt x="f1222" y="f167"/>
                </a:cubicBezTo>
                <a:cubicBezTo>
                  <a:pt x="f1223" y="f1091"/>
                  <a:pt x="f657" y="f165"/>
                  <a:pt x="f1224" y="f155"/>
                </a:cubicBezTo>
                <a:cubicBezTo>
                  <a:pt x="f934" y="f99"/>
                  <a:pt x="f1225" y="f105"/>
                  <a:pt x="f1226" y="f542"/>
                </a:cubicBezTo>
                <a:cubicBezTo>
                  <a:pt x="f1226" y="f542"/>
                  <a:pt x="f664" y="f1107"/>
                  <a:pt x="f664" y="f1107"/>
                </a:cubicBezTo>
                <a:cubicBezTo>
                  <a:pt x="f1227" y="f1107"/>
                  <a:pt x="f661" y="f548"/>
                  <a:pt x="f934" y="f1107"/>
                </a:cubicBezTo>
                <a:cubicBezTo>
                  <a:pt x="f659" y="f148"/>
                  <a:pt x="f1228" y="f546"/>
                  <a:pt x="f654" y="f119"/>
                </a:cubicBezTo>
                <a:cubicBezTo>
                  <a:pt x="f649" y="f746"/>
                  <a:pt x="f644" y="f554"/>
                  <a:pt x="f640" y="f1108"/>
                </a:cubicBezTo>
                <a:cubicBezTo>
                  <a:pt x="f629" y="f1108"/>
                  <a:pt x="f623" y="f131"/>
                  <a:pt x="f627" y="f529"/>
                </a:cubicBezTo>
                <a:cubicBezTo>
                  <a:pt x="f631" y="f1097"/>
                  <a:pt x="f617" y="f140"/>
                  <a:pt x="f621" y="f502"/>
                </a:cubicBezTo>
                <a:close/>
                <a:moveTo>
                  <a:pt x="f929" y="f1218"/>
                </a:moveTo>
                <a:cubicBezTo>
                  <a:pt x="f1003" y="f1170"/>
                  <a:pt x="f1229" y="f407"/>
                  <a:pt x="f1159" y="f409"/>
                </a:cubicBezTo>
                <a:cubicBezTo>
                  <a:pt x="f222" y="f1132"/>
                  <a:pt x="f1193" y="f1134"/>
                  <a:pt x="f72" y="f1142"/>
                </a:cubicBezTo>
                <a:cubicBezTo>
                  <a:pt x="f70" y="f1140"/>
                  <a:pt x="f803" y="f40"/>
                  <a:pt x="f66" y="f2"/>
                </a:cubicBezTo>
                <a:cubicBezTo>
                  <a:pt x="f930" y="f53"/>
                  <a:pt x="f930" y="f46"/>
                  <a:pt x="f68" y="f56"/>
                </a:cubicBezTo>
                <a:cubicBezTo>
                  <a:pt x="f811" y="f452"/>
                  <a:pt x="f224" y="f454"/>
                  <a:pt x="f1000" y="f709"/>
                </a:cubicBezTo>
                <a:cubicBezTo>
                  <a:pt x="f1000" y="f452"/>
                  <a:pt x="f1000" y="f56"/>
                  <a:pt x="f817" y="f46"/>
                </a:cubicBezTo>
                <a:cubicBezTo>
                  <a:pt x="f818" y="f38"/>
                  <a:pt x="f226" y="f446"/>
                  <a:pt x="f1230" y="f438"/>
                </a:cubicBezTo>
                <a:cubicBezTo>
                  <a:pt x="f228" y="f418"/>
                  <a:pt x="f1230" y="f407"/>
                  <a:pt x="f929" y="f1218"/>
                </a:cubicBezTo>
                <a:close/>
                <a:moveTo>
                  <a:pt x="f845" y="f767"/>
                </a:moveTo>
                <a:cubicBezTo>
                  <a:pt x="f845" y="f951"/>
                  <a:pt x="f845" y="f949"/>
                  <a:pt x="f845" y="f161"/>
                </a:cubicBezTo>
                <a:cubicBezTo>
                  <a:pt x="f1231" y="f1126"/>
                  <a:pt x="f681" y="f1126"/>
                  <a:pt x="f680" y="f92"/>
                </a:cubicBezTo>
                <a:cubicBezTo>
                  <a:pt x="f680" y="f171"/>
                  <a:pt x="f680" y="f99"/>
                  <a:pt x="f679" y="f1128"/>
                </a:cubicBezTo>
                <a:cubicBezTo>
                  <a:pt x="f1232" y="f154"/>
                  <a:pt x="f677" y="f106"/>
                  <a:pt x="f850" y="f147"/>
                </a:cubicBezTo>
                <a:cubicBezTo>
                  <a:pt x="f1226" y="f154"/>
                  <a:pt x="f1225" y="f95"/>
                  <a:pt x="f1233" y="f1092"/>
                </a:cubicBezTo>
                <a:cubicBezTo>
                  <a:pt x="f660" y="f165"/>
                  <a:pt x="f1234" y="f159"/>
                  <a:pt x="f663" y="f86"/>
                </a:cubicBezTo>
                <a:cubicBezTo>
                  <a:pt x="f670" y="f161"/>
                  <a:pt x="f1235" y="f949"/>
                  <a:pt x="f845" y="f767"/>
                </a:cubicBezTo>
                <a:close/>
                <a:moveTo>
                  <a:pt x="f1236" y="f1146"/>
                </a:moveTo>
                <a:cubicBezTo>
                  <a:pt x="f957" y="f1107"/>
                  <a:pt x="f1237" y="f150"/>
                  <a:pt x="f975" y="f103"/>
                </a:cubicBezTo>
                <a:cubicBezTo>
                  <a:pt x="f537" y="f749"/>
                  <a:pt x="f958" y="f117"/>
                  <a:pt x="f1238" y="f121"/>
                </a:cubicBezTo>
                <a:cubicBezTo>
                  <a:pt x="f1239" y="f117"/>
                  <a:pt x="f1240" y="f538"/>
                  <a:pt x="f1236" y="f1146"/>
                </a:cubicBezTo>
                <a:close/>
                <a:moveTo>
                  <a:pt x="f820" y="f835"/>
                </a:moveTo>
                <a:cubicBezTo>
                  <a:pt x="f705" y="f835"/>
                  <a:pt x="f706" y="f781"/>
                  <a:pt x="f706" y="f781"/>
                </a:cubicBezTo>
                <a:cubicBezTo>
                  <a:pt x="f1241" y="f1123"/>
                  <a:pt x="f707" y="f197"/>
                  <a:pt x="f708" y="f82"/>
                </a:cubicBezTo>
                <a:cubicBezTo>
                  <a:pt x="f710" y="f837"/>
                  <a:pt x="f711" y="f841"/>
                  <a:pt x="f1242" y="f55"/>
                </a:cubicBezTo>
                <a:cubicBezTo>
                  <a:pt x="f708" y="f956"/>
                  <a:pt x="f705" y="f956"/>
                  <a:pt x="f704" y="f770"/>
                </a:cubicBezTo>
                <a:cubicBezTo>
                  <a:pt x="f704" y="f837"/>
                  <a:pt x="f825" y="f844"/>
                  <a:pt x="f1243" y="f841"/>
                </a:cubicBezTo>
                <a:cubicBezTo>
                  <a:pt x="f829" y="f1123"/>
                  <a:pt x="f1244" y="f197"/>
                  <a:pt x="f820" y="f835"/>
                </a:cubicBezTo>
                <a:close/>
                <a:moveTo>
                  <a:pt x="f708" y="f734"/>
                </a:moveTo>
                <a:cubicBezTo>
                  <a:pt x="f1245" y="f561"/>
                  <a:pt x="f823" y="f559"/>
                  <a:pt x="f702" y="f559"/>
                </a:cubicBezTo>
                <a:cubicBezTo>
                  <a:pt x="f829" y="f559"/>
                  <a:pt x="f700" y="f734"/>
                  <a:pt x="f1246" y="f563"/>
                </a:cubicBezTo>
                <a:cubicBezTo>
                  <a:pt x="f1246" y="f566"/>
                  <a:pt x="f1246" y="f498"/>
                  <a:pt x="f1246" y="f513"/>
                </a:cubicBezTo>
                <a:cubicBezTo>
                  <a:pt x="f1243" y="f498"/>
                  <a:pt x="f703" y="f566"/>
                  <a:pt x="f708" y="f734"/>
                </a:cubicBezTo>
                <a:close/>
                <a:moveTo>
                  <a:pt x="f758" y="f125"/>
                </a:moveTo>
                <a:cubicBezTo>
                  <a:pt x="f95" y="f136"/>
                  <a:pt x="f54" y="f136"/>
                  <a:pt x="f178" y="f511"/>
                </a:cubicBezTo>
                <a:cubicBezTo>
                  <a:pt x="f54" y="f508"/>
                  <a:pt x="f99" y="f50"/>
                  <a:pt x="f758" y="f125"/>
                </a:cubicBezTo>
                <a:close/>
              </a:path>
            </a:pathLst>
          </a:custGeom>
          <a:solidFill>
            <a:srgbClr val="A72424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4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grpSp>
        <p:nvGrpSpPr>
          <p:cNvPr id="8" name="Grupo 6">
            <a:extLst>
              <a:ext uri="{FF2B5EF4-FFF2-40B4-BE49-F238E27FC236}">
                <a16:creationId xmlns:a16="http://schemas.microsoft.com/office/drawing/2014/main" id="{6C1A92BB-36E5-C7CE-FF99-D0C16F62FEED}"/>
              </a:ext>
            </a:extLst>
          </p:cNvPr>
          <p:cNvGrpSpPr/>
          <p:nvPr/>
        </p:nvGrpSpPr>
        <p:grpSpPr>
          <a:xfrm>
            <a:off x="107515" y="4376638"/>
            <a:ext cx="520475" cy="722018"/>
            <a:chOff x="107515" y="4376638"/>
            <a:chExt cx="520475" cy="722018"/>
          </a:xfrm>
        </p:grpSpPr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771DDC3A-16C3-CE2C-F9EC-B0D240F9F3B6}"/>
                </a:ext>
              </a:extLst>
            </p:cNvPr>
            <p:cNvSpPr/>
            <p:nvPr/>
          </p:nvSpPr>
          <p:spPr>
            <a:xfrm>
              <a:off x="334816" y="4452295"/>
              <a:ext cx="293174" cy="646361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1"/>
                <a:gd name="f7" fmla="val 334"/>
                <a:gd name="f8" fmla="val 150"/>
                <a:gd name="f9" fmla="val 7"/>
                <a:gd name="f10" fmla="val 13"/>
                <a:gd name="f11" fmla="val 19"/>
                <a:gd name="f12" fmla="val 40"/>
                <a:gd name="f13" fmla="val 62"/>
                <a:gd name="f14" fmla="val 149"/>
                <a:gd name="f15" fmla="val 84"/>
                <a:gd name="f16" fmla="val 148"/>
                <a:gd name="f17" fmla="val 104"/>
                <a:gd name="f18" fmla="val 140"/>
                <a:gd name="f19" fmla="val 123"/>
                <a:gd name="f20" fmla="val 124"/>
                <a:gd name="f21" fmla="val 138"/>
                <a:gd name="f22" fmla="val 117"/>
                <a:gd name="f23" fmla="val 144"/>
                <a:gd name="f24" fmla="val 110"/>
                <a:gd name="f25" fmla="val 158"/>
                <a:gd name="f26" fmla="val 94"/>
                <a:gd name="f27" fmla="val 167"/>
                <a:gd name="f28" fmla="val 88"/>
                <a:gd name="f29" fmla="val 179"/>
                <a:gd name="f30" fmla="val 193"/>
                <a:gd name="f31" fmla="val 86"/>
                <a:gd name="f32" fmla="val 232"/>
                <a:gd name="f33" fmla="val 271"/>
                <a:gd name="f34" fmla="val 82"/>
                <a:gd name="f35" fmla="val 310"/>
                <a:gd name="f36" fmla="val 312"/>
                <a:gd name="f37" fmla="val 313"/>
                <a:gd name="f38" fmla="val 315"/>
                <a:gd name="f39" fmla="val 105"/>
                <a:gd name="f40" fmla="val 319"/>
                <a:gd name="f41" fmla="val 127"/>
                <a:gd name="f42" fmla="val 322"/>
                <a:gd name="f43" fmla="val 326"/>
                <a:gd name="f44" fmla="val 141"/>
                <a:gd name="f45" fmla="val 333"/>
                <a:gd name="f46" fmla="val 22"/>
                <a:gd name="f47" fmla="val 327"/>
                <a:gd name="f48" fmla="val 3"/>
                <a:gd name="f49" fmla="val 4"/>
                <a:gd name="f50" fmla="val 6"/>
                <a:gd name="f51" fmla="val 325"/>
                <a:gd name="f52" fmla="val 25"/>
                <a:gd name="f53" fmla="val 45"/>
                <a:gd name="f54" fmla="val 64"/>
                <a:gd name="f55" fmla="val 316"/>
                <a:gd name="f56" fmla="val 66"/>
                <a:gd name="f57" fmla="val 70"/>
                <a:gd name="f58" fmla="val 311"/>
                <a:gd name="f59" fmla="val 68"/>
                <a:gd name="f60" fmla="val 231"/>
                <a:gd name="f61" fmla="val 190"/>
                <a:gd name="f62" fmla="val 63"/>
                <a:gd name="f63" fmla="val 175"/>
                <a:gd name="f64" fmla="val 54"/>
                <a:gd name="f65" fmla="val 163"/>
                <a:gd name="f66" fmla="val 43"/>
                <a:gd name="f67" fmla="val 153"/>
                <a:gd name="f68" fmla="val 35"/>
                <a:gd name="f69" fmla="val 145"/>
                <a:gd name="f70" fmla="val 27"/>
                <a:gd name="f71" fmla="val 137"/>
                <a:gd name="f72" fmla="val 20"/>
                <a:gd name="f73" fmla="val 129"/>
                <a:gd name="f74" fmla="val 8"/>
                <a:gd name="f75" fmla="val 115"/>
                <a:gd name="f76" fmla="val 97"/>
                <a:gd name="f77" fmla="val 79"/>
                <a:gd name="f78" fmla="val 2"/>
                <a:gd name="f79" fmla="val 30"/>
                <a:gd name="f80" fmla="val 1"/>
                <a:gd name="f81" fmla="val 53"/>
                <a:gd name="f82" fmla="val 100"/>
                <a:gd name="f83" fmla="val 146"/>
                <a:gd name="f84" fmla="val 147"/>
                <a:gd name="f85" fmla="val 125"/>
                <a:gd name="f86" fmla="val 52"/>
                <a:gd name="f87" fmla="val 103"/>
                <a:gd name="f88" fmla="val 116"/>
                <a:gd name="f89" fmla="val 120"/>
                <a:gd name="f90" fmla="val 101"/>
                <a:gd name="f91" fmla="val 132"/>
                <a:gd name="f92" fmla="val 85"/>
                <a:gd name="f93" fmla="val 142"/>
                <a:gd name="f94" fmla="val 90"/>
                <a:gd name="f95" fmla="val 126"/>
                <a:gd name="f96" fmla="val 113"/>
                <a:gd name="f97" fmla="val 96"/>
                <a:gd name="f98" fmla="val 143"/>
                <a:gd name="f99" fmla="val 74"/>
                <a:gd name="f100" fmla="val 98"/>
                <a:gd name="f101" fmla="val 17"/>
                <a:gd name="f102" fmla="val 26"/>
                <a:gd name="f103" fmla="val 47"/>
                <a:gd name="f104" fmla="+- 0 0 -90"/>
                <a:gd name="f105" fmla="*/ f3 1 151"/>
                <a:gd name="f106" fmla="*/ f4 1 334"/>
                <a:gd name="f107" fmla="val f5"/>
                <a:gd name="f108" fmla="val f6"/>
                <a:gd name="f109" fmla="val f7"/>
                <a:gd name="f110" fmla="*/ f104 f0 1"/>
                <a:gd name="f111" fmla="+- f109 0 f107"/>
                <a:gd name="f112" fmla="+- f108 0 f107"/>
                <a:gd name="f113" fmla="*/ f110 1 f2"/>
                <a:gd name="f114" fmla="*/ f112 1 151"/>
                <a:gd name="f115" fmla="*/ f111 1 334"/>
                <a:gd name="f116" fmla="*/ 150 f112 1"/>
                <a:gd name="f117" fmla="*/ 0 f111 1"/>
                <a:gd name="f118" fmla="*/ 19 f111 1"/>
                <a:gd name="f119" fmla="*/ 149 f112 1"/>
                <a:gd name="f120" fmla="*/ 84 f111 1"/>
                <a:gd name="f121" fmla="*/ 124 f112 1"/>
                <a:gd name="f122" fmla="*/ 138 f111 1"/>
                <a:gd name="f123" fmla="*/ 104 f112 1"/>
                <a:gd name="f124" fmla="*/ 158 f111 1"/>
                <a:gd name="f125" fmla="*/ 88 f112 1"/>
                <a:gd name="f126" fmla="*/ 193 f111 1"/>
                <a:gd name="f127" fmla="*/ 82 f112 1"/>
                <a:gd name="f128" fmla="*/ 310 f111 1"/>
                <a:gd name="f129" fmla="*/ 315 f111 1"/>
                <a:gd name="f130" fmla="*/ 151 f112 1"/>
                <a:gd name="f131" fmla="*/ 326 f111 1"/>
                <a:gd name="f132" fmla="*/ 0 f112 1"/>
                <a:gd name="f133" fmla="*/ 327 f111 1"/>
                <a:gd name="f134" fmla="*/ 6 f112 1"/>
                <a:gd name="f135" fmla="*/ 325 f111 1"/>
                <a:gd name="f136" fmla="*/ 64 f112 1"/>
                <a:gd name="f137" fmla="*/ 316 f111 1"/>
                <a:gd name="f138" fmla="*/ 70 f112 1"/>
                <a:gd name="f139" fmla="*/ 311 f111 1"/>
                <a:gd name="f140" fmla="*/ 190 f111 1"/>
                <a:gd name="f141" fmla="*/ 43 f112 1"/>
                <a:gd name="f142" fmla="*/ 153 f111 1"/>
                <a:gd name="f143" fmla="*/ 20 f112 1"/>
                <a:gd name="f144" fmla="*/ 129 f111 1"/>
                <a:gd name="f145" fmla="*/ 3 f112 1"/>
                <a:gd name="f146" fmla="*/ 79 f111 1"/>
                <a:gd name="f147" fmla="*/ 1 f112 1"/>
                <a:gd name="f148" fmla="*/ 6 f111 1"/>
                <a:gd name="f149" fmla="*/ 7 f112 1"/>
                <a:gd name="f150" fmla="*/ 146 f112 1"/>
                <a:gd name="f151" fmla="*/ 125 f112 1"/>
                <a:gd name="f152" fmla="*/ 35 f111 1"/>
                <a:gd name="f153" fmla="*/ 101 f112 1"/>
                <a:gd name="f154" fmla="*/ 132 f111 1"/>
                <a:gd name="f155" fmla="*/ 79 f112 1"/>
                <a:gd name="f156" fmla="*/ 146 f111 1"/>
                <a:gd name="f157" fmla="*/ 115 f112 1"/>
                <a:gd name="f158" fmla="*/ 137 f111 1"/>
                <a:gd name="f159" fmla="*/ 141 f112 1"/>
                <a:gd name="f160" fmla="*/ 96 f111 1"/>
                <a:gd name="f161" fmla="*/ 144 f112 1"/>
                <a:gd name="f162" fmla="*/ 63 f111 1"/>
                <a:gd name="f163" fmla="*/ 8 f111 1"/>
                <a:gd name="f164" fmla="*/ 8 f112 1"/>
                <a:gd name="f165" fmla="+- f113 0 f1"/>
                <a:gd name="f166" fmla="*/ f116 1 151"/>
                <a:gd name="f167" fmla="*/ f117 1 334"/>
                <a:gd name="f168" fmla="*/ f118 1 334"/>
                <a:gd name="f169" fmla="*/ f119 1 151"/>
                <a:gd name="f170" fmla="*/ f120 1 334"/>
                <a:gd name="f171" fmla="*/ f121 1 151"/>
                <a:gd name="f172" fmla="*/ f122 1 334"/>
                <a:gd name="f173" fmla="*/ f123 1 151"/>
                <a:gd name="f174" fmla="*/ f124 1 334"/>
                <a:gd name="f175" fmla="*/ f125 1 151"/>
                <a:gd name="f176" fmla="*/ f126 1 334"/>
                <a:gd name="f177" fmla="*/ f127 1 151"/>
                <a:gd name="f178" fmla="*/ f128 1 334"/>
                <a:gd name="f179" fmla="*/ f129 1 334"/>
                <a:gd name="f180" fmla="*/ f130 1 151"/>
                <a:gd name="f181" fmla="*/ f131 1 334"/>
                <a:gd name="f182" fmla="*/ f132 1 151"/>
                <a:gd name="f183" fmla="*/ f133 1 334"/>
                <a:gd name="f184" fmla="*/ f134 1 151"/>
                <a:gd name="f185" fmla="*/ f135 1 334"/>
                <a:gd name="f186" fmla="*/ f136 1 151"/>
                <a:gd name="f187" fmla="*/ f137 1 334"/>
                <a:gd name="f188" fmla="*/ f138 1 151"/>
                <a:gd name="f189" fmla="*/ f139 1 334"/>
                <a:gd name="f190" fmla="*/ f140 1 334"/>
                <a:gd name="f191" fmla="*/ f141 1 151"/>
                <a:gd name="f192" fmla="*/ f142 1 334"/>
                <a:gd name="f193" fmla="*/ f143 1 151"/>
                <a:gd name="f194" fmla="*/ f144 1 334"/>
                <a:gd name="f195" fmla="*/ f145 1 151"/>
                <a:gd name="f196" fmla="*/ f146 1 334"/>
                <a:gd name="f197" fmla="*/ f147 1 151"/>
                <a:gd name="f198" fmla="*/ f148 1 334"/>
                <a:gd name="f199" fmla="*/ f149 1 151"/>
                <a:gd name="f200" fmla="*/ f150 1 151"/>
                <a:gd name="f201" fmla="*/ f151 1 151"/>
                <a:gd name="f202" fmla="*/ f152 1 334"/>
                <a:gd name="f203" fmla="*/ f153 1 151"/>
                <a:gd name="f204" fmla="*/ f154 1 334"/>
                <a:gd name="f205" fmla="*/ f155 1 151"/>
                <a:gd name="f206" fmla="*/ f156 1 334"/>
                <a:gd name="f207" fmla="*/ f157 1 151"/>
                <a:gd name="f208" fmla="*/ f158 1 334"/>
                <a:gd name="f209" fmla="*/ f159 1 151"/>
                <a:gd name="f210" fmla="*/ f160 1 334"/>
                <a:gd name="f211" fmla="*/ f161 1 151"/>
                <a:gd name="f212" fmla="*/ f162 1 334"/>
                <a:gd name="f213" fmla="*/ f163 1 334"/>
                <a:gd name="f214" fmla="*/ f164 1 151"/>
                <a:gd name="f215" fmla="*/ 0 1 f114"/>
                <a:gd name="f216" fmla="*/ f108 1 f114"/>
                <a:gd name="f217" fmla="*/ 0 1 f115"/>
                <a:gd name="f218" fmla="*/ f109 1 f115"/>
                <a:gd name="f219" fmla="*/ f166 1 f114"/>
                <a:gd name="f220" fmla="*/ f167 1 f115"/>
                <a:gd name="f221" fmla="*/ f168 1 f115"/>
                <a:gd name="f222" fmla="*/ f169 1 f114"/>
                <a:gd name="f223" fmla="*/ f170 1 f115"/>
                <a:gd name="f224" fmla="*/ f171 1 f114"/>
                <a:gd name="f225" fmla="*/ f172 1 f115"/>
                <a:gd name="f226" fmla="*/ f173 1 f114"/>
                <a:gd name="f227" fmla="*/ f174 1 f115"/>
                <a:gd name="f228" fmla="*/ f175 1 f114"/>
                <a:gd name="f229" fmla="*/ f176 1 f115"/>
                <a:gd name="f230" fmla="*/ f177 1 f114"/>
                <a:gd name="f231" fmla="*/ f178 1 f115"/>
                <a:gd name="f232" fmla="*/ f179 1 f115"/>
                <a:gd name="f233" fmla="*/ f180 1 f114"/>
                <a:gd name="f234" fmla="*/ f181 1 f115"/>
                <a:gd name="f235" fmla="*/ f182 1 f114"/>
                <a:gd name="f236" fmla="*/ f183 1 f115"/>
                <a:gd name="f237" fmla="*/ f184 1 f114"/>
                <a:gd name="f238" fmla="*/ f185 1 f115"/>
                <a:gd name="f239" fmla="*/ f186 1 f114"/>
                <a:gd name="f240" fmla="*/ f187 1 f115"/>
                <a:gd name="f241" fmla="*/ f188 1 f114"/>
                <a:gd name="f242" fmla="*/ f189 1 f115"/>
                <a:gd name="f243" fmla="*/ f190 1 f115"/>
                <a:gd name="f244" fmla="*/ f191 1 f114"/>
                <a:gd name="f245" fmla="*/ f192 1 f115"/>
                <a:gd name="f246" fmla="*/ f193 1 f114"/>
                <a:gd name="f247" fmla="*/ f194 1 f115"/>
                <a:gd name="f248" fmla="*/ f195 1 f114"/>
                <a:gd name="f249" fmla="*/ f196 1 f115"/>
                <a:gd name="f250" fmla="*/ f197 1 f114"/>
                <a:gd name="f251" fmla="*/ f198 1 f115"/>
                <a:gd name="f252" fmla="*/ f199 1 f114"/>
                <a:gd name="f253" fmla="*/ f200 1 f114"/>
                <a:gd name="f254" fmla="*/ f201 1 f114"/>
                <a:gd name="f255" fmla="*/ f202 1 f115"/>
                <a:gd name="f256" fmla="*/ f203 1 f114"/>
                <a:gd name="f257" fmla="*/ f204 1 f115"/>
                <a:gd name="f258" fmla="*/ f205 1 f114"/>
                <a:gd name="f259" fmla="*/ f206 1 f115"/>
                <a:gd name="f260" fmla="*/ f207 1 f114"/>
                <a:gd name="f261" fmla="*/ f208 1 f115"/>
                <a:gd name="f262" fmla="*/ f209 1 f114"/>
                <a:gd name="f263" fmla="*/ f210 1 f115"/>
                <a:gd name="f264" fmla="*/ f211 1 f114"/>
                <a:gd name="f265" fmla="*/ f212 1 f115"/>
                <a:gd name="f266" fmla="*/ f213 1 f115"/>
                <a:gd name="f267" fmla="*/ f214 1 f114"/>
                <a:gd name="f268" fmla="*/ f215 f105 1"/>
                <a:gd name="f269" fmla="*/ f216 f105 1"/>
                <a:gd name="f270" fmla="*/ f218 f106 1"/>
                <a:gd name="f271" fmla="*/ f217 f106 1"/>
                <a:gd name="f272" fmla="*/ f219 f105 1"/>
                <a:gd name="f273" fmla="*/ f220 f106 1"/>
                <a:gd name="f274" fmla="*/ f221 f106 1"/>
                <a:gd name="f275" fmla="*/ f222 f105 1"/>
                <a:gd name="f276" fmla="*/ f223 f106 1"/>
                <a:gd name="f277" fmla="*/ f224 f105 1"/>
                <a:gd name="f278" fmla="*/ f225 f106 1"/>
                <a:gd name="f279" fmla="*/ f226 f105 1"/>
                <a:gd name="f280" fmla="*/ f227 f106 1"/>
                <a:gd name="f281" fmla="*/ f228 f105 1"/>
                <a:gd name="f282" fmla="*/ f229 f106 1"/>
                <a:gd name="f283" fmla="*/ f230 f105 1"/>
                <a:gd name="f284" fmla="*/ f231 f106 1"/>
                <a:gd name="f285" fmla="*/ f232 f106 1"/>
                <a:gd name="f286" fmla="*/ f233 f105 1"/>
                <a:gd name="f287" fmla="*/ f234 f106 1"/>
                <a:gd name="f288" fmla="*/ f235 f105 1"/>
                <a:gd name="f289" fmla="*/ f236 f106 1"/>
                <a:gd name="f290" fmla="*/ f237 f105 1"/>
                <a:gd name="f291" fmla="*/ f238 f106 1"/>
                <a:gd name="f292" fmla="*/ f239 f105 1"/>
                <a:gd name="f293" fmla="*/ f240 f106 1"/>
                <a:gd name="f294" fmla="*/ f241 f105 1"/>
                <a:gd name="f295" fmla="*/ f242 f106 1"/>
                <a:gd name="f296" fmla="*/ f243 f106 1"/>
                <a:gd name="f297" fmla="*/ f244 f105 1"/>
                <a:gd name="f298" fmla="*/ f245 f106 1"/>
                <a:gd name="f299" fmla="*/ f246 f105 1"/>
                <a:gd name="f300" fmla="*/ f247 f106 1"/>
                <a:gd name="f301" fmla="*/ f248 f105 1"/>
                <a:gd name="f302" fmla="*/ f249 f106 1"/>
                <a:gd name="f303" fmla="*/ f250 f105 1"/>
                <a:gd name="f304" fmla="*/ f251 f106 1"/>
                <a:gd name="f305" fmla="*/ f252 f105 1"/>
                <a:gd name="f306" fmla="*/ f253 f105 1"/>
                <a:gd name="f307" fmla="*/ f254 f105 1"/>
                <a:gd name="f308" fmla="*/ f255 f106 1"/>
                <a:gd name="f309" fmla="*/ f256 f105 1"/>
                <a:gd name="f310" fmla="*/ f257 f106 1"/>
                <a:gd name="f311" fmla="*/ f258 f105 1"/>
                <a:gd name="f312" fmla="*/ f259 f106 1"/>
                <a:gd name="f313" fmla="*/ f260 f105 1"/>
                <a:gd name="f314" fmla="*/ f261 f106 1"/>
                <a:gd name="f315" fmla="*/ f262 f105 1"/>
                <a:gd name="f316" fmla="*/ f263 f106 1"/>
                <a:gd name="f317" fmla="*/ f264 f105 1"/>
                <a:gd name="f318" fmla="*/ f265 f106 1"/>
                <a:gd name="f319" fmla="*/ f266 f106 1"/>
                <a:gd name="f320" fmla="*/ f267 f10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65">
                  <a:pos x="f272" y="f273"/>
                </a:cxn>
                <a:cxn ang="f165">
                  <a:pos x="f272" y="f274"/>
                </a:cxn>
                <a:cxn ang="f165">
                  <a:pos x="f275" y="f276"/>
                </a:cxn>
                <a:cxn ang="f165">
                  <a:pos x="f277" y="f278"/>
                </a:cxn>
                <a:cxn ang="f165">
                  <a:pos x="f279" y="f280"/>
                </a:cxn>
                <a:cxn ang="f165">
                  <a:pos x="f281" y="f282"/>
                </a:cxn>
                <a:cxn ang="f165">
                  <a:pos x="f283" y="f284"/>
                </a:cxn>
                <a:cxn ang="f165">
                  <a:pos x="f283" y="f285"/>
                </a:cxn>
                <a:cxn ang="f165">
                  <a:pos x="f286" y="f287"/>
                </a:cxn>
                <a:cxn ang="f165">
                  <a:pos x="f288" y="f289"/>
                </a:cxn>
                <a:cxn ang="f165">
                  <a:pos x="f290" y="f291"/>
                </a:cxn>
                <a:cxn ang="f165">
                  <a:pos x="f292" y="f293"/>
                </a:cxn>
                <a:cxn ang="f165">
                  <a:pos x="f294" y="f295"/>
                </a:cxn>
                <a:cxn ang="f165">
                  <a:pos x="f292" y="f296"/>
                </a:cxn>
                <a:cxn ang="f165">
                  <a:pos x="f297" y="f298"/>
                </a:cxn>
                <a:cxn ang="f165">
                  <a:pos x="f299" y="f300"/>
                </a:cxn>
                <a:cxn ang="f165">
                  <a:pos x="f301" y="f302"/>
                </a:cxn>
                <a:cxn ang="f165">
                  <a:pos x="f303" y="f304"/>
                </a:cxn>
                <a:cxn ang="f165">
                  <a:pos x="f305" y="f273"/>
                </a:cxn>
                <a:cxn ang="f165">
                  <a:pos x="f306" y="f273"/>
                </a:cxn>
                <a:cxn ang="f165">
                  <a:pos x="f272" y="f273"/>
                </a:cxn>
                <a:cxn ang="f165">
                  <a:pos x="f307" y="f308"/>
                </a:cxn>
                <a:cxn ang="f165">
                  <a:pos x="f277" y="f276"/>
                </a:cxn>
                <a:cxn ang="f165">
                  <a:pos x="f309" y="f310"/>
                </a:cxn>
                <a:cxn ang="f165">
                  <a:pos x="f311" y="f312"/>
                </a:cxn>
                <a:cxn ang="f165">
                  <a:pos x="f313" y="f314"/>
                </a:cxn>
                <a:cxn ang="f165">
                  <a:pos x="f315" y="f316"/>
                </a:cxn>
                <a:cxn ang="f165">
                  <a:pos x="f317" y="f318"/>
                </a:cxn>
                <a:cxn ang="f165">
                  <a:pos x="f317" y="f319"/>
                </a:cxn>
                <a:cxn ang="f165">
                  <a:pos x="f320" y="f319"/>
                </a:cxn>
                <a:cxn ang="f165">
                  <a:pos x="f320" y="f308"/>
                </a:cxn>
                <a:cxn ang="f165">
                  <a:pos x="f307" y="f308"/>
                </a:cxn>
              </a:cxnLst>
              <a:rect l="f268" t="f271" r="f269" b="f270"/>
              <a:pathLst>
                <a:path w="151" h="334">
                  <a:moveTo>
                    <a:pt x="f8" y="f5"/>
                  </a:moveTo>
                  <a:cubicBezTo>
                    <a:pt x="f8" y="f9"/>
                    <a:pt x="f8" y="f10"/>
                    <a:pt x="f8" y="f11"/>
                  </a:cubicBezTo>
                  <a:cubicBezTo>
                    <a:pt x="f8" y="f12"/>
                    <a:pt x="f8" y="f13"/>
                    <a:pt x="f14" y="f15"/>
                  </a:cubicBezTo>
                  <a:cubicBezTo>
                    <a:pt x="f16" y="f17"/>
                    <a:pt x="f18" y="f19"/>
                    <a:pt x="f20" y="f21"/>
                  </a:cubicBezTo>
                  <a:cubicBezTo>
                    <a:pt x="f22" y="f23"/>
                    <a:pt x="f24" y="f6"/>
                    <a:pt x="f17" y="f25"/>
                  </a:cubicBezTo>
                  <a:cubicBezTo>
                    <a:pt x="f26" y="f27"/>
                    <a:pt x="f28" y="f29"/>
                    <a:pt x="f28" y="f30"/>
                  </a:cubicBezTo>
                  <a:cubicBezTo>
                    <a:pt x="f31" y="f32"/>
                    <a:pt x="f15" y="f33"/>
                    <a:pt x="f34" y="f35"/>
                  </a:cubicBezTo>
                  <a:cubicBezTo>
                    <a:pt x="f34" y="f36"/>
                    <a:pt x="f34" y="f37"/>
                    <a:pt x="f34" y="f38"/>
                  </a:cubicBezTo>
                  <a:cubicBezTo>
                    <a:pt x="f39" y="f40"/>
                    <a:pt x="f41" y="f42"/>
                    <a:pt x="f6" y="f43"/>
                  </a:cubicBezTo>
                  <a:cubicBezTo>
                    <a:pt x="f44" y="f45"/>
                    <a:pt x="f46" y="f7"/>
                    <a:pt x="f5" y="f47"/>
                  </a:cubicBezTo>
                  <a:cubicBezTo>
                    <a:pt x="f48" y="f47"/>
                    <a:pt x="f49" y="f43"/>
                    <a:pt x="f50" y="f51"/>
                  </a:cubicBezTo>
                  <a:cubicBezTo>
                    <a:pt x="f52" y="f42"/>
                    <a:pt x="f53" y="f40"/>
                    <a:pt x="f54" y="f55"/>
                  </a:cubicBezTo>
                  <a:cubicBezTo>
                    <a:pt x="f56" y="f55"/>
                    <a:pt x="f57" y="f37"/>
                    <a:pt x="f57" y="f58"/>
                  </a:cubicBezTo>
                  <a:cubicBezTo>
                    <a:pt x="f59" y="f33"/>
                    <a:pt x="f56" y="f60"/>
                    <a:pt x="f54" y="f61"/>
                  </a:cubicBezTo>
                  <a:cubicBezTo>
                    <a:pt x="f62" y="f63"/>
                    <a:pt x="f64" y="f65"/>
                    <a:pt x="f66" y="f67"/>
                  </a:cubicBezTo>
                  <a:cubicBezTo>
                    <a:pt x="f68" y="f69"/>
                    <a:pt x="f70" y="f71"/>
                    <a:pt x="f72" y="f73"/>
                  </a:cubicBezTo>
                  <a:cubicBezTo>
                    <a:pt x="f74" y="f75"/>
                    <a:pt x="f48" y="f76"/>
                    <a:pt x="f48" y="f77"/>
                  </a:cubicBezTo>
                  <a:cubicBezTo>
                    <a:pt x="f78" y="f64"/>
                    <a:pt x="f78" y="f79"/>
                    <a:pt x="f80" y="f50"/>
                  </a:cubicBezTo>
                  <a:cubicBezTo>
                    <a:pt x="f80" y="f78"/>
                    <a:pt x="f78" y="f5"/>
                    <a:pt x="f9" y="f5"/>
                  </a:cubicBezTo>
                  <a:cubicBezTo>
                    <a:pt x="f81" y="f5"/>
                    <a:pt x="f82" y="f5"/>
                    <a:pt x="f83" y="f5"/>
                  </a:cubicBezTo>
                  <a:cubicBezTo>
                    <a:pt x="f84" y="f5"/>
                    <a:pt x="f16" y="f5"/>
                    <a:pt x="f8" y="f5"/>
                  </a:cubicBezTo>
                  <a:close/>
                  <a:moveTo>
                    <a:pt x="f85" y="f68"/>
                  </a:moveTo>
                  <a:cubicBezTo>
                    <a:pt x="f85" y="f86"/>
                    <a:pt x="f85" y="f59"/>
                    <a:pt x="f20" y="f15"/>
                  </a:cubicBezTo>
                  <a:cubicBezTo>
                    <a:pt x="f19" y="f87"/>
                    <a:pt x="f88" y="f89"/>
                    <a:pt x="f90" y="f91"/>
                  </a:cubicBezTo>
                  <a:cubicBezTo>
                    <a:pt x="f26" y="f21"/>
                    <a:pt x="f92" y="f93"/>
                    <a:pt x="f77" y="f83"/>
                  </a:cubicBezTo>
                  <a:cubicBezTo>
                    <a:pt x="f94" y="f83"/>
                    <a:pt x="f17" y="f83"/>
                    <a:pt x="f75" y="f71"/>
                  </a:cubicBezTo>
                  <a:cubicBezTo>
                    <a:pt x="f73" y="f95"/>
                    <a:pt x="f21" y="f96"/>
                    <a:pt x="f44" y="f97"/>
                  </a:cubicBezTo>
                  <a:cubicBezTo>
                    <a:pt x="f98" y="f92"/>
                    <a:pt x="f23" y="f99"/>
                    <a:pt x="f23" y="f62"/>
                  </a:cubicBezTo>
                  <a:cubicBezTo>
                    <a:pt x="f69" y="f53"/>
                    <a:pt x="f23" y="f70"/>
                    <a:pt x="f23" y="f74"/>
                  </a:cubicBezTo>
                  <a:cubicBezTo>
                    <a:pt x="f100" y="f74"/>
                    <a:pt x="f81" y="f74"/>
                    <a:pt x="f74" y="f74"/>
                  </a:cubicBezTo>
                  <a:cubicBezTo>
                    <a:pt x="f74" y="f101"/>
                    <a:pt x="f74" y="f102"/>
                    <a:pt x="f74" y="f68"/>
                  </a:cubicBezTo>
                  <a:cubicBezTo>
                    <a:pt x="f103" y="f68"/>
                    <a:pt x="f31" y="f68"/>
                    <a:pt x="f85" y="f68"/>
                  </a:cubicBezTo>
                  <a:close/>
                </a:path>
              </a:pathLst>
            </a:custGeom>
            <a:solidFill>
              <a:srgbClr val="A72424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s-ES" sz="1400" b="0" i="0" u="none" strike="noStrike" kern="0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CAECA44-6C14-9356-4154-7264377E4C7F}"/>
                </a:ext>
              </a:extLst>
            </p:cNvPr>
            <p:cNvSpPr/>
            <p:nvPr/>
          </p:nvSpPr>
          <p:spPr>
            <a:xfrm>
              <a:off x="107515" y="4376638"/>
              <a:ext cx="322527" cy="718105"/>
            </a:xfrm>
            <a:custGeom>
              <a:avLst/>
              <a:gdLst>
                <a:gd name="f0" fmla="val 10800000"/>
                <a:gd name="f1" fmla="val 5400000"/>
                <a:gd name="f2" fmla="val 360"/>
                <a:gd name="f3" fmla="val 180"/>
                <a:gd name="f4" fmla="val w"/>
                <a:gd name="f5" fmla="val h"/>
                <a:gd name="f6" fmla="val 0"/>
                <a:gd name="f7" fmla="val 166"/>
                <a:gd name="f8" fmla="val 371"/>
                <a:gd name="f9" fmla="val 1"/>
                <a:gd name="f10" fmla="val 56"/>
                <a:gd name="f11" fmla="val 111"/>
                <a:gd name="f12" fmla="val 8"/>
                <a:gd name="f13" fmla="val 15"/>
                <a:gd name="f14" fmla="val 23"/>
                <a:gd name="f15" fmla="val 145"/>
                <a:gd name="f16" fmla="val 125"/>
                <a:gd name="f17" fmla="val 103"/>
                <a:gd name="f18" fmla="val 34"/>
                <a:gd name="f19" fmla="val 44"/>
                <a:gd name="f20" fmla="val 55"/>
                <a:gd name="f21" fmla="val 74"/>
                <a:gd name="f22" fmla="val 45"/>
                <a:gd name="f23" fmla="val 16"/>
                <a:gd name="f24" fmla="val 75"/>
                <a:gd name="f25" fmla="val 14"/>
                <a:gd name="f26" fmla="val 94"/>
                <a:gd name="f27" fmla="val 20"/>
                <a:gd name="f28" fmla="val 113"/>
                <a:gd name="f29" fmla="val 27"/>
                <a:gd name="f30" fmla="val 134"/>
                <a:gd name="f31" fmla="val 40"/>
                <a:gd name="f32" fmla="val 152"/>
                <a:gd name="f33" fmla="val 63"/>
                <a:gd name="f34" fmla="val 156"/>
                <a:gd name="f35" fmla="val 76"/>
                <a:gd name="f36" fmla="val 158"/>
                <a:gd name="f37" fmla="val 90"/>
                <a:gd name="f38" fmla="val 106"/>
                <a:gd name="f39" fmla="val 108"/>
                <a:gd name="f40" fmla="val 155"/>
                <a:gd name="f41" fmla="val 114"/>
                <a:gd name="f42" fmla="val 160"/>
                <a:gd name="f43" fmla="val 116"/>
                <a:gd name="f44" fmla="val 165"/>
                <a:gd name="f45" fmla="val 119"/>
                <a:gd name="f46" fmla="val 171"/>
                <a:gd name="f47" fmla="val 172"/>
                <a:gd name="f48" fmla="val 101"/>
                <a:gd name="f49" fmla="val 188"/>
                <a:gd name="f50" fmla="val 96"/>
                <a:gd name="f51" fmla="val 209"/>
                <a:gd name="f52" fmla="val 95"/>
                <a:gd name="f53" fmla="val 232"/>
                <a:gd name="f54" fmla="val 271"/>
                <a:gd name="f55" fmla="val 92"/>
                <a:gd name="f56" fmla="val 310"/>
                <a:gd name="f57" fmla="val 349"/>
                <a:gd name="f58" fmla="val 350"/>
                <a:gd name="f59" fmla="val 351"/>
                <a:gd name="f60" fmla="val 352"/>
                <a:gd name="f61" fmla="val 353"/>
                <a:gd name="f62" fmla="val 99"/>
                <a:gd name="f63" fmla="val 354"/>
                <a:gd name="f64" fmla="val 104"/>
                <a:gd name="f65" fmla="val 355"/>
                <a:gd name="f66" fmla="val 102"/>
                <a:gd name="f67" fmla="val 364"/>
                <a:gd name="f68" fmla="val 100"/>
                <a:gd name="f69" fmla="val 370"/>
                <a:gd name="f70" fmla="val 67"/>
                <a:gd name="f71" fmla="val 367"/>
                <a:gd name="f72" fmla="val 366"/>
                <a:gd name="f73" fmla="val 365"/>
                <a:gd name="f74" fmla="val 26"/>
                <a:gd name="f75" fmla="val 51"/>
                <a:gd name="f76" fmla="val 356"/>
                <a:gd name="f77" fmla="val 77"/>
                <a:gd name="f78" fmla="val 333"/>
                <a:gd name="f79" fmla="val 314"/>
                <a:gd name="f80" fmla="val 295"/>
                <a:gd name="f81" fmla="val 73"/>
                <a:gd name="f82" fmla="val 72"/>
                <a:gd name="f83" fmla="val 246"/>
                <a:gd name="f84" fmla="val 71"/>
                <a:gd name="f85" fmla="val 222"/>
                <a:gd name="f86" fmla="val 204"/>
                <a:gd name="f87" fmla="val 65"/>
                <a:gd name="f88" fmla="val 52"/>
                <a:gd name="f89" fmla="val 175"/>
                <a:gd name="f90" fmla="val 168"/>
                <a:gd name="f91" fmla="val 37"/>
                <a:gd name="f92" fmla="val 161"/>
                <a:gd name="f93" fmla="val 29"/>
                <a:gd name="f94" fmla="val 154"/>
                <a:gd name="f95" fmla="val 9"/>
                <a:gd name="f96" fmla="val 135"/>
                <a:gd name="f97" fmla="val 2"/>
                <a:gd name="f98" fmla="val 85"/>
                <a:gd name="f99" fmla="val 58"/>
                <a:gd name="f100" fmla="val 31"/>
                <a:gd name="f101" fmla="val 4"/>
                <a:gd name="f102" fmla="val 3"/>
                <a:gd name="f103" fmla="+- 0 0 -90"/>
                <a:gd name="f104" fmla="*/ f4 1 166"/>
                <a:gd name="f105" fmla="*/ f5 1 371"/>
                <a:gd name="f106" fmla="val f6"/>
                <a:gd name="f107" fmla="val f7"/>
                <a:gd name="f108" fmla="val f8"/>
                <a:gd name="f109" fmla="*/ f103 f0 1"/>
                <a:gd name="f110" fmla="+- f108 0 f106"/>
                <a:gd name="f111" fmla="+- f107 0 f106"/>
                <a:gd name="f112" fmla="*/ f109 1 f3"/>
                <a:gd name="f113" fmla="*/ f111 1 166"/>
                <a:gd name="f114" fmla="*/ f110 1 371"/>
                <a:gd name="f115" fmla="*/ 1 f111 1"/>
                <a:gd name="f116" fmla="*/ 0 f110 1"/>
                <a:gd name="f117" fmla="*/ 166 f111 1"/>
                <a:gd name="f118" fmla="*/ 23 f110 1"/>
                <a:gd name="f119" fmla="*/ 103 f111 1"/>
                <a:gd name="f120" fmla="*/ 55 f110 1"/>
                <a:gd name="f121" fmla="*/ 16 f111 1"/>
                <a:gd name="f122" fmla="*/ 20 f111 1"/>
                <a:gd name="f123" fmla="*/ 113 f110 1"/>
                <a:gd name="f124" fmla="*/ 63 f111 1"/>
                <a:gd name="f125" fmla="*/ 156 f110 1"/>
                <a:gd name="f126" fmla="*/ 111 f111 1"/>
                <a:gd name="f127" fmla="*/ 155 f110 1"/>
                <a:gd name="f128" fmla="*/ 119 f111 1"/>
                <a:gd name="f129" fmla="*/ 171 f110 1"/>
                <a:gd name="f130" fmla="*/ 172 f110 1"/>
                <a:gd name="f131" fmla="*/ 95 f111 1"/>
                <a:gd name="f132" fmla="*/ 232 f110 1"/>
                <a:gd name="f133" fmla="*/ 90 f111 1"/>
                <a:gd name="f134" fmla="*/ 349 f110 1"/>
                <a:gd name="f135" fmla="*/ 352 f110 1"/>
                <a:gd name="f136" fmla="*/ 104 f111 1"/>
                <a:gd name="f137" fmla="*/ 355 f110 1"/>
                <a:gd name="f138" fmla="*/ 100 f111 1"/>
                <a:gd name="f139" fmla="*/ 370 f110 1"/>
                <a:gd name="f140" fmla="*/ 0 f111 1"/>
                <a:gd name="f141" fmla="*/ 367 f110 1"/>
                <a:gd name="f142" fmla="*/ 364 f110 1"/>
                <a:gd name="f143" fmla="*/ 77 f111 1"/>
                <a:gd name="f144" fmla="*/ 75 f111 1"/>
                <a:gd name="f145" fmla="*/ 295 f110 1"/>
                <a:gd name="f146" fmla="*/ 71 f111 1"/>
                <a:gd name="f147" fmla="*/ 222 f110 1"/>
                <a:gd name="f148" fmla="*/ 52 f111 1"/>
                <a:gd name="f149" fmla="*/ 175 f110 1"/>
                <a:gd name="f150" fmla="*/ 29 f111 1"/>
                <a:gd name="f151" fmla="*/ 154 f110 1"/>
                <a:gd name="f152" fmla="*/ 85 f110 1"/>
                <a:gd name="f153" fmla="*/ 4 f110 1"/>
                <a:gd name="f154" fmla="+- f112 0 f1"/>
                <a:gd name="f155" fmla="*/ f115 1 166"/>
                <a:gd name="f156" fmla="*/ f116 1 371"/>
                <a:gd name="f157" fmla="*/ f117 1 166"/>
                <a:gd name="f158" fmla="*/ f118 1 371"/>
                <a:gd name="f159" fmla="*/ f119 1 166"/>
                <a:gd name="f160" fmla="*/ f120 1 371"/>
                <a:gd name="f161" fmla="*/ f121 1 166"/>
                <a:gd name="f162" fmla="*/ f122 1 166"/>
                <a:gd name="f163" fmla="*/ f123 1 371"/>
                <a:gd name="f164" fmla="*/ f124 1 166"/>
                <a:gd name="f165" fmla="*/ f125 1 371"/>
                <a:gd name="f166" fmla="*/ f126 1 166"/>
                <a:gd name="f167" fmla="*/ f127 1 371"/>
                <a:gd name="f168" fmla="*/ f128 1 166"/>
                <a:gd name="f169" fmla="*/ f129 1 371"/>
                <a:gd name="f170" fmla="*/ f130 1 371"/>
                <a:gd name="f171" fmla="*/ f131 1 166"/>
                <a:gd name="f172" fmla="*/ f132 1 371"/>
                <a:gd name="f173" fmla="*/ f133 1 166"/>
                <a:gd name="f174" fmla="*/ f134 1 371"/>
                <a:gd name="f175" fmla="*/ f135 1 371"/>
                <a:gd name="f176" fmla="*/ f136 1 166"/>
                <a:gd name="f177" fmla="*/ f137 1 371"/>
                <a:gd name="f178" fmla="*/ f138 1 166"/>
                <a:gd name="f179" fmla="*/ f139 1 371"/>
                <a:gd name="f180" fmla="*/ f140 1 166"/>
                <a:gd name="f181" fmla="*/ f141 1 371"/>
                <a:gd name="f182" fmla="*/ f142 1 371"/>
                <a:gd name="f183" fmla="*/ f143 1 166"/>
                <a:gd name="f184" fmla="*/ f144 1 166"/>
                <a:gd name="f185" fmla="*/ f145 1 371"/>
                <a:gd name="f186" fmla="*/ f146 1 166"/>
                <a:gd name="f187" fmla="*/ f147 1 371"/>
                <a:gd name="f188" fmla="*/ f148 1 166"/>
                <a:gd name="f189" fmla="*/ f149 1 371"/>
                <a:gd name="f190" fmla="*/ f150 1 166"/>
                <a:gd name="f191" fmla="*/ f151 1 371"/>
                <a:gd name="f192" fmla="*/ f152 1 371"/>
                <a:gd name="f193" fmla="*/ f153 1 371"/>
                <a:gd name="f194" fmla="*/ 0 1 f113"/>
                <a:gd name="f195" fmla="*/ f107 1 f113"/>
                <a:gd name="f196" fmla="*/ 0 1 f114"/>
                <a:gd name="f197" fmla="*/ f108 1 f114"/>
                <a:gd name="f198" fmla="*/ f155 1 f113"/>
                <a:gd name="f199" fmla="*/ f156 1 f114"/>
                <a:gd name="f200" fmla="*/ f157 1 f113"/>
                <a:gd name="f201" fmla="*/ f158 1 f114"/>
                <a:gd name="f202" fmla="*/ f159 1 f113"/>
                <a:gd name="f203" fmla="*/ f160 1 f114"/>
                <a:gd name="f204" fmla="*/ f161 1 f113"/>
                <a:gd name="f205" fmla="*/ f162 1 f113"/>
                <a:gd name="f206" fmla="*/ f163 1 f114"/>
                <a:gd name="f207" fmla="*/ f164 1 f113"/>
                <a:gd name="f208" fmla="*/ f165 1 f114"/>
                <a:gd name="f209" fmla="*/ f166 1 f113"/>
                <a:gd name="f210" fmla="*/ f167 1 f114"/>
                <a:gd name="f211" fmla="*/ f168 1 f113"/>
                <a:gd name="f212" fmla="*/ f169 1 f114"/>
                <a:gd name="f213" fmla="*/ f170 1 f114"/>
                <a:gd name="f214" fmla="*/ f171 1 f113"/>
                <a:gd name="f215" fmla="*/ f172 1 f114"/>
                <a:gd name="f216" fmla="*/ f173 1 f113"/>
                <a:gd name="f217" fmla="*/ f174 1 f114"/>
                <a:gd name="f218" fmla="*/ f175 1 f114"/>
                <a:gd name="f219" fmla="*/ f176 1 f113"/>
                <a:gd name="f220" fmla="*/ f177 1 f114"/>
                <a:gd name="f221" fmla="*/ f178 1 f113"/>
                <a:gd name="f222" fmla="*/ f179 1 f114"/>
                <a:gd name="f223" fmla="*/ f180 1 f113"/>
                <a:gd name="f224" fmla="*/ f181 1 f114"/>
                <a:gd name="f225" fmla="*/ f182 1 f114"/>
                <a:gd name="f226" fmla="*/ f183 1 f113"/>
                <a:gd name="f227" fmla="*/ f184 1 f113"/>
                <a:gd name="f228" fmla="*/ f185 1 f114"/>
                <a:gd name="f229" fmla="*/ f186 1 f113"/>
                <a:gd name="f230" fmla="*/ f187 1 f114"/>
                <a:gd name="f231" fmla="*/ f188 1 f113"/>
                <a:gd name="f232" fmla="*/ f189 1 f114"/>
                <a:gd name="f233" fmla="*/ f190 1 f113"/>
                <a:gd name="f234" fmla="*/ f191 1 f114"/>
                <a:gd name="f235" fmla="*/ f192 1 f114"/>
                <a:gd name="f236" fmla="*/ f193 1 f114"/>
                <a:gd name="f237" fmla="*/ f194 f104 1"/>
                <a:gd name="f238" fmla="*/ f195 f104 1"/>
                <a:gd name="f239" fmla="*/ f197 f105 1"/>
                <a:gd name="f240" fmla="*/ f196 f105 1"/>
                <a:gd name="f241" fmla="*/ f198 f104 1"/>
                <a:gd name="f242" fmla="*/ f199 f105 1"/>
                <a:gd name="f243" fmla="*/ f200 f104 1"/>
                <a:gd name="f244" fmla="*/ f201 f105 1"/>
                <a:gd name="f245" fmla="*/ f202 f104 1"/>
                <a:gd name="f246" fmla="*/ f203 f105 1"/>
                <a:gd name="f247" fmla="*/ f204 f104 1"/>
                <a:gd name="f248" fmla="*/ f205 f104 1"/>
                <a:gd name="f249" fmla="*/ f206 f105 1"/>
                <a:gd name="f250" fmla="*/ f207 f104 1"/>
                <a:gd name="f251" fmla="*/ f208 f105 1"/>
                <a:gd name="f252" fmla="*/ f209 f104 1"/>
                <a:gd name="f253" fmla="*/ f210 f105 1"/>
                <a:gd name="f254" fmla="*/ f211 f104 1"/>
                <a:gd name="f255" fmla="*/ f212 f105 1"/>
                <a:gd name="f256" fmla="*/ f213 f105 1"/>
                <a:gd name="f257" fmla="*/ f214 f104 1"/>
                <a:gd name="f258" fmla="*/ f215 f105 1"/>
                <a:gd name="f259" fmla="*/ f216 f104 1"/>
                <a:gd name="f260" fmla="*/ f217 f105 1"/>
                <a:gd name="f261" fmla="*/ f218 f105 1"/>
                <a:gd name="f262" fmla="*/ f219 f104 1"/>
                <a:gd name="f263" fmla="*/ f220 f105 1"/>
                <a:gd name="f264" fmla="*/ f221 f104 1"/>
                <a:gd name="f265" fmla="*/ f222 f105 1"/>
                <a:gd name="f266" fmla="*/ f223 f104 1"/>
                <a:gd name="f267" fmla="*/ f224 f105 1"/>
                <a:gd name="f268" fmla="*/ f225 f105 1"/>
                <a:gd name="f269" fmla="*/ f226 f104 1"/>
                <a:gd name="f270" fmla="*/ f227 f104 1"/>
                <a:gd name="f271" fmla="*/ f228 f105 1"/>
                <a:gd name="f272" fmla="*/ f229 f104 1"/>
                <a:gd name="f273" fmla="*/ f230 f105 1"/>
                <a:gd name="f274" fmla="*/ f231 f104 1"/>
                <a:gd name="f275" fmla="*/ f232 f105 1"/>
                <a:gd name="f276" fmla="*/ f233 f104 1"/>
                <a:gd name="f277" fmla="*/ f234 f105 1"/>
                <a:gd name="f278" fmla="*/ f235 f105 1"/>
                <a:gd name="f279" fmla="*/ f236 f10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54">
                  <a:pos x="f241" y="f242"/>
                </a:cxn>
                <a:cxn ang="f154">
                  <a:pos x="f243" y="f242"/>
                </a:cxn>
                <a:cxn ang="f154">
                  <a:pos x="f243" y="f244"/>
                </a:cxn>
                <a:cxn ang="f154">
                  <a:pos x="f245" y="f244"/>
                </a:cxn>
                <a:cxn ang="f154">
                  <a:pos x="f245" y="f246"/>
                </a:cxn>
                <a:cxn ang="f154">
                  <a:pos x="f247" y="f246"/>
                </a:cxn>
                <a:cxn ang="f154">
                  <a:pos x="f248" y="f249"/>
                </a:cxn>
                <a:cxn ang="f154">
                  <a:pos x="f250" y="f251"/>
                </a:cxn>
                <a:cxn ang="f154">
                  <a:pos x="f245" y="f251"/>
                </a:cxn>
                <a:cxn ang="f154">
                  <a:pos x="f252" y="f253"/>
                </a:cxn>
                <a:cxn ang="f154">
                  <a:pos x="f254" y="f255"/>
                </a:cxn>
                <a:cxn ang="f154">
                  <a:pos x="f254" y="f256"/>
                </a:cxn>
                <a:cxn ang="f154">
                  <a:pos x="f257" y="f258"/>
                </a:cxn>
                <a:cxn ang="f154">
                  <a:pos x="f259" y="f260"/>
                </a:cxn>
                <a:cxn ang="f154">
                  <a:pos x="f259" y="f261"/>
                </a:cxn>
                <a:cxn ang="f154">
                  <a:pos x="f262" y="f263"/>
                </a:cxn>
                <a:cxn ang="f154">
                  <a:pos x="f264" y="f265"/>
                </a:cxn>
                <a:cxn ang="f154">
                  <a:pos x="f266" y="f267"/>
                </a:cxn>
                <a:cxn ang="f154">
                  <a:pos x="f266" y="f268"/>
                </a:cxn>
                <a:cxn ang="f154">
                  <a:pos x="f269" y="f261"/>
                </a:cxn>
                <a:cxn ang="f154">
                  <a:pos x="f270" y="f271"/>
                </a:cxn>
                <a:cxn ang="f154">
                  <a:pos x="f272" y="f273"/>
                </a:cxn>
                <a:cxn ang="f154">
                  <a:pos x="f274" y="f275"/>
                </a:cxn>
                <a:cxn ang="f154">
                  <a:pos x="f276" y="f277"/>
                </a:cxn>
                <a:cxn ang="f154">
                  <a:pos x="f241" y="f278"/>
                </a:cxn>
                <a:cxn ang="f154">
                  <a:pos x="f241" y="f279"/>
                </a:cxn>
                <a:cxn ang="f154">
                  <a:pos x="f241" y="f242"/>
                </a:cxn>
              </a:cxnLst>
              <a:rect l="f237" t="f240" r="f238" b="f239"/>
              <a:pathLst>
                <a:path w="166" h="371">
                  <a:moveTo>
                    <a:pt x="f9" y="f6"/>
                  </a:moveTo>
                  <a:cubicBezTo>
                    <a:pt x="f10" y="f6"/>
                    <a:pt x="f11" y="f6"/>
                    <a:pt x="f7" y="f6"/>
                  </a:cubicBezTo>
                  <a:cubicBezTo>
                    <a:pt x="f7" y="f12"/>
                    <a:pt x="f7" y="f13"/>
                    <a:pt x="f7" y="f14"/>
                  </a:cubicBezTo>
                  <a:cubicBezTo>
                    <a:pt x="f15" y="f14"/>
                    <a:pt x="f16" y="f14"/>
                    <a:pt x="f17" y="f14"/>
                  </a:cubicBezTo>
                  <a:cubicBezTo>
                    <a:pt x="f17" y="f18"/>
                    <a:pt x="f17" y="f19"/>
                    <a:pt x="f17" y="f20"/>
                  </a:cubicBezTo>
                  <a:cubicBezTo>
                    <a:pt x="f21" y="f20"/>
                    <a:pt x="f22" y="f20"/>
                    <a:pt x="f23" y="f20"/>
                  </a:cubicBezTo>
                  <a:cubicBezTo>
                    <a:pt x="f13" y="f24"/>
                    <a:pt x="f25" y="f26"/>
                    <a:pt x="f27" y="f28"/>
                  </a:cubicBezTo>
                  <a:cubicBezTo>
                    <a:pt x="f29" y="f30"/>
                    <a:pt x="f31" y="f32"/>
                    <a:pt x="f33" y="f34"/>
                  </a:cubicBezTo>
                  <a:cubicBezTo>
                    <a:pt x="f35" y="f36"/>
                    <a:pt x="f37" y="f34"/>
                    <a:pt x="f17" y="f34"/>
                  </a:cubicBezTo>
                  <a:cubicBezTo>
                    <a:pt x="f38" y="f34"/>
                    <a:pt x="f39" y="f40"/>
                    <a:pt x="f11" y="f40"/>
                  </a:cubicBezTo>
                  <a:cubicBezTo>
                    <a:pt x="f41" y="f42"/>
                    <a:pt x="f43" y="f44"/>
                    <a:pt x="f45" y="f46"/>
                  </a:cubicBezTo>
                  <a:cubicBezTo>
                    <a:pt x="f45" y="f46"/>
                    <a:pt x="f45" y="f46"/>
                    <a:pt x="f45" y="f47"/>
                  </a:cubicBezTo>
                  <a:cubicBezTo>
                    <a:pt x="f48" y="f49"/>
                    <a:pt x="f50" y="f51"/>
                    <a:pt x="f52" y="f53"/>
                  </a:cubicBezTo>
                  <a:cubicBezTo>
                    <a:pt x="f26" y="f54"/>
                    <a:pt x="f55" y="f56"/>
                    <a:pt x="f37" y="f57"/>
                  </a:cubicBezTo>
                  <a:cubicBezTo>
                    <a:pt x="f37" y="f58"/>
                    <a:pt x="f37" y="f59"/>
                    <a:pt x="f37" y="f60"/>
                  </a:cubicBezTo>
                  <a:cubicBezTo>
                    <a:pt x="f52" y="f61"/>
                    <a:pt x="f62" y="f63"/>
                    <a:pt x="f64" y="f65"/>
                  </a:cubicBezTo>
                  <a:cubicBezTo>
                    <a:pt x="f17" y="f2"/>
                    <a:pt x="f66" y="f67"/>
                    <a:pt x="f68" y="f69"/>
                  </a:cubicBezTo>
                  <a:cubicBezTo>
                    <a:pt x="f70" y="f8"/>
                    <a:pt x="f18" y="f8"/>
                    <a:pt x="f6" y="f71"/>
                  </a:cubicBezTo>
                  <a:cubicBezTo>
                    <a:pt x="f6" y="f72"/>
                    <a:pt x="f6" y="f73"/>
                    <a:pt x="f6" y="f67"/>
                  </a:cubicBezTo>
                  <a:cubicBezTo>
                    <a:pt x="f74" y="f2"/>
                    <a:pt x="f75" y="f76"/>
                    <a:pt x="f77" y="f60"/>
                  </a:cubicBezTo>
                  <a:cubicBezTo>
                    <a:pt x="f35" y="f78"/>
                    <a:pt x="f35" y="f79"/>
                    <a:pt x="f24" y="f80"/>
                  </a:cubicBezTo>
                  <a:cubicBezTo>
                    <a:pt x="f81" y="f54"/>
                    <a:pt x="f82" y="f83"/>
                    <a:pt x="f84" y="f85"/>
                  </a:cubicBezTo>
                  <a:cubicBezTo>
                    <a:pt x="f84" y="f86"/>
                    <a:pt x="f87" y="f49"/>
                    <a:pt x="f88" y="f89"/>
                  </a:cubicBezTo>
                  <a:cubicBezTo>
                    <a:pt x="f19" y="f90"/>
                    <a:pt x="f91" y="f92"/>
                    <a:pt x="f93" y="f94"/>
                  </a:cubicBezTo>
                  <a:cubicBezTo>
                    <a:pt x="f95" y="f96"/>
                    <a:pt x="f97" y="f11"/>
                    <a:pt x="f9" y="f98"/>
                  </a:cubicBezTo>
                  <a:cubicBezTo>
                    <a:pt x="f6" y="f99"/>
                    <a:pt x="f9" y="f100"/>
                    <a:pt x="f9" y="f101"/>
                  </a:cubicBezTo>
                  <a:cubicBezTo>
                    <a:pt x="f9" y="f102"/>
                    <a:pt x="f9" y="f97"/>
                    <a:pt x="f9" y="f6"/>
                  </a:cubicBezTo>
                  <a:close/>
                </a:path>
              </a:pathLst>
            </a:custGeom>
            <a:solidFill>
              <a:srgbClr val="A72424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s-ES" sz="1400" b="0" i="0" u="none" strike="noStrike" kern="0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11" name="Elipse 9">
            <a:extLst>
              <a:ext uri="{FF2B5EF4-FFF2-40B4-BE49-F238E27FC236}">
                <a16:creationId xmlns:a16="http://schemas.microsoft.com/office/drawing/2014/main" id="{38C2D159-10F0-0927-5EA6-8D39BC815412}"/>
              </a:ext>
            </a:extLst>
          </p:cNvPr>
          <p:cNvSpPr/>
          <p:nvPr/>
        </p:nvSpPr>
        <p:spPr>
          <a:xfrm>
            <a:off x="398971" y="5027828"/>
            <a:ext cx="8665467" cy="85725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A72424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400" b="0" i="0" u="none" strike="noStrike" kern="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2" name="Picture 2" descr="arbol de uvas">
            <a:extLst>
              <a:ext uri="{FF2B5EF4-FFF2-40B4-BE49-F238E27FC236}">
                <a16:creationId xmlns:a16="http://schemas.microsoft.com/office/drawing/2014/main" id="{836B86DB-CEC6-F6D2-61CB-A28A808A442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715000" y="0"/>
            <a:ext cx="3429000" cy="5143499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-4762" y="-4762"/>
            <a:ext cx="9153525" cy="1201420"/>
            <a:chOff x="-4762" y="-4762"/>
            <a:chExt cx="9153525" cy="12014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124711"/>
              <a:ext cx="9144000" cy="7143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0"/>
              <a:ext cx="9144000" cy="1125220"/>
            </a:xfrm>
            <a:custGeom>
              <a:avLst/>
              <a:gdLst/>
              <a:ahLst/>
              <a:cxnLst/>
              <a:rect l="l" t="t" r="r" b="b"/>
              <a:pathLst>
                <a:path w="9144000" h="1125220">
                  <a:moveTo>
                    <a:pt x="9144000" y="0"/>
                  </a:moveTo>
                  <a:lnTo>
                    <a:pt x="0" y="0"/>
                  </a:lnTo>
                  <a:lnTo>
                    <a:pt x="0" y="1124712"/>
                  </a:lnTo>
                  <a:lnTo>
                    <a:pt x="9144000" y="112471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AC08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9144000" cy="1125220"/>
            </a:xfrm>
            <a:custGeom>
              <a:avLst/>
              <a:gdLst/>
              <a:ahLst/>
              <a:cxnLst/>
              <a:rect l="l" t="t" r="r" b="b"/>
              <a:pathLst>
                <a:path w="9144000" h="1125220">
                  <a:moveTo>
                    <a:pt x="0" y="1124712"/>
                  </a:moveTo>
                  <a:lnTo>
                    <a:pt x="9144000" y="1124712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124712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40972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fr-FR" spc="45" dirty="0"/>
              <a:t>Fichier erp.xlsx</a:t>
            </a:r>
            <a:endParaRPr spc="-10" dirty="0"/>
          </a:p>
        </p:txBody>
      </p:sp>
      <p:sp>
        <p:nvSpPr>
          <p:cNvPr id="8" name="object 8"/>
          <p:cNvSpPr/>
          <p:nvPr/>
        </p:nvSpPr>
        <p:spPr>
          <a:xfrm>
            <a:off x="414527" y="877824"/>
            <a:ext cx="452755" cy="50800"/>
          </a:xfrm>
          <a:custGeom>
            <a:avLst/>
            <a:gdLst/>
            <a:ahLst/>
            <a:cxnLst/>
            <a:rect l="l" t="t" r="r" b="b"/>
            <a:pathLst>
              <a:path w="452755" h="50800">
                <a:moveTo>
                  <a:pt x="452628" y="0"/>
                </a:moveTo>
                <a:lnTo>
                  <a:pt x="0" y="0"/>
                </a:lnTo>
                <a:lnTo>
                  <a:pt x="0" y="50291"/>
                </a:lnTo>
                <a:lnTo>
                  <a:pt x="452628" y="50291"/>
                </a:lnTo>
                <a:lnTo>
                  <a:pt x="452628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CBE083F7-EEE3-F1E2-8532-4198A6B4338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t>4</a:t>
            </a:fld>
            <a:endParaRPr lang="fr-FR"/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FE3177DA-1B02-228F-1A25-0165CB4D2080}"/>
              </a:ext>
            </a:extLst>
          </p:cNvPr>
          <p:cNvSpPr/>
          <p:nvPr/>
        </p:nvSpPr>
        <p:spPr>
          <a:xfrm>
            <a:off x="134045" y="1551835"/>
            <a:ext cx="3016707" cy="1538048"/>
          </a:xfrm>
          <a:prstGeom prst="roundRect">
            <a:avLst/>
          </a:prstGeom>
          <a:solidFill>
            <a:srgbClr val="AC0804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326C5D90-2B76-7E15-C8E3-5F2107ACE86A}"/>
              </a:ext>
            </a:extLst>
          </p:cNvPr>
          <p:cNvSpPr txBox="1"/>
          <p:nvPr/>
        </p:nvSpPr>
        <p:spPr>
          <a:xfrm>
            <a:off x="355953" y="1672490"/>
            <a:ext cx="2733611" cy="13285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05740">
              <a:lnSpc>
                <a:spcPct val="100000"/>
              </a:lnSpc>
            </a:pPr>
            <a:r>
              <a:rPr lang="fr-FR" sz="1100" b="1" u="sng" spc="100" dirty="0">
                <a:solidFill>
                  <a:schemeClr val="bg1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Caractéristiques</a:t>
            </a:r>
            <a:r>
              <a:rPr lang="fr-FR" sz="1100" b="1" u="sng" spc="60" dirty="0">
                <a:solidFill>
                  <a:schemeClr val="bg1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fr-FR" sz="1100" b="1" u="sng" spc="-50" dirty="0">
                <a:solidFill>
                  <a:schemeClr val="bg1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:</a:t>
            </a:r>
            <a:endParaRPr lang="fr-FR" sz="1100" dirty="0">
              <a:solidFill>
                <a:schemeClr val="bg1"/>
              </a:solidFill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lang="fr-FR" sz="1100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376555" indent="-17145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272415" algn="l"/>
              </a:tabLst>
            </a:pPr>
            <a:r>
              <a:rPr lang="fr-FR" sz="1100" dirty="0">
                <a:solidFill>
                  <a:schemeClr val="bg1"/>
                </a:solidFill>
                <a:latin typeface="Century Gothic"/>
                <a:cs typeface="Century Gothic"/>
              </a:rPr>
              <a:t>Nbr</a:t>
            </a:r>
            <a:r>
              <a:rPr lang="fr-FR" sz="1100" spc="85" dirty="0">
                <a:solidFill>
                  <a:schemeClr val="bg1"/>
                </a:solidFill>
                <a:latin typeface="Century Gothic"/>
                <a:cs typeface="Century Gothic"/>
              </a:rPr>
              <a:t> </a:t>
            </a:r>
            <a:r>
              <a:rPr lang="fr-FR" sz="1100" dirty="0">
                <a:solidFill>
                  <a:schemeClr val="bg1"/>
                </a:solidFill>
                <a:latin typeface="Century Gothic"/>
                <a:cs typeface="Century Gothic"/>
              </a:rPr>
              <a:t>observations</a:t>
            </a:r>
            <a:r>
              <a:rPr lang="fr-FR" sz="1100" spc="70" dirty="0">
                <a:solidFill>
                  <a:schemeClr val="bg1"/>
                </a:solidFill>
                <a:latin typeface="Century Gothic"/>
                <a:cs typeface="Century Gothic"/>
              </a:rPr>
              <a:t> </a:t>
            </a:r>
            <a:r>
              <a:rPr lang="fr-FR" sz="1100" spc="-60" dirty="0">
                <a:solidFill>
                  <a:schemeClr val="bg1"/>
                </a:solidFill>
                <a:latin typeface="Century Gothic"/>
                <a:cs typeface="Century Gothic"/>
              </a:rPr>
              <a:t>:</a:t>
            </a:r>
            <a:r>
              <a:rPr lang="fr-FR" sz="1100" spc="100" dirty="0">
                <a:solidFill>
                  <a:schemeClr val="bg1"/>
                </a:solidFill>
                <a:latin typeface="Century Gothic"/>
                <a:cs typeface="Century Gothic"/>
              </a:rPr>
              <a:t> </a:t>
            </a:r>
            <a:r>
              <a:rPr lang="fr-FR" sz="1100" dirty="0">
                <a:solidFill>
                  <a:schemeClr val="bg1"/>
                </a:solidFill>
                <a:latin typeface="Century Gothic"/>
                <a:cs typeface="Century Gothic"/>
              </a:rPr>
              <a:t>825</a:t>
            </a:r>
            <a:r>
              <a:rPr lang="fr-FR" sz="1100" spc="85" dirty="0">
                <a:solidFill>
                  <a:schemeClr val="bg1"/>
                </a:solidFill>
                <a:latin typeface="Century Gothic"/>
                <a:cs typeface="Century Gothic"/>
              </a:rPr>
              <a:t> </a:t>
            </a:r>
            <a:r>
              <a:rPr lang="fr-FR" sz="1100" spc="-10" dirty="0">
                <a:solidFill>
                  <a:schemeClr val="bg1"/>
                </a:solidFill>
                <a:latin typeface="Century Gothic"/>
                <a:cs typeface="Century Gothic"/>
              </a:rPr>
              <a:t>lignes</a:t>
            </a:r>
            <a:endParaRPr lang="fr-FR" sz="1100" dirty="0">
              <a:solidFill>
                <a:schemeClr val="bg1"/>
              </a:solidFill>
              <a:latin typeface="Century Gothic"/>
              <a:cs typeface="Century Gothic"/>
            </a:endParaRPr>
          </a:p>
          <a:p>
            <a:pPr marL="376555" indent="-171450">
              <a:lnSpc>
                <a:spcPct val="100000"/>
              </a:lnSpc>
              <a:spcBef>
                <a:spcPts val="145"/>
              </a:spcBef>
              <a:buFont typeface="Arial" panose="020B0604020202020204" pitchFamily="34" charset="0"/>
              <a:buChar char="•"/>
              <a:tabLst>
                <a:tab pos="272415" algn="l"/>
              </a:tabLst>
            </a:pPr>
            <a:r>
              <a:rPr lang="fr-FR" sz="1100" dirty="0">
                <a:solidFill>
                  <a:schemeClr val="bg1"/>
                </a:solidFill>
                <a:latin typeface="Century Gothic"/>
                <a:cs typeface="Century Gothic"/>
              </a:rPr>
              <a:t>Nombres</a:t>
            </a:r>
            <a:r>
              <a:rPr lang="fr-FR" sz="1100" spc="25" dirty="0">
                <a:solidFill>
                  <a:schemeClr val="bg1"/>
                </a:solidFill>
                <a:latin typeface="Century Gothic"/>
                <a:cs typeface="Century Gothic"/>
              </a:rPr>
              <a:t> </a:t>
            </a:r>
            <a:r>
              <a:rPr lang="fr-FR" sz="1100" dirty="0">
                <a:solidFill>
                  <a:schemeClr val="bg1"/>
                </a:solidFill>
                <a:latin typeface="Century Gothic"/>
                <a:cs typeface="Century Gothic"/>
              </a:rPr>
              <a:t>variables</a:t>
            </a:r>
            <a:r>
              <a:rPr lang="fr-FR" sz="1100" spc="30" dirty="0">
                <a:solidFill>
                  <a:schemeClr val="bg1"/>
                </a:solidFill>
                <a:latin typeface="Century Gothic"/>
                <a:cs typeface="Century Gothic"/>
              </a:rPr>
              <a:t> </a:t>
            </a:r>
            <a:r>
              <a:rPr lang="fr-FR" sz="1100" spc="-60" dirty="0">
                <a:solidFill>
                  <a:schemeClr val="bg1"/>
                </a:solidFill>
                <a:latin typeface="Century Gothic"/>
                <a:cs typeface="Century Gothic"/>
              </a:rPr>
              <a:t>:</a:t>
            </a:r>
            <a:r>
              <a:rPr lang="fr-FR" sz="1100" spc="40" dirty="0">
                <a:solidFill>
                  <a:schemeClr val="bg1"/>
                </a:solidFill>
                <a:latin typeface="Century Gothic"/>
                <a:cs typeface="Century Gothic"/>
              </a:rPr>
              <a:t> 6</a:t>
            </a:r>
            <a:r>
              <a:rPr lang="fr-FR" sz="1100" spc="25" dirty="0">
                <a:solidFill>
                  <a:schemeClr val="bg1"/>
                </a:solidFill>
                <a:latin typeface="Century Gothic"/>
                <a:cs typeface="Century Gothic"/>
              </a:rPr>
              <a:t> </a:t>
            </a:r>
            <a:r>
              <a:rPr lang="fr-FR" sz="1100" spc="-10" dirty="0">
                <a:solidFill>
                  <a:schemeClr val="bg1"/>
                </a:solidFill>
                <a:latin typeface="Century Gothic"/>
                <a:cs typeface="Century Gothic"/>
              </a:rPr>
              <a:t>colonnes</a:t>
            </a:r>
            <a:endParaRPr lang="fr-FR" sz="1100" dirty="0">
              <a:solidFill>
                <a:schemeClr val="bg1"/>
              </a:solidFill>
              <a:latin typeface="Century Gothic"/>
              <a:cs typeface="Century Gothic"/>
            </a:endParaRPr>
          </a:p>
          <a:p>
            <a:pPr marL="376555" indent="-171450">
              <a:lnSpc>
                <a:spcPct val="100000"/>
              </a:lnSpc>
              <a:spcBef>
                <a:spcPts val="145"/>
              </a:spcBef>
              <a:buFont typeface="Arial" panose="020B0604020202020204" pitchFamily="34" charset="0"/>
              <a:buChar char="•"/>
              <a:tabLst>
                <a:tab pos="272415" algn="l"/>
              </a:tabLst>
            </a:pPr>
            <a:r>
              <a:rPr lang="fr-FR" sz="1100" dirty="0">
                <a:solidFill>
                  <a:schemeClr val="bg1"/>
                </a:solidFill>
                <a:latin typeface="Century Gothic"/>
                <a:cs typeface="Century Gothic"/>
              </a:rPr>
              <a:t>Clés</a:t>
            </a:r>
            <a:r>
              <a:rPr lang="fr-FR" sz="1100" spc="65" dirty="0">
                <a:solidFill>
                  <a:schemeClr val="bg1"/>
                </a:solidFill>
                <a:latin typeface="Century Gothic"/>
                <a:cs typeface="Century Gothic"/>
              </a:rPr>
              <a:t> </a:t>
            </a:r>
            <a:r>
              <a:rPr lang="fr-FR" sz="1100" dirty="0">
                <a:solidFill>
                  <a:schemeClr val="bg1"/>
                </a:solidFill>
                <a:latin typeface="Century Gothic"/>
                <a:cs typeface="Century Gothic"/>
              </a:rPr>
              <a:t>non</a:t>
            </a:r>
            <a:r>
              <a:rPr lang="fr-FR" sz="1100" spc="50" dirty="0">
                <a:solidFill>
                  <a:schemeClr val="bg1"/>
                </a:solidFill>
                <a:latin typeface="Century Gothic"/>
                <a:cs typeface="Century Gothic"/>
              </a:rPr>
              <a:t> </a:t>
            </a:r>
            <a:r>
              <a:rPr lang="fr-FR" sz="1100" dirty="0">
                <a:solidFill>
                  <a:schemeClr val="bg1"/>
                </a:solidFill>
                <a:latin typeface="Century Gothic"/>
                <a:cs typeface="Century Gothic"/>
              </a:rPr>
              <a:t>renseignées</a:t>
            </a:r>
            <a:r>
              <a:rPr lang="fr-FR" sz="1100" spc="85" dirty="0">
                <a:solidFill>
                  <a:schemeClr val="bg1"/>
                </a:solidFill>
                <a:latin typeface="Century Gothic"/>
                <a:cs typeface="Century Gothic"/>
              </a:rPr>
              <a:t> </a:t>
            </a:r>
            <a:r>
              <a:rPr lang="fr-FR" sz="1100" spc="-60" dirty="0">
                <a:solidFill>
                  <a:schemeClr val="bg1"/>
                </a:solidFill>
                <a:latin typeface="Century Gothic"/>
                <a:cs typeface="Century Gothic"/>
              </a:rPr>
              <a:t>:</a:t>
            </a:r>
            <a:r>
              <a:rPr lang="fr-FR" sz="1100" spc="70" dirty="0">
                <a:solidFill>
                  <a:schemeClr val="bg1"/>
                </a:solidFill>
                <a:latin typeface="Century Gothic"/>
                <a:cs typeface="Century Gothic"/>
              </a:rPr>
              <a:t> </a:t>
            </a:r>
            <a:r>
              <a:rPr lang="fr-FR" sz="1100" spc="35" dirty="0">
                <a:solidFill>
                  <a:schemeClr val="bg1"/>
                </a:solidFill>
                <a:latin typeface="Century Gothic"/>
                <a:cs typeface="Century Gothic"/>
              </a:rPr>
              <a:t>0</a:t>
            </a:r>
            <a:endParaRPr lang="fr-FR" sz="1100" dirty="0">
              <a:solidFill>
                <a:schemeClr val="bg1"/>
              </a:solidFill>
              <a:latin typeface="Century Gothic"/>
              <a:cs typeface="Century Gothic"/>
            </a:endParaRPr>
          </a:p>
          <a:p>
            <a:pPr marL="376555" indent="-171450">
              <a:lnSpc>
                <a:spcPct val="100000"/>
              </a:lnSpc>
              <a:spcBef>
                <a:spcPts val="145"/>
              </a:spcBef>
              <a:buFont typeface="Arial" panose="020B0604020202020204" pitchFamily="34" charset="0"/>
              <a:buChar char="•"/>
              <a:tabLst>
                <a:tab pos="272415" algn="l"/>
              </a:tabLst>
            </a:pPr>
            <a:r>
              <a:rPr lang="fr-FR" sz="1100" dirty="0">
                <a:solidFill>
                  <a:schemeClr val="bg1"/>
                </a:solidFill>
                <a:latin typeface="Century Gothic"/>
                <a:cs typeface="Century Gothic"/>
              </a:rPr>
              <a:t>Doublons</a:t>
            </a:r>
            <a:r>
              <a:rPr lang="fr-FR" sz="1100" spc="20" dirty="0">
                <a:solidFill>
                  <a:schemeClr val="bg1"/>
                </a:solidFill>
                <a:latin typeface="Century Gothic"/>
                <a:cs typeface="Century Gothic"/>
              </a:rPr>
              <a:t> </a:t>
            </a:r>
            <a:r>
              <a:rPr lang="fr-FR" sz="1100" dirty="0">
                <a:solidFill>
                  <a:schemeClr val="bg1"/>
                </a:solidFill>
                <a:latin typeface="Century Gothic"/>
                <a:cs typeface="Century Gothic"/>
              </a:rPr>
              <a:t>détectés</a:t>
            </a:r>
            <a:r>
              <a:rPr lang="fr-FR" sz="1100" spc="80" dirty="0">
                <a:solidFill>
                  <a:schemeClr val="bg1"/>
                </a:solidFill>
                <a:latin typeface="Century Gothic"/>
                <a:cs typeface="Century Gothic"/>
              </a:rPr>
              <a:t> </a:t>
            </a:r>
            <a:r>
              <a:rPr lang="fr-FR" sz="1100" spc="-60" dirty="0">
                <a:solidFill>
                  <a:schemeClr val="bg1"/>
                </a:solidFill>
                <a:latin typeface="Century Gothic"/>
                <a:cs typeface="Century Gothic"/>
              </a:rPr>
              <a:t>:</a:t>
            </a:r>
            <a:r>
              <a:rPr lang="fr-FR" sz="1100" spc="60" dirty="0">
                <a:solidFill>
                  <a:schemeClr val="bg1"/>
                </a:solidFill>
                <a:latin typeface="Century Gothic"/>
                <a:cs typeface="Century Gothic"/>
              </a:rPr>
              <a:t> </a:t>
            </a:r>
            <a:r>
              <a:rPr lang="fr-FR" sz="1100" spc="35" dirty="0">
                <a:solidFill>
                  <a:schemeClr val="bg1"/>
                </a:solidFill>
                <a:latin typeface="Century Gothic"/>
                <a:cs typeface="Century Gothic"/>
              </a:rPr>
              <a:t>0</a:t>
            </a:r>
            <a:endParaRPr lang="fr-FR" sz="1100" dirty="0">
              <a:solidFill>
                <a:schemeClr val="bg1"/>
              </a:solidFill>
              <a:latin typeface="Century Gothic"/>
              <a:cs typeface="Century Gothic"/>
            </a:endParaRPr>
          </a:p>
          <a:p>
            <a:pPr marL="376555" indent="-171450">
              <a:lnSpc>
                <a:spcPct val="100000"/>
              </a:lnSpc>
              <a:spcBef>
                <a:spcPts val="145"/>
              </a:spcBef>
              <a:buFont typeface="Arial" panose="020B0604020202020204" pitchFamily="34" charset="0"/>
              <a:buChar char="•"/>
              <a:tabLst>
                <a:tab pos="272415" algn="l"/>
              </a:tabLst>
            </a:pPr>
            <a:r>
              <a:rPr lang="fr-FR" sz="1100" dirty="0">
                <a:solidFill>
                  <a:schemeClr val="bg1"/>
                </a:solidFill>
                <a:latin typeface="Century Gothic"/>
                <a:cs typeface="Century Gothic"/>
              </a:rPr>
              <a:t>Clés</a:t>
            </a:r>
            <a:r>
              <a:rPr lang="fr-FR" sz="1100" spc="45" dirty="0">
                <a:solidFill>
                  <a:schemeClr val="bg1"/>
                </a:solidFill>
                <a:latin typeface="Century Gothic"/>
                <a:cs typeface="Century Gothic"/>
              </a:rPr>
              <a:t> </a:t>
            </a:r>
            <a:r>
              <a:rPr lang="fr-FR" sz="1100" dirty="0">
                <a:solidFill>
                  <a:schemeClr val="bg1"/>
                </a:solidFill>
                <a:latin typeface="Century Gothic"/>
                <a:cs typeface="Century Gothic"/>
              </a:rPr>
              <a:t>uniques</a:t>
            </a:r>
            <a:r>
              <a:rPr lang="fr-FR" sz="1100" spc="30" dirty="0">
                <a:solidFill>
                  <a:schemeClr val="bg1"/>
                </a:solidFill>
                <a:latin typeface="Century Gothic"/>
                <a:cs typeface="Century Gothic"/>
              </a:rPr>
              <a:t> </a:t>
            </a:r>
            <a:r>
              <a:rPr lang="fr-FR" sz="1100" dirty="0">
                <a:solidFill>
                  <a:schemeClr val="bg1"/>
                </a:solidFill>
                <a:latin typeface="Century Gothic"/>
                <a:cs typeface="Century Gothic"/>
              </a:rPr>
              <a:t>:</a:t>
            </a:r>
            <a:r>
              <a:rPr lang="fr-FR" sz="1100" spc="70" dirty="0">
                <a:solidFill>
                  <a:schemeClr val="bg1"/>
                </a:solidFill>
                <a:latin typeface="Century Gothic"/>
                <a:cs typeface="Century Gothic"/>
              </a:rPr>
              <a:t> </a:t>
            </a:r>
            <a:r>
              <a:rPr lang="fr-FR" sz="1100" spc="-25" dirty="0">
                <a:solidFill>
                  <a:schemeClr val="bg1"/>
                </a:solidFill>
                <a:latin typeface="Century Gothic"/>
                <a:cs typeface="Century Gothic"/>
              </a:rPr>
              <a:t>825</a:t>
            </a:r>
            <a:endParaRPr lang="fr-FR" sz="1100" dirty="0">
              <a:solidFill>
                <a:schemeClr val="bg1"/>
              </a:solidFill>
              <a:latin typeface="Century Gothic"/>
              <a:cs typeface="Century Gothic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BDBA4C34-5ECE-5778-6A2F-8060F9CD53F9}"/>
              </a:ext>
            </a:extLst>
          </p:cNvPr>
          <p:cNvSpPr/>
          <p:nvPr/>
        </p:nvSpPr>
        <p:spPr>
          <a:xfrm>
            <a:off x="3465010" y="3372310"/>
            <a:ext cx="3379136" cy="1677580"/>
          </a:xfrm>
          <a:prstGeom prst="roundRect">
            <a:avLst/>
          </a:prstGeom>
          <a:solidFill>
            <a:srgbClr val="AC0804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05740">
              <a:lnSpc>
                <a:spcPct val="100000"/>
              </a:lnSpc>
            </a:pPr>
            <a:r>
              <a:rPr lang="fr-FR" sz="1100" b="1" u="sng" spc="10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Traitements</a:t>
            </a:r>
            <a:r>
              <a:rPr lang="fr-FR" sz="1100" b="1" u="sng" spc="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fr-FR" sz="1100" b="1" u="sng" spc="8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réalisés</a:t>
            </a:r>
            <a:r>
              <a:rPr lang="fr-FR" sz="1100" b="1" u="sng" spc="8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fr-FR" sz="1100" b="1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:</a:t>
            </a:r>
          </a:p>
          <a:p>
            <a:pPr marL="205740">
              <a:lnSpc>
                <a:spcPct val="100000"/>
              </a:lnSpc>
            </a:pPr>
            <a:endParaRPr lang="fr-FR" sz="1100" dirty="0">
              <a:latin typeface="Calibri"/>
              <a:cs typeface="Calibri"/>
            </a:endParaRPr>
          </a:p>
          <a:p>
            <a:pPr marL="377190" marR="153035" indent="-171450">
              <a:lnSpc>
                <a:spcPct val="114999"/>
              </a:lnSpc>
              <a:spcBef>
                <a:spcPts val="20"/>
              </a:spcBef>
              <a:buFont typeface="Arial" panose="020B0604020202020204" pitchFamily="34" charset="0"/>
              <a:buChar char="•"/>
              <a:tabLst>
                <a:tab pos="272415" algn="l"/>
              </a:tabLst>
            </a:pPr>
            <a:r>
              <a:rPr lang="fr-FR" sz="1100" dirty="0">
                <a:latin typeface="Century Gothic"/>
                <a:cs typeface="Century Gothic"/>
              </a:rPr>
              <a:t>Analyse</a:t>
            </a:r>
            <a:r>
              <a:rPr lang="fr-FR" sz="1100" spc="20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variable</a:t>
            </a:r>
            <a:r>
              <a:rPr lang="fr-FR" sz="1100" spc="25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‘</a:t>
            </a:r>
            <a:r>
              <a:rPr lang="fr-FR" sz="1100" dirty="0" err="1">
                <a:latin typeface="Century Gothic"/>
                <a:cs typeface="Century Gothic"/>
              </a:rPr>
              <a:t>stock_status</a:t>
            </a:r>
            <a:r>
              <a:rPr lang="fr-FR" sz="1100" dirty="0">
                <a:latin typeface="Century Gothic"/>
                <a:cs typeface="Century Gothic"/>
              </a:rPr>
              <a:t>’</a:t>
            </a:r>
            <a:r>
              <a:rPr lang="fr-FR" sz="1100" spc="15" dirty="0">
                <a:latin typeface="Century Gothic"/>
                <a:cs typeface="Century Gothic"/>
              </a:rPr>
              <a:t> </a:t>
            </a:r>
            <a:r>
              <a:rPr lang="fr-FR" sz="1100" spc="-50" dirty="0">
                <a:latin typeface="Century Gothic"/>
                <a:cs typeface="Century Gothic"/>
              </a:rPr>
              <a:t>:</a:t>
            </a:r>
            <a:r>
              <a:rPr lang="fr-FR" sz="1100" dirty="0">
                <a:latin typeface="Century Gothic"/>
                <a:cs typeface="Century Gothic"/>
              </a:rPr>
              <a:t> erreur</a:t>
            </a:r>
            <a:r>
              <a:rPr lang="fr-FR" sz="1100" spc="105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identifiée</a:t>
            </a:r>
            <a:r>
              <a:rPr lang="fr-FR" sz="1100" spc="80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et</a:t>
            </a:r>
            <a:r>
              <a:rPr lang="fr-FR" sz="1100" spc="105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corrigée</a:t>
            </a:r>
            <a:r>
              <a:rPr lang="fr-FR" sz="1100" spc="80" dirty="0">
                <a:latin typeface="Century Gothic"/>
                <a:cs typeface="Century Gothic"/>
              </a:rPr>
              <a:t> </a:t>
            </a:r>
            <a:r>
              <a:rPr lang="fr-FR" sz="1100" spc="-10" dirty="0">
                <a:latin typeface="Century Gothic"/>
                <a:cs typeface="Century Gothic"/>
              </a:rPr>
              <a:t>(ligne </a:t>
            </a:r>
            <a:r>
              <a:rPr lang="fr-FR" sz="1100" spc="-20" dirty="0">
                <a:latin typeface="Century Gothic"/>
                <a:cs typeface="Century Gothic"/>
              </a:rPr>
              <a:t>4 &amp; 398)</a:t>
            </a:r>
            <a:endParaRPr lang="fr-FR" sz="1100" dirty="0">
              <a:latin typeface="Century Gothic"/>
              <a:cs typeface="Century Gothic"/>
            </a:endParaRPr>
          </a:p>
          <a:p>
            <a:pPr marL="377190" marR="163195" indent="-171450">
              <a:lnSpc>
                <a:spcPct val="114999"/>
              </a:lnSpc>
              <a:buFont typeface="Arial" panose="020B0604020202020204" pitchFamily="34" charset="0"/>
              <a:buChar char="•"/>
              <a:tabLst>
                <a:tab pos="272415" algn="l"/>
              </a:tabLst>
            </a:pPr>
            <a:r>
              <a:rPr lang="fr-FR" sz="1100" dirty="0">
                <a:latin typeface="Century Gothic"/>
                <a:cs typeface="Century Gothic"/>
              </a:rPr>
              <a:t>Variables</a:t>
            </a:r>
            <a:r>
              <a:rPr lang="fr-FR" sz="1100" spc="25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‘</a:t>
            </a:r>
            <a:r>
              <a:rPr lang="fr-FR" sz="1100" dirty="0" err="1">
                <a:latin typeface="Century Gothic"/>
                <a:cs typeface="Century Gothic"/>
              </a:rPr>
              <a:t>stock_status</a:t>
            </a:r>
            <a:r>
              <a:rPr lang="fr-FR" sz="1100" dirty="0">
                <a:latin typeface="Century Gothic"/>
                <a:cs typeface="Century Gothic"/>
              </a:rPr>
              <a:t>’</a:t>
            </a:r>
            <a:r>
              <a:rPr lang="fr-FR" sz="1100" spc="290" dirty="0">
                <a:latin typeface="Century Gothic"/>
                <a:cs typeface="Century Gothic"/>
              </a:rPr>
              <a:t> </a:t>
            </a:r>
            <a:r>
              <a:rPr lang="fr-FR" sz="1100" spc="-50" dirty="0">
                <a:latin typeface="Century Gothic"/>
                <a:cs typeface="Century Gothic"/>
              </a:rPr>
              <a:t>&amp;</a:t>
            </a:r>
            <a:r>
              <a:rPr lang="fr-FR" sz="1100" dirty="0">
                <a:latin typeface="Century Gothic"/>
                <a:cs typeface="Century Gothic"/>
              </a:rPr>
              <a:t> ‘stock_status_2’</a:t>
            </a:r>
            <a:r>
              <a:rPr lang="fr-FR" sz="1100" spc="155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supprimées</a:t>
            </a:r>
            <a:r>
              <a:rPr lang="fr-FR" sz="1100" spc="225" dirty="0">
                <a:latin typeface="Century Gothic"/>
                <a:cs typeface="Century Gothic"/>
              </a:rPr>
              <a:t> </a:t>
            </a:r>
            <a:r>
              <a:rPr lang="fr-FR" sz="1100" spc="-25" dirty="0">
                <a:latin typeface="Century Gothic"/>
                <a:cs typeface="Century Gothic"/>
              </a:rPr>
              <a:t>car</a:t>
            </a:r>
            <a:r>
              <a:rPr lang="fr-FR" sz="1100" spc="-10" dirty="0">
                <a:latin typeface="Century Gothic"/>
                <a:cs typeface="Century Gothic"/>
              </a:rPr>
              <a:t> redondance</a:t>
            </a:r>
            <a:r>
              <a:rPr lang="fr-FR" sz="1100" spc="-15" dirty="0">
                <a:latin typeface="Century Gothic"/>
                <a:cs typeface="Century Gothic"/>
              </a:rPr>
              <a:t> </a:t>
            </a:r>
            <a:r>
              <a:rPr lang="fr-FR" sz="1100" spc="-55" dirty="0">
                <a:latin typeface="Century Gothic"/>
                <a:cs typeface="Century Gothic"/>
              </a:rPr>
              <a:t>avec</a:t>
            </a:r>
            <a:r>
              <a:rPr lang="fr-FR" sz="1100" spc="10" dirty="0">
                <a:latin typeface="Century Gothic"/>
                <a:cs typeface="Century Gothic"/>
              </a:rPr>
              <a:t> </a:t>
            </a:r>
            <a:r>
              <a:rPr lang="fr-FR" sz="1100" spc="-10" dirty="0">
                <a:latin typeface="Century Gothic"/>
                <a:cs typeface="Century Gothic"/>
              </a:rPr>
              <a:t>‘</a:t>
            </a:r>
            <a:r>
              <a:rPr lang="fr-FR" sz="1100" spc="-10" dirty="0" err="1">
                <a:latin typeface="Century Gothic"/>
                <a:cs typeface="Century Gothic"/>
              </a:rPr>
              <a:t>stock_quantity</a:t>
            </a:r>
            <a:r>
              <a:rPr lang="fr-FR" sz="1100" spc="-10" dirty="0">
                <a:latin typeface="Century Gothic"/>
                <a:cs typeface="Century Gothic"/>
              </a:rPr>
              <a:t>’</a:t>
            </a:r>
            <a:endParaRPr lang="fr-FR" sz="1100" dirty="0">
              <a:latin typeface="Century Gothic"/>
              <a:cs typeface="Century Gothic"/>
            </a:endParaRP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C4FE211D-4488-BCF0-2DCB-1D023842A27C}"/>
              </a:ext>
            </a:extLst>
          </p:cNvPr>
          <p:cNvSpPr/>
          <p:nvPr/>
        </p:nvSpPr>
        <p:spPr>
          <a:xfrm>
            <a:off x="5891404" y="1299778"/>
            <a:ext cx="3016707" cy="1449534"/>
          </a:xfrm>
          <a:prstGeom prst="roundRect">
            <a:avLst/>
          </a:prstGeom>
          <a:solidFill>
            <a:srgbClr val="AC0804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05740">
              <a:lnSpc>
                <a:spcPct val="100000"/>
              </a:lnSpc>
              <a:spcBef>
                <a:spcPts val="5"/>
              </a:spcBef>
            </a:pPr>
            <a:r>
              <a:rPr lang="fr-FR" sz="1100" b="1" u="sng" spc="1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Remarques</a:t>
            </a:r>
            <a:r>
              <a:rPr lang="fr-FR" sz="1100" b="1" u="sng" spc="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fr-FR" sz="1100" b="1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:</a:t>
            </a:r>
          </a:p>
          <a:p>
            <a:pPr marL="205740">
              <a:lnSpc>
                <a:spcPct val="100000"/>
              </a:lnSpc>
              <a:spcBef>
                <a:spcPts val="5"/>
              </a:spcBef>
            </a:pPr>
            <a:endParaRPr lang="fr-FR" sz="1100" dirty="0">
              <a:latin typeface="Calibri"/>
              <a:cs typeface="Calibri"/>
            </a:endParaRPr>
          </a:p>
          <a:p>
            <a:pPr marL="377190" marR="295275" indent="-171450">
              <a:lnSpc>
                <a:spcPct val="114999"/>
              </a:lnSpc>
              <a:spcBef>
                <a:spcPts val="15"/>
              </a:spcBef>
              <a:buFont typeface="Arial" panose="020B0604020202020204" pitchFamily="34" charset="0"/>
              <a:buChar char="•"/>
            </a:pPr>
            <a:r>
              <a:rPr lang="fr-FR" sz="1100" dirty="0">
                <a:latin typeface="Century Gothic"/>
                <a:cs typeface="Century Gothic"/>
              </a:rPr>
              <a:t>À</a:t>
            </a:r>
            <a:r>
              <a:rPr lang="fr-FR" sz="1100" spc="20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première</a:t>
            </a:r>
            <a:r>
              <a:rPr lang="fr-FR" sz="1100" spc="30" dirty="0">
                <a:latin typeface="Century Gothic"/>
                <a:cs typeface="Century Gothic"/>
              </a:rPr>
              <a:t> </a:t>
            </a:r>
            <a:r>
              <a:rPr lang="fr-FR" sz="1100" spc="-10" dirty="0">
                <a:latin typeface="Century Gothic"/>
                <a:cs typeface="Century Gothic"/>
              </a:rPr>
              <a:t>vue,</a:t>
            </a:r>
            <a:r>
              <a:rPr lang="fr-FR" sz="1100" spc="30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la</a:t>
            </a:r>
            <a:r>
              <a:rPr lang="fr-FR" sz="1100" spc="15" dirty="0">
                <a:latin typeface="Century Gothic"/>
                <a:cs typeface="Century Gothic"/>
              </a:rPr>
              <a:t> </a:t>
            </a:r>
            <a:r>
              <a:rPr lang="fr-FR" sz="1100" spc="-10" dirty="0">
                <a:latin typeface="Century Gothic"/>
                <a:cs typeface="Century Gothic"/>
              </a:rPr>
              <a:t>variable </a:t>
            </a:r>
            <a:r>
              <a:rPr lang="fr-FR" sz="1100" dirty="0">
                <a:latin typeface="Century Gothic"/>
                <a:cs typeface="Century Gothic"/>
              </a:rPr>
              <a:t>‘</a:t>
            </a:r>
            <a:r>
              <a:rPr lang="fr-FR" sz="1100" dirty="0" err="1">
                <a:latin typeface="Century Gothic"/>
                <a:cs typeface="Century Gothic"/>
              </a:rPr>
              <a:t>stock_status</a:t>
            </a:r>
            <a:r>
              <a:rPr lang="fr-FR" sz="1100" dirty="0">
                <a:latin typeface="Century Gothic"/>
                <a:cs typeface="Century Gothic"/>
              </a:rPr>
              <a:t>’</a:t>
            </a:r>
            <a:r>
              <a:rPr lang="fr-FR" sz="1100" spc="60" dirty="0">
                <a:latin typeface="Century Gothic"/>
                <a:cs typeface="Century Gothic"/>
              </a:rPr>
              <a:t> </a:t>
            </a:r>
            <a:r>
              <a:rPr lang="fr-FR" sz="1100" spc="-10" dirty="0">
                <a:latin typeface="Century Gothic"/>
                <a:cs typeface="Century Gothic"/>
              </a:rPr>
              <a:t>paraissait </a:t>
            </a:r>
            <a:r>
              <a:rPr lang="fr-FR" sz="1100" dirty="0">
                <a:latin typeface="Century Gothic"/>
                <a:cs typeface="Century Gothic"/>
              </a:rPr>
              <a:t>correctement</a:t>
            </a:r>
            <a:r>
              <a:rPr lang="fr-FR" sz="1100" spc="120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renseignée</a:t>
            </a:r>
            <a:r>
              <a:rPr lang="fr-FR" sz="1100" spc="140" dirty="0">
                <a:latin typeface="Century Gothic"/>
                <a:cs typeface="Century Gothic"/>
              </a:rPr>
              <a:t> </a:t>
            </a:r>
            <a:r>
              <a:rPr lang="fr-FR" sz="1100" spc="-20" dirty="0">
                <a:latin typeface="Century Gothic"/>
                <a:cs typeface="Century Gothic"/>
              </a:rPr>
              <a:t>mais </a:t>
            </a:r>
            <a:r>
              <a:rPr lang="fr-FR" sz="1100" dirty="0">
                <a:latin typeface="Century Gothic"/>
                <a:cs typeface="Century Gothic"/>
              </a:rPr>
              <a:t>une</a:t>
            </a:r>
            <a:r>
              <a:rPr lang="fr-FR" sz="1100" spc="45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erreur</a:t>
            </a:r>
            <a:r>
              <a:rPr lang="fr-FR" sz="1100" spc="75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s’y</a:t>
            </a:r>
            <a:r>
              <a:rPr lang="fr-FR" sz="1100" spc="55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était</a:t>
            </a:r>
            <a:r>
              <a:rPr lang="fr-FR" sz="1100" spc="50" dirty="0">
                <a:latin typeface="Century Gothic"/>
                <a:cs typeface="Century Gothic"/>
              </a:rPr>
              <a:t> </a:t>
            </a:r>
            <a:r>
              <a:rPr lang="fr-FR" sz="1100" spc="-10" dirty="0">
                <a:latin typeface="Century Gothic"/>
                <a:cs typeface="Century Gothic"/>
              </a:rPr>
              <a:t>glissée</a:t>
            </a:r>
            <a:endParaRPr lang="fr-FR" sz="1100" dirty="0">
              <a:latin typeface="Century Gothic"/>
              <a:cs typeface="Century Gothic"/>
            </a:endParaRPr>
          </a:p>
        </p:txBody>
      </p: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9D31391E-02FB-36BA-F571-65C7A7CFC9AE}"/>
              </a:ext>
            </a:extLst>
          </p:cNvPr>
          <p:cNvCxnSpPr>
            <a:cxnSpLocks/>
          </p:cNvCxnSpPr>
          <p:nvPr/>
        </p:nvCxnSpPr>
        <p:spPr>
          <a:xfrm>
            <a:off x="3089564" y="3030915"/>
            <a:ext cx="429491" cy="3911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14D4F5BA-08FD-FBF7-CC8B-B9DDF4AABE6A}"/>
              </a:ext>
            </a:extLst>
          </p:cNvPr>
          <p:cNvCxnSpPr>
            <a:cxnSpLocks/>
          </p:cNvCxnSpPr>
          <p:nvPr/>
        </p:nvCxnSpPr>
        <p:spPr>
          <a:xfrm flipV="1">
            <a:off x="6580909" y="2749312"/>
            <a:ext cx="325582" cy="6229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-4762" y="-4762"/>
            <a:ext cx="9153525" cy="1201420"/>
            <a:chOff x="-4762" y="-4762"/>
            <a:chExt cx="9153525" cy="12014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124711"/>
              <a:ext cx="9144000" cy="7143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0"/>
              <a:ext cx="9144000" cy="1125220"/>
            </a:xfrm>
            <a:custGeom>
              <a:avLst/>
              <a:gdLst/>
              <a:ahLst/>
              <a:cxnLst/>
              <a:rect l="l" t="t" r="r" b="b"/>
              <a:pathLst>
                <a:path w="9144000" h="1125220">
                  <a:moveTo>
                    <a:pt x="9144000" y="0"/>
                  </a:moveTo>
                  <a:lnTo>
                    <a:pt x="0" y="0"/>
                  </a:lnTo>
                  <a:lnTo>
                    <a:pt x="0" y="1124712"/>
                  </a:lnTo>
                  <a:lnTo>
                    <a:pt x="9144000" y="112471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AC08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9144000" cy="1125220"/>
            </a:xfrm>
            <a:custGeom>
              <a:avLst/>
              <a:gdLst/>
              <a:ahLst/>
              <a:cxnLst/>
              <a:rect l="l" t="t" r="r" b="b"/>
              <a:pathLst>
                <a:path w="9144000" h="1125220">
                  <a:moveTo>
                    <a:pt x="0" y="1124712"/>
                  </a:moveTo>
                  <a:lnTo>
                    <a:pt x="9144000" y="1124712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124712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40972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fr-FR" spc="45" dirty="0"/>
              <a:t>Fichier web.xlsx</a:t>
            </a:r>
            <a:endParaRPr spc="-10" dirty="0"/>
          </a:p>
        </p:txBody>
      </p:sp>
      <p:sp>
        <p:nvSpPr>
          <p:cNvPr id="8" name="object 8"/>
          <p:cNvSpPr/>
          <p:nvPr/>
        </p:nvSpPr>
        <p:spPr>
          <a:xfrm>
            <a:off x="414527" y="877824"/>
            <a:ext cx="452755" cy="50800"/>
          </a:xfrm>
          <a:custGeom>
            <a:avLst/>
            <a:gdLst/>
            <a:ahLst/>
            <a:cxnLst/>
            <a:rect l="l" t="t" r="r" b="b"/>
            <a:pathLst>
              <a:path w="452755" h="50800">
                <a:moveTo>
                  <a:pt x="452628" y="0"/>
                </a:moveTo>
                <a:lnTo>
                  <a:pt x="0" y="0"/>
                </a:lnTo>
                <a:lnTo>
                  <a:pt x="0" y="50291"/>
                </a:lnTo>
                <a:lnTo>
                  <a:pt x="452628" y="50291"/>
                </a:lnTo>
                <a:lnTo>
                  <a:pt x="452628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CBE083F7-EEE3-F1E2-8532-4198A6B4338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t>5</a:t>
            </a:fld>
            <a:endParaRPr lang="fr-FR"/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BDBA4C34-5ECE-5778-6A2F-8060F9CD53F9}"/>
              </a:ext>
            </a:extLst>
          </p:cNvPr>
          <p:cNvSpPr/>
          <p:nvPr/>
        </p:nvSpPr>
        <p:spPr>
          <a:xfrm>
            <a:off x="3465010" y="3372310"/>
            <a:ext cx="4085718" cy="1677580"/>
          </a:xfrm>
          <a:prstGeom prst="roundRect">
            <a:avLst/>
          </a:prstGeom>
          <a:solidFill>
            <a:srgbClr val="AC0804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06375">
              <a:lnSpc>
                <a:spcPct val="100000"/>
              </a:lnSpc>
              <a:spcBef>
                <a:spcPts val="5"/>
              </a:spcBef>
            </a:pPr>
            <a:r>
              <a:rPr lang="fr-FR" sz="1200" b="1" u="sng" spc="10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Traitements</a:t>
            </a:r>
            <a:r>
              <a:rPr lang="fr-FR" sz="1200" b="1" u="sng" spc="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fr-FR" sz="1200" b="1" u="sng" spc="8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réalisés</a:t>
            </a:r>
            <a:r>
              <a:rPr lang="fr-FR" sz="1200" b="1" u="sng" spc="8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fr-FR" sz="1200" b="1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:</a:t>
            </a:r>
          </a:p>
          <a:p>
            <a:pPr marL="206375">
              <a:lnSpc>
                <a:spcPct val="100000"/>
              </a:lnSpc>
              <a:spcBef>
                <a:spcPts val="5"/>
              </a:spcBef>
            </a:pPr>
            <a:endParaRPr lang="fr-FR" sz="1200" dirty="0">
              <a:latin typeface="Calibri"/>
              <a:cs typeface="Calibri"/>
            </a:endParaRPr>
          </a:p>
          <a:p>
            <a:pPr marL="206375" marR="115570" indent="66675">
              <a:lnSpc>
                <a:spcPct val="105000"/>
              </a:lnSpc>
              <a:buChar char="-"/>
              <a:tabLst>
                <a:tab pos="273050" algn="l"/>
              </a:tabLst>
            </a:pPr>
            <a:r>
              <a:rPr lang="fr-FR" sz="1100" dirty="0">
                <a:latin typeface="Century Gothic"/>
                <a:cs typeface="Century Gothic"/>
              </a:rPr>
              <a:t>Suppression</a:t>
            </a:r>
            <a:r>
              <a:rPr lang="fr-FR" sz="1100" spc="70" dirty="0">
                <a:latin typeface="Century Gothic"/>
                <a:cs typeface="Century Gothic"/>
              </a:rPr>
              <a:t> </a:t>
            </a:r>
            <a:r>
              <a:rPr lang="fr-FR" sz="1100" spc="-10" dirty="0">
                <a:latin typeface="Century Gothic"/>
                <a:cs typeface="Century Gothic"/>
              </a:rPr>
              <a:t>de</a:t>
            </a:r>
            <a:r>
              <a:rPr lang="fr-FR" sz="1100" spc="135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20</a:t>
            </a:r>
            <a:r>
              <a:rPr lang="fr-FR" sz="1100" spc="120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colonnes</a:t>
            </a:r>
            <a:r>
              <a:rPr lang="fr-FR" sz="1100" spc="110" dirty="0">
                <a:latin typeface="Century Gothic"/>
                <a:cs typeface="Century Gothic"/>
              </a:rPr>
              <a:t> </a:t>
            </a:r>
            <a:r>
              <a:rPr lang="fr-FR" sz="1100" spc="-20" dirty="0">
                <a:latin typeface="Century Gothic"/>
                <a:cs typeface="Century Gothic"/>
              </a:rPr>
              <a:t>dont </a:t>
            </a:r>
            <a:r>
              <a:rPr lang="fr-FR" sz="1100" dirty="0">
                <a:latin typeface="Century Gothic"/>
                <a:cs typeface="Century Gothic"/>
              </a:rPr>
              <a:t>les</a:t>
            </a:r>
            <a:r>
              <a:rPr lang="fr-FR" sz="1100" spc="145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informations</a:t>
            </a:r>
            <a:r>
              <a:rPr lang="fr-FR" sz="1100" spc="105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n’étaient</a:t>
            </a:r>
            <a:r>
              <a:rPr lang="fr-FR" sz="1100" spc="175" dirty="0">
                <a:latin typeface="Century Gothic"/>
                <a:cs typeface="Century Gothic"/>
              </a:rPr>
              <a:t> </a:t>
            </a:r>
            <a:r>
              <a:rPr lang="fr-FR" sz="1100" spc="-25" dirty="0">
                <a:latin typeface="Century Gothic"/>
                <a:cs typeface="Century Gothic"/>
              </a:rPr>
              <a:t>pas</a:t>
            </a:r>
            <a:r>
              <a:rPr lang="fr-FR" sz="1100" dirty="0">
                <a:latin typeface="Century Gothic"/>
                <a:cs typeface="Century Gothic"/>
              </a:rPr>
              <a:t> nécessaires</a:t>
            </a:r>
            <a:r>
              <a:rPr lang="fr-FR" sz="1100" spc="45" dirty="0">
                <a:latin typeface="Century Gothic"/>
                <a:cs typeface="Century Gothic"/>
              </a:rPr>
              <a:t> </a:t>
            </a:r>
            <a:r>
              <a:rPr lang="fr-FR" sz="1100" spc="-80" dirty="0">
                <a:latin typeface="Century Gothic"/>
                <a:cs typeface="Century Gothic"/>
              </a:rPr>
              <a:t>à</a:t>
            </a:r>
            <a:r>
              <a:rPr lang="fr-FR" sz="1100" spc="65" dirty="0">
                <a:latin typeface="Century Gothic"/>
                <a:cs typeface="Century Gothic"/>
              </a:rPr>
              <a:t> </a:t>
            </a:r>
            <a:r>
              <a:rPr lang="fr-FR" sz="1100" spc="-10" dirty="0">
                <a:latin typeface="Century Gothic"/>
                <a:cs typeface="Century Gothic"/>
              </a:rPr>
              <a:t>l’analyse.</a:t>
            </a:r>
            <a:endParaRPr lang="fr-FR" sz="1100" dirty="0">
              <a:latin typeface="Century Gothic"/>
              <a:cs typeface="Century Gothic"/>
            </a:endParaRPr>
          </a:p>
          <a:p>
            <a:pPr marL="272415" indent="-66675">
              <a:lnSpc>
                <a:spcPct val="100000"/>
              </a:lnSpc>
              <a:spcBef>
                <a:spcPts val="55"/>
              </a:spcBef>
              <a:buChar char="-"/>
              <a:tabLst>
                <a:tab pos="273050" algn="l"/>
              </a:tabLst>
            </a:pPr>
            <a:r>
              <a:rPr lang="fr-FR" sz="1100" dirty="0">
                <a:latin typeface="Century Gothic"/>
                <a:cs typeface="Century Gothic"/>
              </a:rPr>
              <a:t>Identification</a:t>
            </a:r>
            <a:r>
              <a:rPr lang="fr-FR" sz="1100" spc="140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et</a:t>
            </a:r>
            <a:r>
              <a:rPr lang="fr-FR" sz="1100" spc="245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suppression</a:t>
            </a:r>
            <a:r>
              <a:rPr lang="fr-FR" sz="1100" spc="120" dirty="0">
                <a:latin typeface="Century Gothic"/>
                <a:cs typeface="Century Gothic"/>
              </a:rPr>
              <a:t> </a:t>
            </a:r>
            <a:r>
              <a:rPr lang="fr-FR" sz="1100" spc="-25" dirty="0">
                <a:latin typeface="Century Gothic"/>
                <a:cs typeface="Century Gothic"/>
              </a:rPr>
              <a:t>des</a:t>
            </a:r>
            <a:endParaRPr lang="fr-FR" sz="1100" dirty="0">
              <a:latin typeface="Century Gothic"/>
              <a:cs typeface="Century Gothic"/>
            </a:endParaRPr>
          </a:p>
          <a:p>
            <a:pPr marL="206375">
              <a:lnSpc>
                <a:spcPct val="100000"/>
              </a:lnSpc>
              <a:spcBef>
                <a:spcPts val="45"/>
              </a:spcBef>
            </a:pPr>
            <a:r>
              <a:rPr lang="fr-FR" sz="1100" dirty="0">
                <a:latin typeface="Century Gothic"/>
                <a:cs typeface="Century Gothic"/>
              </a:rPr>
              <a:t>doublons </a:t>
            </a:r>
            <a:r>
              <a:rPr lang="fr-FR" sz="1100" spc="-10" dirty="0">
                <a:latin typeface="Century Gothic"/>
                <a:cs typeface="Century Gothic"/>
              </a:rPr>
              <a:t>de</a:t>
            </a:r>
            <a:r>
              <a:rPr lang="fr-FR" sz="1100" spc="35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type</a:t>
            </a:r>
            <a:r>
              <a:rPr lang="fr-FR" sz="1100" spc="50" dirty="0">
                <a:latin typeface="Century Gothic"/>
                <a:cs typeface="Century Gothic"/>
              </a:rPr>
              <a:t> </a:t>
            </a:r>
            <a:r>
              <a:rPr lang="fr-FR" sz="1100" spc="-10" dirty="0">
                <a:latin typeface="Century Gothic"/>
                <a:cs typeface="Century Gothic"/>
              </a:rPr>
              <a:t>‘</a:t>
            </a:r>
            <a:r>
              <a:rPr lang="fr-FR" sz="1100" spc="-10" dirty="0" err="1">
                <a:latin typeface="Century Gothic"/>
                <a:cs typeface="Century Gothic"/>
              </a:rPr>
              <a:t>attachment</a:t>
            </a:r>
            <a:r>
              <a:rPr lang="fr-FR" sz="1100" spc="-10" dirty="0">
                <a:latin typeface="Century Gothic"/>
                <a:cs typeface="Century Gothic"/>
              </a:rPr>
              <a:t>’</a:t>
            </a:r>
            <a:endParaRPr lang="fr-FR" sz="1100" dirty="0">
              <a:latin typeface="Century Gothic"/>
              <a:cs typeface="Century Gothic"/>
            </a:endParaRPr>
          </a:p>
          <a:p>
            <a:pPr marL="272415" indent="-66675">
              <a:lnSpc>
                <a:spcPct val="100000"/>
              </a:lnSpc>
              <a:spcBef>
                <a:spcPts val="50"/>
              </a:spcBef>
              <a:buChar char="-"/>
              <a:tabLst>
                <a:tab pos="273050" algn="l"/>
              </a:tabLst>
            </a:pPr>
            <a:r>
              <a:rPr lang="fr-FR" sz="1100" dirty="0">
                <a:latin typeface="Century Gothic"/>
                <a:cs typeface="Century Gothic"/>
              </a:rPr>
              <a:t>Identification</a:t>
            </a:r>
            <a:r>
              <a:rPr lang="fr-FR" sz="1100" spc="140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et</a:t>
            </a:r>
            <a:r>
              <a:rPr lang="fr-FR" sz="1100" spc="245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suppression</a:t>
            </a:r>
            <a:r>
              <a:rPr lang="fr-FR" sz="1100" spc="120" dirty="0">
                <a:latin typeface="Century Gothic"/>
                <a:cs typeface="Century Gothic"/>
              </a:rPr>
              <a:t> </a:t>
            </a:r>
            <a:r>
              <a:rPr lang="fr-FR" sz="1100" spc="-25" dirty="0">
                <a:latin typeface="Century Gothic"/>
                <a:cs typeface="Century Gothic"/>
              </a:rPr>
              <a:t>des</a:t>
            </a:r>
            <a:endParaRPr lang="fr-FR" sz="1100" dirty="0">
              <a:latin typeface="Century Gothic"/>
              <a:cs typeface="Century Gothic"/>
            </a:endParaRPr>
          </a:p>
          <a:p>
            <a:pPr marL="206375">
              <a:lnSpc>
                <a:spcPct val="100000"/>
              </a:lnSpc>
              <a:spcBef>
                <a:spcPts val="45"/>
              </a:spcBef>
            </a:pPr>
            <a:r>
              <a:rPr lang="fr-FR" sz="1100" dirty="0">
                <a:latin typeface="Century Gothic"/>
                <a:cs typeface="Century Gothic"/>
              </a:rPr>
              <a:t>lignes</a:t>
            </a:r>
            <a:r>
              <a:rPr lang="fr-FR" sz="1100" spc="70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sans</a:t>
            </a:r>
            <a:r>
              <a:rPr lang="fr-FR" sz="1100" spc="40" dirty="0">
                <a:latin typeface="Century Gothic"/>
                <a:cs typeface="Century Gothic"/>
              </a:rPr>
              <a:t> </a:t>
            </a:r>
            <a:r>
              <a:rPr lang="fr-FR" sz="1100" spc="-10" dirty="0">
                <a:latin typeface="Century Gothic"/>
                <a:cs typeface="Century Gothic"/>
              </a:rPr>
              <a:t>codes</a:t>
            </a:r>
            <a:r>
              <a:rPr lang="fr-FR" sz="1100" spc="75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articles</a:t>
            </a:r>
            <a:r>
              <a:rPr lang="fr-FR" sz="1100" spc="55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(</a:t>
            </a:r>
            <a:r>
              <a:rPr lang="fr-FR" sz="1100" spc="80" dirty="0">
                <a:latin typeface="Century Gothic"/>
                <a:cs typeface="Century Gothic"/>
              </a:rPr>
              <a:t> </a:t>
            </a:r>
            <a:r>
              <a:rPr lang="fr-FR" sz="1100" spc="-10" dirty="0">
                <a:latin typeface="Century Gothic"/>
                <a:cs typeface="Century Gothic"/>
              </a:rPr>
              <a:t>‘</a:t>
            </a:r>
            <a:r>
              <a:rPr lang="fr-FR" sz="1100" spc="-10" dirty="0" err="1">
                <a:latin typeface="Century Gothic"/>
                <a:cs typeface="Century Gothic"/>
              </a:rPr>
              <a:t>sku</a:t>
            </a:r>
            <a:r>
              <a:rPr lang="fr-FR" sz="1100" spc="-10" dirty="0">
                <a:latin typeface="Century Gothic"/>
                <a:cs typeface="Century Gothic"/>
              </a:rPr>
              <a:t>’)</a:t>
            </a:r>
            <a:endParaRPr lang="fr-FR" sz="1100" dirty="0">
              <a:latin typeface="Century Gothic"/>
              <a:cs typeface="Century Gothic"/>
            </a:endParaRP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C4FE211D-4488-BCF0-2DCB-1D023842A27C}"/>
              </a:ext>
            </a:extLst>
          </p:cNvPr>
          <p:cNvSpPr/>
          <p:nvPr/>
        </p:nvSpPr>
        <p:spPr>
          <a:xfrm>
            <a:off x="5140036" y="1299778"/>
            <a:ext cx="3881122" cy="1449534"/>
          </a:xfrm>
          <a:prstGeom prst="roundRect">
            <a:avLst/>
          </a:prstGeom>
          <a:solidFill>
            <a:srgbClr val="AC0804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06375">
              <a:lnSpc>
                <a:spcPct val="100000"/>
              </a:lnSpc>
            </a:pPr>
            <a:r>
              <a:rPr lang="fr-FR" sz="1200" b="1" u="sng" spc="1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Remarques</a:t>
            </a:r>
            <a:r>
              <a:rPr lang="fr-FR" sz="1200" b="1" u="sng" spc="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fr-FR" sz="1200" b="1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:</a:t>
            </a:r>
          </a:p>
          <a:p>
            <a:pPr marL="206375">
              <a:lnSpc>
                <a:spcPct val="100000"/>
              </a:lnSpc>
            </a:pPr>
            <a:endParaRPr lang="fr-FR" sz="1200" dirty="0">
              <a:latin typeface="Calibri"/>
              <a:cs typeface="Calibri"/>
            </a:endParaRPr>
          </a:p>
          <a:p>
            <a:pPr marL="377825" marR="240029" indent="-171450" algn="just">
              <a:lnSpc>
                <a:spcPct val="105100"/>
              </a:lnSpc>
              <a:spcBef>
                <a:spcPts val="5"/>
              </a:spcBef>
              <a:buFont typeface="Arial" panose="020B0604020202020204" pitchFamily="34" charset="0"/>
              <a:buChar char="•"/>
            </a:pPr>
            <a:r>
              <a:rPr lang="fr-FR" sz="1100" b="1" spc="35" dirty="0">
                <a:solidFill>
                  <a:schemeClr val="tx1"/>
                </a:solidFill>
                <a:latin typeface="Century Gothic"/>
                <a:cs typeface="Century Gothic"/>
              </a:rPr>
              <a:t>-</a:t>
            </a:r>
            <a:r>
              <a:rPr lang="fr-FR" sz="1100" spc="25" dirty="0">
                <a:latin typeface="Century Gothic"/>
                <a:cs typeface="Century Gothic"/>
              </a:rPr>
              <a:t>Difficulté</a:t>
            </a:r>
            <a:r>
              <a:rPr lang="fr-FR" sz="1100" spc="-35" dirty="0">
                <a:latin typeface="Century Gothic"/>
                <a:cs typeface="Century Gothic"/>
              </a:rPr>
              <a:t> </a:t>
            </a:r>
            <a:r>
              <a:rPr lang="fr-FR" sz="1100" spc="-80" dirty="0">
                <a:latin typeface="Century Gothic"/>
                <a:cs typeface="Century Gothic"/>
              </a:rPr>
              <a:t>à</a:t>
            </a:r>
            <a:r>
              <a:rPr lang="fr-FR" sz="1100" spc="-15" dirty="0">
                <a:latin typeface="Century Gothic"/>
                <a:cs typeface="Century Gothic"/>
              </a:rPr>
              <a:t> </a:t>
            </a:r>
            <a:r>
              <a:rPr lang="fr-FR" sz="1100" spc="45" dirty="0">
                <a:latin typeface="Century Gothic"/>
                <a:cs typeface="Century Gothic"/>
              </a:rPr>
              <a:t>trier</a:t>
            </a:r>
            <a:r>
              <a:rPr lang="fr-FR" sz="1100" spc="-5" dirty="0">
                <a:latin typeface="Century Gothic"/>
                <a:cs typeface="Century Gothic"/>
              </a:rPr>
              <a:t> </a:t>
            </a:r>
            <a:r>
              <a:rPr lang="fr-FR" sz="1100" spc="30" dirty="0">
                <a:latin typeface="Century Gothic"/>
                <a:cs typeface="Century Gothic"/>
              </a:rPr>
              <a:t>les</a:t>
            </a:r>
            <a:r>
              <a:rPr lang="fr-FR" sz="1100" spc="-5" dirty="0">
                <a:latin typeface="Century Gothic"/>
                <a:cs typeface="Century Gothic"/>
              </a:rPr>
              <a:t> </a:t>
            </a:r>
            <a:r>
              <a:rPr lang="fr-FR" sz="1100" spc="35" dirty="0">
                <a:latin typeface="Century Gothic"/>
                <a:cs typeface="Century Gothic"/>
              </a:rPr>
              <a:t>28</a:t>
            </a:r>
            <a:r>
              <a:rPr lang="fr-FR" sz="1100" spc="-15" dirty="0">
                <a:latin typeface="Century Gothic"/>
                <a:cs typeface="Century Gothic"/>
              </a:rPr>
              <a:t> </a:t>
            </a:r>
            <a:r>
              <a:rPr lang="fr-FR" sz="1100" spc="5" dirty="0">
                <a:latin typeface="Century Gothic"/>
                <a:cs typeface="Century Gothic"/>
              </a:rPr>
              <a:t>colonnes</a:t>
            </a:r>
            <a:r>
              <a:rPr lang="fr-FR" sz="1100" spc="55" dirty="0">
                <a:latin typeface="Century Gothic"/>
                <a:cs typeface="Century Gothic"/>
              </a:rPr>
              <a:t> </a:t>
            </a:r>
            <a:r>
              <a:rPr lang="fr-FR" sz="1100" spc="20" dirty="0">
                <a:latin typeface="Century Gothic"/>
                <a:cs typeface="Century Gothic"/>
              </a:rPr>
              <a:t>pour</a:t>
            </a:r>
            <a:r>
              <a:rPr lang="fr-FR" sz="1100" spc="-20" dirty="0">
                <a:latin typeface="Century Gothic"/>
                <a:cs typeface="Century Gothic"/>
              </a:rPr>
              <a:t> </a:t>
            </a:r>
            <a:r>
              <a:rPr lang="fr-FR" sz="1100" spc="10" dirty="0">
                <a:latin typeface="Century Gothic"/>
                <a:cs typeface="Century Gothic"/>
              </a:rPr>
              <a:t>conserver</a:t>
            </a:r>
            <a:r>
              <a:rPr lang="fr-FR" sz="1100" spc="-10" dirty="0">
                <a:latin typeface="Century Gothic"/>
                <a:cs typeface="Century Gothic"/>
              </a:rPr>
              <a:t> </a:t>
            </a:r>
            <a:r>
              <a:rPr lang="fr-FR" sz="1100" spc="25" dirty="0">
                <a:latin typeface="Century Gothic"/>
                <a:cs typeface="Century Gothic"/>
              </a:rPr>
              <a:t>uniquement</a:t>
            </a:r>
            <a:r>
              <a:rPr lang="fr-FR" sz="1100" spc="-25" dirty="0">
                <a:latin typeface="Century Gothic"/>
                <a:cs typeface="Century Gothic"/>
              </a:rPr>
              <a:t> </a:t>
            </a:r>
            <a:r>
              <a:rPr lang="fr-FR" sz="1100" spc="30" dirty="0">
                <a:latin typeface="Century Gothic"/>
                <a:cs typeface="Century Gothic"/>
              </a:rPr>
              <a:t>les</a:t>
            </a:r>
            <a:r>
              <a:rPr lang="fr-FR" sz="1100" spc="55" dirty="0">
                <a:latin typeface="Century Gothic"/>
                <a:cs typeface="Century Gothic"/>
              </a:rPr>
              <a:t> </a:t>
            </a:r>
            <a:r>
              <a:rPr lang="fr-FR" sz="1100" spc="5" dirty="0">
                <a:latin typeface="Century Gothic"/>
                <a:cs typeface="Century Gothic"/>
              </a:rPr>
              <a:t>variables</a:t>
            </a:r>
            <a:r>
              <a:rPr lang="fr-FR" sz="1100" spc="-15" dirty="0">
                <a:latin typeface="Century Gothic"/>
                <a:cs typeface="Century Gothic"/>
              </a:rPr>
              <a:t> </a:t>
            </a:r>
            <a:r>
              <a:rPr lang="fr-FR" sz="1100" spc="20" dirty="0">
                <a:latin typeface="Century Gothic"/>
                <a:cs typeface="Century Gothic"/>
              </a:rPr>
              <a:t>pertinentes</a:t>
            </a:r>
            <a:endParaRPr lang="fr-FR" sz="1100" dirty="0">
              <a:latin typeface="Century Gothic"/>
              <a:cs typeface="Century Gothic"/>
            </a:endParaRPr>
          </a:p>
          <a:p>
            <a:pPr marL="377190" indent="-171450" algn="just">
              <a:lnSpc>
                <a:spcPct val="100000"/>
              </a:lnSpc>
              <a:spcBef>
                <a:spcPts val="45"/>
              </a:spcBef>
              <a:buFont typeface="Arial" panose="020B0604020202020204" pitchFamily="34" charset="0"/>
              <a:buChar char="•"/>
              <a:tabLst>
                <a:tab pos="273050" algn="l"/>
              </a:tabLst>
            </a:pPr>
            <a:r>
              <a:rPr lang="fr-FR" sz="1100" dirty="0">
                <a:latin typeface="Century Gothic"/>
                <a:cs typeface="Century Gothic"/>
              </a:rPr>
              <a:t>Difficulté</a:t>
            </a:r>
            <a:r>
              <a:rPr lang="fr-FR" sz="1100" spc="70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dans</a:t>
            </a:r>
            <a:r>
              <a:rPr lang="fr-FR" sz="1100" spc="60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le</a:t>
            </a:r>
            <a:r>
              <a:rPr lang="fr-FR" sz="1100" spc="90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choix</a:t>
            </a:r>
            <a:r>
              <a:rPr lang="fr-FR" sz="1100" spc="60" dirty="0">
                <a:latin typeface="Century Gothic"/>
                <a:cs typeface="Century Gothic"/>
              </a:rPr>
              <a:t> </a:t>
            </a:r>
            <a:r>
              <a:rPr lang="fr-FR" sz="1100" spc="-10" dirty="0">
                <a:latin typeface="Century Gothic"/>
                <a:cs typeface="Century Gothic"/>
              </a:rPr>
              <a:t>d’écarter</a:t>
            </a:r>
            <a:endParaRPr lang="fr-FR" sz="1100" dirty="0">
              <a:latin typeface="Century Gothic"/>
              <a:cs typeface="Century Gothic"/>
            </a:endParaRPr>
          </a:p>
          <a:p>
            <a:pPr marL="206375" algn="just">
              <a:lnSpc>
                <a:spcPct val="100000"/>
              </a:lnSpc>
              <a:spcBef>
                <a:spcPts val="50"/>
              </a:spcBef>
            </a:pPr>
            <a:r>
              <a:rPr lang="fr-FR" sz="1100" dirty="0">
                <a:latin typeface="Century Gothic"/>
                <a:cs typeface="Century Gothic"/>
              </a:rPr>
              <a:t>ou</a:t>
            </a:r>
            <a:r>
              <a:rPr lang="fr-FR" sz="1100" spc="50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non</a:t>
            </a:r>
            <a:r>
              <a:rPr lang="fr-FR" sz="1100" spc="50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les</a:t>
            </a:r>
            <a:r>
              <a:rPr lang="fr-FR" sz="1100" spc="60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2</a:t>
            </a:r>
            <a:r>
              <a:rPr lang="fr-FR" sz="1100" spc="70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observations</a:t>
            </a:r>
            <a:r>
              <a:rPr lang="fr-FR" sz="1100" spc="25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‘sans</a:t>
            </a:r>
            <a:r>
              <a:rPr lang="fr-FR" sz="1100" spc="65" dirty="0">
                <a:latin typeface="Century Gothic"/>
                <a:cs typeface="Century Gothic"/>
              </a:rPr>
              <a:t> </a:t>
            </a:r>
            <a:r>
              <a:rPr lang="fr-FR" sz="1100" spc="-20" dirty="0" err="1">
                <a:latin typeface="Century Gothic"/>
                <a:cs typeface="Century Gothic"/>
              </a:rPr>
              <a:t>sku</a:t>
            </a:r>
            <a:r>
              <a:rPr lang="fr-FR" sz="1100" spc="-20" dirty="0">
                <a:latin typeface="Century Gothic"/>
                <a:cs typeface="Century Gothic"/>
              </a:rPr>
              <a:t>’</a:t>
            </a:r>
            <a:endParaRPr lang="fr-FR" sz="1100" dirty="0">
              <a:latin typeface="Century Gothic"/>
              <a:cs typeface="Century Gothic"/>
            </a:endParaRPr>
          </a:p>
        </p:txBody>
      </p: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9D31391E-02FB-36BA-F571-65C7A7CFC9AE}"/>
              </a:ext>
            </a:extLst>
          </p:cNvPr>
          <p:cNvCxnSpPr>
            <a:cxnSpLocks/>
          </p:cNvCxnSpPr>
          <p:nvPr/>
        </p:nvCxnSpPr>
        <p:spPr>
          <a:xfrm>
            <a:off x="3089564" y="3030915"/>
            <a:ext cx="429491" cy="3911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14D4F5BA-08FD-FBF7-CC8B-B9DDF4AABE6A}"/>
              </a:ext>
            </a:extLst>
          </p:cNvPr>
          <p:cNvCxnSpPr>
            <a:cxnSpLocks/>
          </p:cNvCxnSpPr>
          <p:nvPr/>
        </p:nvCxnSpPr>
        <p:spPr>
          <a:xfrm flipV="1">
            <a:off x="6580909" y="2749312"/>
            <a:ext cx="325582" cy="6229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0A606B8A-C17B-F1A5-3BCF-BD2205B4C179}"/>
              </a:ext>
            </a:extLst>
          </p:cNvPr>
          <p:cNvSpPr/>
          <p:nvPr/>
        </p:nvSpPr>
        <p:spPr>
          <a:xfrm>
            <a:off x="139919" y="1346655"/>
            <a:ext cx="3379136" cy="1677580"/>
          </a:xfrm>
          <a:prstGeom prst="roundRect">
            <a:avLst/>
          </a:prstGeom>
          <a:solidFill>
            <a:srgbClr val="AC0804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05740">
              <a:lnSpc>
                <a:spcPct val="100000"/>
              </a:lnSpc>
            </a:pPr>
            <a:r>
              <a:rPr lang="fr-FR" sz="1200" b="1" u="sng" spc="10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Caractéristiques </a:t>
            </a:r>
            <a:r>
              <a:rPr lang="fr-FR" sz="1100" b="1" u="sng" spc="10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:</a:t>
            </a:r>
          </a:p>
          <a:p>
            <a:pPr marL="205740">
              <a:lnSpc>
                <a:spcPct val="100000"/>
              </a:lnSpc>
            </a:pPr>
            <a:endParaRPr lang="fr-FR" sz="1100" b="1" u="sng" spc="100" dirty="0">
              <a:uFill>
                <a:solidFill>
                  <a:srgbClr val="000000"/>
                </a:solidFill>
              </a:uFill>
              <a:latin typeface="Calibri"/>
              <a:cs typeface="Calibri"/>
            </a:endParaRPr>
          </a:p>
          <a:p>
            <a:pPr marL="377825" marR="408940" indent="-171450">
              <a:lnSpc>
                <a:spcPct val="105100"/>
              </a:lnSpc>
              <a:spcBef>
                <a:spcPts val="5"/>
              </a:spcBef>
              <a:buFont typeface="Arial" panose="020B0604020202020204" pitchFamily="34" charset="0"/>
              <a:buChar char="•"/>
            </a:pPr>
            <a:r>
              <a:rPr lang="fr-FR" sz="1100" dirty="0">
                <a:latin typeface="Century Gothic"/>
                <a:cs typeface="Century Gothic"/>
              </a:rPr>
              <a:t>Nbr</a:t>
            </a:r>
            <a:r>
              <a:rPr lang="fr-FR" sz="1100" spc="75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observations</a:t>
            </a:r>
            <a:r>
              <a:rPr lang="fr-FR" sz="1100" spc="35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:</a:t>
            </a:r>
            <a:r>
              <a:rPr lang="fr-FR" sz="1100" spc="85" dirty="0">
                <a:latin typeface="Century Gothic"/>
                <a:cs typeface="Century Gothic"/>
              </a:rPr>
              <a:t> </a:t>
            </a:r>
            <a:r>
              <a:rPr lang="fr-FR" sz="1100" spc="-85" dirty="0">
                <a:latin typeface="Century Gothic"/>
                <a:cs typeface="Century Gothic"/>
              </a:rPr>
              <a:t>1513</a:t>
            </a:r>
            <a:r>
              <a:rPr lang="fr-FR" sz="1100" spc="45" dirty="0">
                <a:latin typeface="Century Gothic"/>
                <a:cs typeface="Century Gothic"/>
              </a:rPr>
              <a:t> </a:t>
            </a:r>
            <a:r>
              <a:rPr lang="fr-FR" sz="1100" spc="-10" dirty="0">
                <a:latin typeface="Century Gothic"/>
                <a:cs typeface="Century Gothic"/>
              </a:rPr>
              <a:t>lignes </a:t>
            </a:r>
          </a:p>
          <a:p>
            <a:pPr marL="377825" marR="408940" indent="-171450">
              <a:lnSpc>
                <a:spcPct val="105100"/>
              </a:lnSpc>
              <a:spcBef>
                <a:spcPts val="5"/>
              </a:spcBef>
              <a:buFont typeface="Arial" panose="020B0604020202020204" pitchFamily="34" charset="0"/>
              <a:buChar char="•"/>
            </a:pPr>
            <a:r>
              <a:rPr lang="fr-FR" sz="1100" dirty="0">
                <a:latin typeface="Century Gothic"/>
                <a:cs typeface="Century Gothic"/>
              </a:rPr>
              <a:t>Nbr</a:t>
            </a:r>
            <a:r>
              <a:rPr lang="fr-FR" sz="1100" spc="45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variables</a:t>
            </a:r>
            <a:r>
              <a:rPr lang="fr-FR" sz="1100" spc="20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:</a:t>
            </a:r>
            <a:r>
              <a:rPr lang="fr-FR" sz="1100" spc="55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29</a:t>
            </a:r>
            <a:r>
              <a:rPr lang="fr-FR" sz="1100" spc="15" dirty="0">
                <a:latin typeface="Century Gothic"/>
                <a:cs typeface="Century Gothic"/>
              </a:rPr>
              <a:t> </a:t>
            </a:r>
            <a:r>
              <a:rPr lang="fr-FR" sz="1100" spc="-10" dirty="0">
                <a:latin typeface="Century Gothic"/>
                <a:cs typeface="Century Gothic"/>
              </a:rPr>
              <a:t>colonnes </a:t>
            </a:r>
          </a:p>
          <a:p>
            <a:pPr marL="377825" marR="408940" indent="-171450">
              <a:lnSpc>
                <a:spcPct val="105100"/>
              </a:lnSpc>
              <a:spcBef>
                <a:spcPts val="5"/>
              </a:spcBef>
              <a:buFont typeface="Arial" panose="020B0604020202020204" pitchFamily="34" charset="0"/>
              <a:buChar char="•"/>
            </a:pPr>
            <a:r>
              <a:rPr lang="fr-FR" sz="1100" dirty="0">
                <a:latin typeface="Century Gothic"/>
                <a:cs typeface="Century Gothic"/>
              </a:rPr>
              <a:t>Clés</a:t>
            </a:r>
            <a:r>
              <a:rPr lang="fr-FR" sz="1100" spc="45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non</a:t>
            </a:r>
            <a:r>
              <a:rPr lang="fr-FR" sz="1100" spc="40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renseignées</a:t>
            </a:r>
            <a:r>
              <a:rPr lang="fr-FR" sz="1100" spc="345" dirty="0">
                <a:latin typeface="Century Gothic"/>
                <a:cs typeface="Century Gothic"/>
              </a:rPr>
              <a:t> </a:t>
            </a:r>
            <a:r>
              <a:rPr lang="fr-FR" sz="1100" spc="-60" dirty="0">
                <a:latin typeface="Century Gothic"/>
                <a:cs typeface="Century Gothic"/>
              </a:rPr>
              <a:t>:</a:t>
            </a:r>
            <a:r>
              <a:rPr lang="fr-FR" sz="1100" spc="55" dirty="0">
                <a:latin typeface="Century Gothic"/>
                <a:cs typeface="Century Gothic"/>
              </a:rPr>
              <a:t> </a:t>
            </a:r>
            <a:r>
              <a:rPr lang="fr-FR" sz="1100" spc="-25" dirty="0">
                <a:latin typeface="Century Gothic"/>
                <a:cs typeface="Century Gothic"/>
              </a:rPr>
              <a:t>85</a:t>
            </a:r>
          </a:p>
          <a:p>
            <a:pPr marL="377825" marR="408940" indent="-171450">
              <a:lnSpc>
                <a:spcPct val="105100"/>
              </a:lnSpc>
              <a:spcBef>
                <a:spcPts val="5"/>
              </a:spcBef>
              <a:buFont typeface="Arial" panose="020B0604020202020204" pitchFamily="34" charset="0"/>
              <a:buChar char="•"/>
            </a:pPr>
            <a:r>
              <a:rPr lang="fr-FR" sz="1100" dirty="0">
                <a:latin typeface="Century Gothic"/>
                <a:cs typeface="Century Gothic"/>
              </a:rPr>
              <a:t>Doublons</a:t>
            </a:r>
            <a:r>
              <a:rPr lang="fr-FR" sz="1100" spc="30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détectés</a:t>
            </a:r>
            <a:r>
              <a:rPr lang="fr-FR" sz="1100" spc="70" dirty="0">
                <a:latin typeface="Century Gothic"/>
                <a:cs typeface="Century Gothic"/>
              </a:rPr>
              <a:t> </a:t>
            </a:r>
            <a:r>
              <a:rPr lang="fr-FR" sz="1100" spc="-60" dirty="0">
                <a:latin typeface="Century Gothic"/>
                <a:cs typeface="Century Gothic"/>
              </a:rPr>
              <a:t>:</a:t>
            </a:r>
            <a:r>
              <a:rPr lang="fr-FR" sz="1100" spc="60" dirty="0">
                <a:latin typeface="Century Gothic"/>
                <a:cs typeface="Century Gothic"/>
              </a:rPr>
              <a:t> </a:t>
            </a:r>
            <a:r>
              <a:rPr lang="fr-FR" sz="1100" spc="-25" dirty="0">
                <a:latin typeface="Century Gothic"/>
                <a:cs typeface="Century Gothic"/>
              </a:rPr>
              <a:t>798</a:t>
            </a:r>
            <a:r>
              <a:rPr lang="fr-FR" sz="1100" spc="500" dirty="0">
                <a:latin typeface="Century Gothic"/>
                <a:cs typeface="Century Gothic"/>
              </a:rPr>
              <a:t>  </a:t>
            </a:r>
          </a:p>
          <a:p>
            <a:pPr marL="377825" marR="408940" indent="-171450">
              <a:lnSpc>
                <a:spcPct val="105100"/>
              </a:lnSpc>
              <a:spcBef>
                <a:spcPts val="5"/>
              </a:spcBef>
              <a:buFont typeface="Arial" panose="020B0604020202020204" pitchFamily="34" charset="0"/>
              <a:buChar char="•"/>
            </a:pPr>
            <a:r>
              <a:rPr lang="fr-FR" sz="1100" dirty="0">
                <a:latin typeface="Century Gothic"/>
                <a:cs typeface="Century Gothic"/>
              </a:rPr>
              <a:t>Clés</a:t>
            </a:r>
            <a:r>
              <a:rPr lang="fr-FR" sz="1100" spc="65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uniques</a:t>
            </a:r>
            <a:r>
              <a:rPr lang="fr-FR" sz="1100" spc="70" dirty="0">
                <a:latin typeface="Century Gothic"/>
                <a:cs typeface="Century Gothic"/>
              </a:rPr>
              <a:t> </a:t>
            </a:r>
            <a:r>
              <a:rPr lang="fr-FR" sz="1100" spc="-60" dirty="0">
                <a:latin typeface="Century Gothic"/>
                <a:cs typeface="Century Gothic"/>
              </a:rPr>
              <a:t>:</a:t>
            </a:r>
            <a:r>
              <a:rPr lang="fr-FR" sz="1100" spc="75" dirty="0">
                <a:latin typeface="Century Gothic"/>
                <a:cs typeface="Century Gothic"/>
              </a:rPr>
              <a:t> </a:t>
            </a:r>
            <a:r>
              <a:rPr lang="fr-FR" sz="1100" spc="-25" dirty="0">
                <a:latin typeface="Century Gothic"/>
                <a:cs typeface="Century Gothic"/>
              </a:rPr>
              <a:t>714</a:t>
            </a:r>
            <a:endParaRPr lang="fr-FR" sz="1100" dirty="0"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248491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-4762" y="-4762"/>
            <a:ext cx="9153525" cy="1201420"/>
            <a:chOff x="-4762" y="-4762"/>
            <a:chExt cx="9153525" cy="12014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124711"/>
              <a:ext cx="9144000" cy="7143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0"/>
              <a:ext cx="9144000" cy="1125220"/>
            </a:xfrm>
            <a:custGeom>
              <a:avLst/>
              <a:gdLst/>
              <a:ahLst/>
              <a:cxnLst/>
              <a:rect l="l" t="t" r="r" b="b"/>
              <a:pathLst>
                <a:path w="9144000" h="1125220">
                  <a:moveTo>
                    <a:pt x="9144000" y="0"/>
                  </a:moveTo>
                  <a:lnTo>
                    <a:pt x="0" y="0"/>
                  </a:lnTo>
                  <a:lnTo>
                    <a:pt x="0" y="1124712"/>
                  </a:lnTo>
                  <a:lnTo>
                    <a:pt x="9144000" y="112471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AC08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9144000" cy="1125220"/>
            </a:xfrm>
            <a:custGeom>
              <a:avLst/>
              <a:gdLst/>
              <a:ahLst/>
              <a:cxnLst/>
              <a:rect l="l" t="t" r="r" b="b"/>
              <a:pathLst>
                <a:path w="9144000" h="1125220">
                  <a:moveTo>
                    <a:pt x="0" y="1124712"/>
                  </a:moveTo>
                  <a:lnTo>
                    <a:pt x="9144000" y="1124712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124712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40972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fr-FR" spc="45" dirty="0"/>
              <a:t>Fichier liaison.xlsx</a:t>
            </a:r>
            <a:endParaRPr spc="-10" dirty="0"/>
          </a:p>
        </p:txBody>
      </p:sp>
      <p:sp>
        <p:nvSpPr>
          <p:cNvPr id="8" name="object 8"/>
          <p:cNvSpPr/>
          <p:nvPr/>
        </p:nvSpPr>
        <p:spPr>
          <a:xfrm>
            <a:off x="414527" y="877824"/>
            <a:ext cx="452755" cy="50800"/>
          </a:xfrm>
          <a:custGeom>
            <a:avLst/>
            <a:gdLst/>
            <a:ahLst/>
            <a:cxnLst/>
            <a:rect l="l" t="t" r="r" b="b"/>
            <a:pathLst>
              <a:path w="452755" h="50800">
                <a:moveTo>
                  <a:pt x="452628" y="0"/>
                </a:moveTo>
                <a:lnTo>
                  <a:pt x="0" y="0"/>
                </a:lnTo>
                <a:lnTo>
                  <a:pt x="0" y="50291"/>
                </a:lnTo>
                <a:lnTo>
                  <a:pt x="452628" y="50291"/>
                </a:lnTo>
                <a:lnTo>
                  <a:pt x="452628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CBE083F7-EEE3-F1E2-8532-4198A6B4338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t>6</a:t>
            </a:fld>
            <a:endParaRPr lang="fr-FR"/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BDBA4C34-5ECE-5778-6A2F-8060F9CD53F9}"/>
              </a:ext>
            </a:extLst>
          </p:cNvPr>
          <p:cNvSpPr/>
          <p:nvPr/>
        </p:nvSpPr>
        <p:spPr>
          <a:xfrm>
            <a:off x="3602869" y="3226494"/>
            <a:ext cx="2894226" cy="1144272"/>
          </a:xfrm>
          <a:prstGeom prst="roundRect">
            <a:avLst/>
          </a:prstGeom>
          <a:solidFill>
            <a:srgbClr val="AC0804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05740">
              <a:lnSpc>
                <a:spcPct val="100000"/>
              </a:lnSpc>
              <a:spcBef>
                <a:spcPts val="5"/>
              </a:spcBef>
            </a:pPr>
            <a:r>
              <a:rPr lang="fr-FR" sz="1400" b="1" u="sng" spc="10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Traitements</a:t>
            </a:r>
            <a:r>
              <a:rPr lang="fr-FR" sz="1400" b="1" u="sng" spc="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fr-FR" sz="1400" b="1" u="sng" spc="8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réalisés </a:t>
            </a:r>
            <a:r>
              <a:rPr lang="fr-FR" sz="1400" spc="-50" dirty="0">
                <a:latin typeface="Century Gothic"/>
                <a:cs typeface="Century Gothic"/>
              </a:rPr>
              <a:t>:</a:t>
            </a:r>
          </a:p>
          <a:p>
            <a:pPr marL="205740">
              <a:lnSpc>
                <a:spcPct val="100000"/>
              </a:lnSpc>
              <a:spcBef>
                <a:spcPts val="5"/>
              </a:spcBef>
            </a:pPr>
            <a:endParaRPr lang="fr-FR" sz="1400" dirty="0">
              <a:latin typeface="Century Gothic"/>
              <a:cs typeface="Century Gothic"/>
            </a:endParaRPr>
          </a:p>
          <a:p>
            <a:pPr marL="205740">
              <a:lnSpc>
                <a:spcPct val="100000"/>
              </a:lnSpc>
              <a:spcBef>
                <a:spcPts val="160"/>
              </a:spcBef>
            </a:pPr>
            <a:r>
              <a:rPr lang="fr-FR" sz="1100" dirty="0">
                <a:latin typeface="Century Gothic"/>
                <a:cs typeface="Century Gothic"/>
              </a:rPr>
              <a:t>Pas</a:t>
            </a:r>
            <a:r>
              <a:rPr lang="fr-FR" sz="1100" spc="-5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de</a:t>
            </a:r>
            <a:r>
              <a:rPr lang="fr-FR" sz="1100" spc="30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nettoyage</a:t>
            </a:r>
            <a:r>
              <a:rPr lang="fr-FR" sz="1100" spc="15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réalisé </a:t>
            </a:r>
            <a:r>
              <a:rPr lang="fr-FR" sz="1100" spc="-85" dirty="0">
                <a:latin typeface="Century Gothic"/>
                <a:cs typeface="Century Gothic"/>
              </a:rPr>
              <a:t>à</a:t>
            </a:r>
            <a:r>
              <a:rPr lang="fr-FR" sz="1100" spc="25" dirty="0">
                <a:latin typeface="Century Gothic"/>
                <a:cs typeface="Century Gothic"/>
              </a:rPr>
              <a:t> </a:t>
            </a:r>
            <a:r>
              <a:rPr lang="fr-FR" sz="1100" spc="-55" dirty="0">
                <a:latin typeface="Century Gothic"/>
                <a:cs typeface="Century Gothic"/>
              </a:rPr>
              <a:t>ce</a:t>
            </a:r>
            <a:r>
              <a:rPr lang="fr-FR" sz="1100" spc="15" dirty="0">
                <a:latin typeface="Century Gothic"/>
                <a:cs typeface="Century Gothic"/>
              </a:rPr>
              <a:t> </a:t>
            </a:r>
            <a:r>
              <a:rPr lang="fr-FR" sz="1100" spc="-20" dirty="0">
                <a:latin typeface="Century Gothic"/>
                <a:cs typeface="Century Gothic"/>
              </a:rPr>
              <a:t>stade</a:t>
            </a:r>
            <a:endParaRPr lang="fr-FR" sz="1100" dirty="0">
              <a:latin typeface="Century Gothic"/>
              <a:cs typeface="Century Gothic"/>
            </a:endParaRPr>
          </a:p>
          <a:p>
            <a:pPr marL="206375">
              <a:lnSpc>
                <a:spcPct val="100000"/>
              </a:lnSpc>
              <a:spcBef>
                <a:spcPts val="45"/>
              </a:spcBef>
            </a:pPr>
            <a:endParaRPr lang="fr-FR" sz="1100" dirty="0">
              <a:latin typeface="Century Gothic"/>
              <a:cs typeface="Century Gothic"/>
            </a:endParaRP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C4FE211D-4488-BCF0-2DCB-1D023842A27C}"/>
              </a:ext>
            </a:extLst>
          </p:cNvPr>
          <p:cNvSpPr/>
          <p:nvPr/>
        </p:nvSpPr>
        <p:spPr>
          <a:xfrm>
            <a:off x="5891404" y="1299778"/>
            <a:ext cx="3016707" cy="1449534"/>
          </a:xfrm>
          <a:prstGeom prst="roundRect">
            <a:avLst/>
          </a:prstGeom>
          <a:solidFill>
            <a:srgbClr val="AC0804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05740">
              <a:lnSpc>
                <a:spcPct val="100000"/>
              </a:lnSpc>
            </a:pPr>
            <a:r>
              <a:rPr lang="fr-FR" sz="1400" b="1" u="sng" spc="1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Remarques</a:t>
            </a:r>
            <a:r>
              <a:rPr lang="fr-FR" sz="1400" b="1" u="sng" spc="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fr-FR" sz="1400" b="1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:</a:t>
            </a:r>
          </a:p>
          <a:p>
            <a:pPr marL="205740">
              <a:lnSpc>
                <a:spcPct val="100000"/>
              </a:lnSpc>
            </a:pPr>
            <a:endParaRPr lang="fr-FR" sz="1400" dirty="0">
              <a:latin typeface="Calibri"/>
              <a:cs typeface="Calibri"/>
            </a:endParaRPr>
          </a:p>
          <a:p>
            <a:pPr marL="377190" marR="378460" indent="-171450">
              <a:lnSpc>
                <a:spcPct val="114999"/>
              </a:lnSpc>
              <a:spcBef>
                <a:spcPts val="15"/>
              </a:spcBef>
              <a:buFont typeface="Arial" panose="020B0604020202020204" pitchFamily="34" charset="0"/>
              <a:buChar char="•"/>
            </a:pPr>
            <a:r>
              <a:rPr lang="fr-FR" sz="1100" spc="-65" dirty="0">
                <a:latin typeface="Century Gothic"/>
                <a:cs typeface="Century Gothic"/>
              </a:rPr>
              <a:t>91</a:t>
            </a:r>
            <a:r>
              <a:rPr lang="fr-FR" sz="1100" spc="35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observations</a:t>
            </a:r>
            <a:r>
              <a:rPr lang="fr-FR" sz="1100" spc="20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n’ont</a:t>
            </a:r>
            <a:r>
              <a:rPr lang="fr-FR" sz="1100" spc="35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pas</a:t>
            </a:r>
            <a:r>
              <a:rPr lang="fr-FR" sz="1100" spc="40" dirty="0">
                <a:latin typeface="Century Gothic"/>
                <a:cs typeface="Century Gothic"/>
              </a:rPr>
              <a:t> </a:t>
            </a:r>
            <a:r>
              <a:rPr lang="fr-FR" sz="1100" spc="-25" dirty="0">
                <a:latin typeface="Century Gothic"/>
                <a:cs typeface="Century Gothic"/>
              </a:rPr>
              <a:t>de</a:t>
            </a:r>
            <a:r>
              <a:rPr lang="fr-FR" sz="1100" dirty="0">
                <a:latin typeface="Century Gothic"/>
                <a:cs typeface="Century Gothic"/>
              </a:rPr>
              <a:t> correspondances</a:t>
            </a:r>
            <a:r>
              <a:rPr lang="fr-FR" sz="1100" spc="10" dirty="0">
                <a:latin typeface="Century Gothic"/>
                <a:cs typeface="Century Gothic"/>
              </a:rPr>
              <a:t> </a:t>
            </a:r>
            <a:r>
              <a:rPr lang="fr-FR" sz="1100" spc="-20" dirty="0">
                <a:latin typeface="Century Gothic"/>
                <a:cs typeface="Century Gothic"/>
              </a:rPr>
              <a:t>entre </a:t>
            </a:r>
            <a:r>
              <a:rPr lang="fr-FR" sz="1100" spc="-10" dirty="0">
                <a:latin typeface="Century Gothic"/>
                <a:cs typeface="Century Gothic"/>
              </a:rPr>
              <a:t>‘</a:t>
            </a:r>
            <a:r>
              <a:rPr lang="fr-FR" sz="1100" spc="-10" dirty="0" err="1">
                <a:latin typeface="Century Gothic"/>
                <a:cs typeface="Century Gothic"/>
              </a:rPr>
              <a:t>product_id</a:t>
            </a:r>
            <a:r>
              <a:rPr lang="fr-FR" sz="1100" spc="-10" dirty="0">
                <a:latin typeface="Century Gothic"/>
                <a:cs typeface="Century Gothic"/>
              </a:rPr>
              <a:t>’</a:t>
            </a:r>
            <a:r>
              <a:rPr lang="fr-FR" sz="1100" spc="-30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et</a:t>
            </a:r>
            <a:r>
              <a:rPr lang="fr-FR" sz="1100" spc="5" dirty="0">
                <a:latin typeface="Century Gothic"/>
                <a:cs typeface="Century Gothic"/>
              </a:rPr>
              <a:t> </a:t>
            </a:r>
            <a:r>
              <a:rPr lang="fr-FR" sz="1100" spc="-10" dirty="0">
                <a:latin typeface="Century Gothic"/>
                <a:cs typeface="Century Gothic"/>
              </a:rPr>
              <a:t>‘</a:t>
            </a:r>
            <a:r>
              <a:rPr lang="fr-FR" sz="1100" spc="-10" dirty="0" err="1">
                <a:latin typeface="Century Gothic"/>
                <a:cs typeface="Century Gothic"/>
              </a:rPr>
              <a:t>id_web</a:t>
            </a:r>
            <a:r>
              <a:rPr lang="fr-FR" sz="1100" spc="-10" dirty="0">
                <a:latin typeface="Century Gothic"/>
                <a:cs typeface="Century Gothic"/>
              </a:rPr>
              <a:t>’</a:t>
            </a:r>
            <a:endParaRPr lang="fr-FR" sz="1100" dirty="0">
              <a:latin typeface="Century Gothic"/>
              <a:cs typeface="Century Gothic"/>
            </a:endParaRPr>
          </a:p>
        </p:txBody>
      </p: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9D31391E-02FB-36BA-F571-65C7A7CFC9AE}"/>
              </a:ext>
            </a:extLst>
          </p:cNvPr>
          <p:cNvCxnSpPr>
            <a:cxnSpLocks/>
          </p:cNvCxnSpPr>
          <p:nvPr/>
        </p:nvCxnSpPr>
        <p:spPr>
          <a:xfrm>
            <a:off x="3089564" y="3030915"/>
            <a:ext cx="429491" cy="3911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14D4F5BA-08FD-FBF7-CC8B-B9DDF4AABE6A}"/>
              </a:ext>
            </a:extLst>
          </p:cNvPr>
          <p:cNvCxnSpPr>
            <a:cxnSpLocks/>
          </p:cNvCxnSpPr>
          <p:nvPr/>
        </p:nvCxnSpPr>
        <p:spPr>
          <a:xfrm flipV="1">
            <a:off x="6553200" y="2749312"/>
            <a:ext cx="353291" cy="7489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0A606B8A-C17B-F1A5-3BCF-BD2205B4C179}"/>
              </a:ext>
            </a:extLst>
          </p:cNvPr>
          <p:cNvSpPr/>
          <p:nvPr/>
        </p:nvSpPr>
        <p:spPr>
          <a:xfrm>
            <a:off x="139919" y="1346655"/>
            <a:ext cx="3379136" cy="1677580"/>
          </a:xfrm>
          <a:prstGeom prst="roundRect">
            <a:avLst/>
          </a:prstGeom>
          <a:solidFill>
            <a:srgbClr val="AC0804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05740">
              <a:lnSpc>
                <a:spcPct val="100000"/>
              </a:lnSpc>
            </a:pPr>
            <a:r>
              <a:rPr lang="fr-FR" sz="1400" b="1" u="sng" spc="10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Caractéristiques</a:t>
            </a:r>
            <a:r>
              <a:rPr lang="fr-FR" sz="1400" b="1" u="sng" spc="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fr-FR" sz="1400" b="1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:</a:t>
            </a:r>
            <a:endParaRPr lang="fr-FR" sz="1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lang="fr-FR" sz="1600" dirty="0">
              <a:latin typeface="Calibri"/>
              <a:cs typeface="Calibri"/>
            </a:endParaRPr>
          </a:p>
          <a:p>
            <a:pPr marL="377190" marR="415925" indent="-171450">
              <a:lnSpc>
                <a:spcPct val="115100"/>
              </a:lnSpc>
              <a:buFont typeface="Arial" panose="020B0604020202020204" pitchFamily="34" charset="0"/>
              <a:buChar char="•"/>
            </a:pPr>
            <a:r>
              <a:rPr lang="fr-FR" sz="1100" dirty="0">
                <a:latin typeface="Century Gothic"/>
                <a:cs typeface="Century Gothic"/>
              </a:rPr>
              <a:t>Nbr</a:t>
            </a:r>
            <a:r>
              <a:rPr lang="fr-FR" sz="1100" spc="90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observations</a:t>
            </a:r>
            <a:r>
              <a:rPr lang="fr-FR" sz="1100" spc="40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:</a:t>
            </a:r>
            <a:r>
              <a:rPr lang="fr-FR" sz="1100" spc="100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825</a:t>
            </a:r>
            <a:r>
              <a:rPr lang="fr-FR" sz="1100" spc="55" dirty="0">
                <a:latin typeface="Century Gothic"/>
                <a:cs typeface="Century Gothic"/>
              </a:rPr>
              <a:t> </a:t>
            </a:r>
            <a:r>
              <a:rPr lang="fr-FR" sz="1100" spc="-10" dirty="0">
                <a:latin typeface="Century Gothic"/>
                <a:cs typeface="Century Gothic"/>
              </a:rPr>
              <a:t>lignes </a:t>
            </a:r>
          </a:p>
          <a:p>
            <a:pPr marL="377190" marR="415925" indent="-171450">
              <a:lnSpc>
                <a:spcPct val="115100"/>
              </a:lnSpc>
              <a:buFont typeface="Arial" panose="020B0604020202020204" pitchFamily="34" charset="0"/>
              <a:buChar char="•"/>
            </a:pPr>
            <a:r>
              <a:rPr lang="fr-FR" sz="1100" dirty="0">
                <a:latin typeface="Century Gothic"/>
                <a:cs typeface="Century Gothic"/>
              </a:rPr>
              <a:t>Nbr</a:t>
            </a:r>
            <a:r>
              <a:rPr lang="fr-FR" sz="1100" spc="25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variables</a:t>
            </a:r>
            <a:r>
              <a:rPr lang="fr-FR" sz="1100" spc="5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:</a:t>
            </a:r>
            <a:r>
              <a:rPr lang="fr-FR" sz="1100" spc="40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2</a:t>
            </a:r>
            <a:r>
              <a:rPr lang="fr-FR" sz="1100" spc="15" dirty="0">
                <a:latin typeface="Century Gothic"/>
                <a:cs typeface="Century Gothic"/>
              </a:rPr>
              <a:t> </a:t>
            </a:r>
            <a:r>
              <a:rPr lang="fr-FR" sz="1100" spc="-10" dirty="0">
                <a:latin typeface="Century Gothic"/>
                <a:cs typeface="Century Gothic"/>
              </a:rPr>
              <a:t>colonnes </a:t>
            </a:r>
          </a:p>
          <a:p>
            <a:pPr marL="377190" marR="415925" indent="-171450">
              <a:lnSpc>
                <a:spcPct val="115100"/>
              </a:lnSpc>
              <a:buFont typeface="Arial" panose="020B0604020202020204" pitchFamily="34" charset="0"/>
              <a:buChar char="•"/>
            </a:pPr>
            <a:r>
              <a:rPr lang="fr-FR" sz="1100" dirty="0">
                <a:latin typeface="Century Gothic"/>
                <a:cs typeface="Century Gothic"/>
              </a:rPr>
              <a:t>Clés</a:t>
            </a:r>
            <a:r>
              <a:rPr lang="fr-FR" sz="1100" spc="45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non</a:t>
            </a:r>
            <a:r>
              <a:rPr lang="fr-FR" sz="1100" spc="40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renseignées</a:t>
            </a:r>
            <a:r>
              <a:rPr lang="fr-FR" sz="1100" spc="345" dirty="0">
                <a:latin typeface="Century Gothic"/>
                <a:cs typeface="Century Gothic"/>
              </a:rPr>
              <a:t> </a:t>
            </a:r>
            <a:r>
              <a:rPr lang="fr-FR" sz="1100" spc="-60" dirty="0">
                <a:latin typeface="Century Gothic"/>
                <a:cs typeface="Century Gothic"/>
              </a:rPr>
              <a:t>:</a:t>
            </a:r>
            <a:r>
              <a:rPr lang="fr-FR" sz="1100" spc="55" dirty="0">
                <a:latin typeface="Century Gothic"/>
                <a:cs typeface="Century Gothic"/>
              </a:rPr>
              <a:t> </a:t>
            </a:r>
            <a:r>
              <a:rPr lang="fr-FR" sz="1100" spc="-25" dirty="0">
                <a:latin typeface="Century Gothic"/>
                <a:cs typeface="Century Gothic"/>
              </a:rPr>
              <a:t>91</a:t>
            </a:r>
          </a:p>
          <a:p>
            <a:pPr marL="377190" marR="415925" indent="-171450">
              <a:lnSpc>
                <a:spcPct val="115100"/>
              </a:lnSpc>
              <a:buFont typeface="Arial" panose="020B0604020202020204" pitchFamily="34" charset="0"/>
              <a:buChar char="•"/>
            </a:pPr>
            <a:r>
              <a:rPr lang="fr-FR" sz="1100" dirty="0">
                <a:latin typeface="Century Gothic"/>
                <a:cs typeface="Century Gothic"/>
              </a:rPr>
              <a:t> Doublons</a:t>
            </a:r>
            <a:r>
              <a:rPr lang="fr-FR" sz="1100" spc="30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détectés</a:t>
            </a:r>
            <a:r>
              <a:rPr lang="fr-FR" sz="1100" spc="70" dirty="0">
                <a:latin typeface="Century Gothic"/>
                <a:cs typeface="Century Gothic"/>
              </a:rPr>
              <a:t> </a:t>
            </a:r>
            <a:r>
              <a:rPr lang="fr-FR" sz="1100" spc="-60" dirty="0">
                <a:latin typeface="Century Gothic"/>
                <a:cs typeface="Century Gothic"/>
              </a:rPr>
              <a:t>:</a:t>
            </a:r>
            <a:r>
              <a:rPr lang="fr-FR" sz="1100" spc="60" dirty="0">
                <a:latin typeface="Century Gothic"/>
                <a:cs typeface="Century Gothic"/>
              </a:rPr>
              <a:t> </a:t>
            </a:r>
            <a:r>
              <a:rPr lang="fr-FR" sz="1100" spc="40" dirty="0">
                <a:latin typeface="Century Gothic"/>
                <a:cs typeface="Century Gothic"/>
              </a:rPr>
              <a:t>90</a:t>
            </a:r>
            <a:endParaRPr lang="fr-FR" sz="1100" dirty="0">
              <a:latin typeface="Century Gothic"/>
              <a:cs typeface="Century Gothic"/>
            </a:endParaRPr>
          </a:p>
          <a:p>
            <a:pPr marL="377190" indent="-171450">
              <a:lnSpc>
                <a:spcPct val="100000"/>
              </a:lnSpc>
              <a:spcBef>
                <a:spcPts val="145"/>
              </a:spcBef>
              <a:buFont typeface="Arial" panose="020B0604020202020204" pitchFamily="34" charset="0"/>
              <a:buChar char="•"/>
            </a:pPr>
            <a:r>
              <a:rPr lang="fr-FR" sz="1100" dirty="0">
                <a:latin typeface="Century Gothic"/>
                <a:cs typeface="Century Gothic"/>
              </a:rPr>
              <a:t>Clés</a:t>
            </a:r>
            <a:r>
              <a:rPr lang="fr-FR" sz="1100" spc="65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uniques</a:t>
            </a:r>
            <a:r>
              <a:rPr lang="fr-FR" sz="1100" spc="70" dirty="0">
                <a:latin typeface="Century Gothic"/>
                <a:cs typeface="Century Gothic"/>
              </a:rPr>
              <a:t> </a:t>
            </a:r>
            <a:r>
              <a:rPr lang="fr-FR" sz="1100" spc="-60" dirty="0">
                <a:latin typeface="Century Gothic"/>
                <a:cs typeface="Century Gothic"/>
              </a:rPr>
              <a:t>:</a:t>
            </a:r>
            <a:r>
              <a:rPr lang="fr-FR" sz="1100" spc="75" dirty="0">
                <a:latin typeface="Century Gothic"/>
                <a:cs typeface="Century Gothic"/>
              </a:rPr>
              <a:t> </a:t>
            </a:r>
            <a:r>
              <a:rPr lang="fr-FR" sz="1100" spc="-25" dirty="0">
                <a:latin typeface="Century Gothic"/>
                <a:cs typeface="Century Gothic"/>
              </a:rPr>
              <a:t>735</a:t>
            </a:r>
            <a:endParaRPr lang="fr-FR" sz="1100" dirty="0"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1751330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;p3">
            <a:extLst>
              <a:ext uri="{FF2B5EF4-FFF2-40B4-BE49-F238E27FC236}">
                <a16:creationId xmlns:a16="http://schemas.microsoft.com/office/drawing/2014/main" id="{92E8A485-2678-4301-39AE-A2AA6E52BE71}"/>
              </a:ext>
            </a:extLst>
          </p:cNvPr>
          <p:cNvSpPr/>
          <p:nvPr/>
        </p:nvSpPr>
        <p:spPr>
          <a:xfrm>
            <a:off x="107516" y="996621"/>
            <a:ext cx="5603882" cy="3225075"/>
          </a:xfrm>
          <a:prstGeom prst="rect">
            <a:avLst/>
          </a:prstGeom>
          <a:solidFill>
            <a:srgbClr val="AC0804">
              <a:alpha val="80000"/>
            </a:srgbClr>
          </a:solidFill>
          <a:ln cap="flat">
            <a:noFill/>
            <a:prstDash val="solid"/>
          </a:ln>
        </p:spPr>
        <p:txBody>
          <a:bodyPr vert="horz" wrap="square" lIns="91421" tIns="91421" rIns="91421" bIns="91421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PE" sz="14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Google Shape;228;p35">
            <a:extLst>
              <a:ext uri="{FF2B5EF4-FFF2-40B4-BE49-F238E27FC236}">
                <a16:creationId xmlns:a16="http://schemas.microsoft.com/office/drawing/2014/main" id="{B63F6846-B8E4-0003-2402-ACDD6B0F4F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5527" y="2280954"/>
            <a:ext cx="5714539" cy="1385848"/>
          </a:xfrm>
        </p:spPr>
        <p:txBody>
          <a:bodyPr>
            <a:noAutofit/>
          </a:bodyPr>
          <a:lstStyle/>
          <a:p>
            <a:pPr lvl="0"/>
            <a:r>
              <a:rPr lang="fr-FR" sz="3600" dirty="0">
                <a:solidFill>
                  <a:schemeClr val="bg1"/>
                </a:solidFill>
              </a:rPr>
              <a:t>Fusions ou consolidations des données</a:t>
            </a:r>
          </a:p>
        </p:txBody>
      </p:sp>
      <p:sp>
        <p:nvSpPr>
          <p:cNvPr id="5" name="Google Shape;230;p35">
            <a:extLst>
              <a:ext uri="{FF2B5EF4-FFF2-40B4-BE49-F238E27FC236}">
                <a16:creationId xmlns:a16="http://schemas.microsoft.com/office/drawing/2014/main" id="{069C5FFB-F455-1898-49BA-B352C22B65F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30042" y="765593"/>
            <a:ext cx="1831497" cy="1439704"/>
          </a:xfrm>
        </p:spPr>
        <p:txBody>
          <a:bodyPr anchor="ctr">
            <a:normAutofit fontScale="90000"/>
          </a:bodyPr>
          <a:lstStyle/>
          <a:p>
            <a:pPr lvl="0" algn="r"/>
            <a:r>
              <a:rPr lang="en-US" sz="7300" dirty="0">
                <a:solidFill>
                  <a:schemeClr val="bg1"/>
                </a:solidFill>
              </a:rPr>
              <a:t>02</a:t>
            </a:r>
            <a:r>
              <a:rPr lang="en-US" sz="114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AB40E8A0-BCE2-DF84-1BAE-7DD9EA6579DF}"/>
              </a:ext>
            </a:extLst>
          </p:cNvPr>
          <p:cNvSpPr/>
          <p:nvPr/>
        </p:nvSpPr>
        <p:spPr>
          <a:xfrm flipH="1">
            <a:off x="7738878" y="88587"/>
            <a:ext cx="1401519" cy="908035"/>
          </a:xfrm>
          <a:custGeom>
            <a:avLst/>
            <a:gdLst>
              <a:gd name="f0" fmla="val 10800000"/>
              <a:gd name="f1" fmla="val 5400000"/>
              <a:gd name="f2" fmla="val 360"/>
              <a:gd name="f3" fmla="val 180"/>
              <a:gd name="f4" fmla="val w"/>
              <a:gd name="f5" fmla="val h"/>
              <a:gd name="f6" fmla="val 0"/>
              <a:gd name="f7" fmla="val 1590"/>
              <a:gd name="f8" fmla="val 1029"/>
              <a:gd name="f9" fmla="val 250"/>
              <a:gd name="f10" fmla="val 6"/>
              <a:gd name="f11" fmla="val 243"/>
              <a:gd name="f12" fmla="val 12"/>
              <a:gd name="f13" fmla="val 245"/>
              <a:gd name="f14" fmla="val 19"/>
              <a:gd name="f15" fmla="val 248"/>
              <a:gd name="f16" fmla="val 93"/>
              <a:gd name="f17" fmla="val 273"/>
              <a:gd name="f18" fmla="val 168"/>
              <a:gd name="f19" fmla="val 298"/>
              <a:gd name="f20" fmla="val 239"/>
              <a:gd name="f21" fmla="val 331"/>
              <a:gd name="f22" fmla="val 336"/>
              <a:gd name="f23" fmla="val 261"/>
              <a:gd name="f24" fmla="val 338"/>
              <a:gd name="f25" fmla="val 272"/>
              <a:gd name="f26" fmla="val 341"/>
              <a:gd name="f27" fmla="val 280"/>
              <a:gd name="f28" fmla="val 344"/>
              <a:gd name="f29" fmla="val 288"/>
              <a:gd name="f30" fmla="val 343"/>
              <a:gd name="f31" fmla="val 296"/>
              <a:gd name="f32" fmla="val 339"/>
              <a:gd name="f33" fmla="val 301"/>
              <a:gd name="f34" fmla="val 337"/>
              <a:gd name="f35" fmla="val 305"/>
              <a:gd name="f36" fmla="val 307"/>
              <a:gd name="f37" fmla="val 308"/>
              <a:gd name="f38" fmla="val 347"/>
              <a:gd name="f39" fmla="val 312"/>
              <a:gd name="f40" fmla="val 351"/>
              <a:gd name="f41" fmla="val 315"/>
              <a:gd name="f42" fmla="val 352"/>
              <a:gd name="f43" fmla="val 333"/>
              <a:gd name="f44" fmla="val 355"/>
              <a:gd name="f45" fmla="val 359"/>
              <a:gd name="f46" fmla="val 369"/>
              <a:gd name="f47" fmla="val 412"/>
              <a:gd name="f48" fmla="val 361"/>
              <a:gd name="f49" fmla="val 456"/>
              <a:gd name="f50" fmla="val 499"/>
              <a:gd name="f51" fmla="val 363"/>
              <a:gd name="f52" fmla="val 534"/>
              <a:gd name="f53" fmla="val 365"/>
              <a:gd name="f54" fmla="val 570"/>
              <a:gd name="f55" fmla="val 605"/>
              <a:gd name="f56" fmla="val 371"/>
              <a:gd name="f57" fmla="val 619"/>
              <a:gd name="f58" fmla="val 372"/>
              <a:gd name="f59" fmla="val 633"/>
              <a:gd name="f60" fmla="val 647"/>
              <a:gd name="f61" fmla="val 659"/>
              <a:gd name="f62" fmla="val 368"/>
              <a:gd name="f63" fmla="val 668"/>
              <a:gd name="f64" fmla="val 672"/>
              <a:gd name="f65" fmla="val 349"/>
              <a:gd name="f66" fmla="val 677"/>
              <a:gd name="f67" fmla="val 335"/>
              <a:gd name="f68" fmla="val 682"/>
              <a:gd name="f69" fmla="val 320"/>
              <a:gd name="f70" fmla="val 685"/>
              <a:gd name="f71" fmla="val 306"/>
              <a:gd name="f72" fmla="val 688"/>
              <a:gd name="f73" fmla="val 690"/>
              <a:gd name="f74" fmla="val 270"/>
              <a:gd name="f75" fmla="val 693"/>
              <a:gd name="f76" fmla="val 252"/>
              <a:gd name="f77" fmla="val 679"/>
              <a:gd name="f78" fmla="val 663"/>
              <a:gd name="f79" fmla="val 650"/>
              <a:gd name="f80" fmla="val 640"/>
              <a:gd name="f81" fmla="val 627"/>
              <a:gd name="f82" fmla="val 615"/>
              <a:gd name="f83" fmla="val 614"/>
              <a:gd name="f84" fmla="val 602"/>
              <a:gd name="f85" fmla="val 265"/>
              <a:gd name="f86" fmla="val 589"/>
              <a:gd name="f87" fmla="val 260"/>
              <a:gd name="f88" fmla="val 577"/>
              <a:gd name="f89" fmla="val 255"/>
              <a:gd name="f90" fmla="val 573"/>
              <a:gd name="f91" fmla="val 253"/>
              <a:gd name="f92" fmla="val 569"/>
              <a:gd name="f93" fmla="val 251"/>
              <a:gd name="f94" fmla="val 563"/>
              <a:gd name="f95" fmla="val 566"/>
              <a:gd name="f96" fmla="val 246"/>
              <a:gd name="f97" fmla="val 568"/>
              <a:gd name="f98" fmla="val 244"/>
              <a:gd name="f99" fmla="val 565"/>
              <a:gd name="f100" fmla="val 240"/>
              <a:gd name="f101" fmla="val 560"/>
              <a:gd name="f102" fmla="val 235"/>
              <a:gd name="f103" fmla="val 555"/>
              <a:gd name="f104" fmla="val 231"/>
              <a:gd name="f105" fmla="val 554"/>
              <a:gd name="f106" fmla="val 552"/>
              <a:gd name="f107" fmla="val 551"/>
              <a:gd name="f108" fmla="val 230"/>
              <a:gd name="f109" fmla="val 540"/>
              <a:gd name="f110" fmla="val 227"/>
              <a:gd name="f111" fmla="val 530"/>
              <a:gd name="f112" fmla="val 223"/>
              <a:gd name="f113" fmla="val 517"/>
              <a:gd name="f114" fmla="val 219"/>
              <a:gd name="f115" fmla="val 524"/>
              <a:gd name="f116" fmla="val 216"/>
              <a:gd name="f117" fmla="val 528"/>
              <a:gd name="f118" fmla="val 213"/>
              <a:gd name="f119" fmla="val 535"/>
              <a:gd name="f120" fmla="val 210"/>
              <a:gd name="f121" fmla="val 523"/>
              <a:gd name="f122" fmla="val 205"/>
              <a:gd name="f123" fmla="val 512"/>
              <a:gd name="f124" fmla="val 201"/>
              <a:gd name="f125" fmla="val 500"/>
              <a:gd name="f126" fmla="val 195"/>
              <a:gd name="f127" fmla="val 504"/>
              <a:gd name="f128" fmla="val 193"/>
              <a:gd name="f129" fmla="val 509"/>
              <a:gd name="f130" fmla="val 190"/>
              <a:gd name="f131" fmla="val 515"/>
              <a:gd name="f132" fmla="val 187"/>
              <a:gd name="f133" fmla="val 511"/>
              <a:gd name="f134" fmla="val 184"/>
              <a:gd name="f135" fmla="val 182"/>
              <a:gd name="f136" fmla="val 506"/>
              <a:gd name="f137" fmla="val 501"/>
              <a:gd name="f138" fmla="val 176"/>
              <a:gd name="f139" fmla="val 172"/>
              <a:gd name="f140" fmla="val 507"/>
              <a:gd name="f141" fmla="val 170"/>
              <a:gd name="f142" fmla="val 167"/>
              <a:gd name="f143" fmla="val 531"/>
              <a:gd name="f144" fmla="val 166"/>
              <a:gd name="f145" fmla="val 539"/>
              <a:gd name="f146" fmla="val 544"/>
              <a:gd name="f147" fmla="val 545"/>
              <a:gd name="f148" fmla="val 547"/>
              <a:gd name="f149" fmla="val 165"/>
              <a:gd name="f150" fmla="val 549"/>
              <a:gd name="f151" fmla="val 164"/>
              <a:gd name="f152" fmla="val 163"/>
              <a:gd name="f153" fmla="val 162"/>
              <a:gd name="f154" fmla="val 557"/>
              <a:gd name="f155" fmla="val 574"/>
              <a:gd name="f156" fmla="val 169"/>
              <a:gd name="f157" fmla="val 580"/>
              <a:gd name="f158" fmla="val 171"/>
              <a:gd name="f159" fmla="val 588"/>
              <a:gd name="f160" fmla="val 174"/>
              <a:gd name="f161" fmla="val 591"/>
              <a:gd name="f162" fmla="val 595"/>
              <a:gd name="f163" fmla="val 161"/>
              <a:gd name="f164" fmla="val 156"/>
              <a:gd name="f165" fmla="val 583"/>
              <a:gd name="f166" fmla="val 152"/>
              <a:gd name="f167" fmla="val 578"/>
              <a:gd name="f168" fmla="val 148"/>
              <a:gd name="f169" fmla="val 572"/>
              <a:gd name="f170" fmla="val 146"/>
              <a:gd name="f171" fmla="val 567"/>
              <a:gd name="f172" fmla="val 143"/>
              <a:gd name="f173" fmla="val 135"/>
              <a:gd name="f174" fmla="val 127"/>
              <a:gd name="f175" fmla="val 120"/>
              <a:gd name="f176" fmla="val 571"/>
              <a:gd name="f177" fmla="val 111"/>
              <a:gd name="f178" fmla="val 576"/>
              <a:gd name="f179" fmla="val 105"/>
              <a:gd name="f180" fmla="val 100"/>
              <a:gd name="f181" fmla="val 97"/>
              <a:gd name="f182" fmla="val 590"/>
              <a:gd name="f183" fmla="val 88"/>
              <a:gd name="f184" fmla="val 81"/>
              <a:gd name="f185" fmla="val 75"/>
              <a:gd name="f186" fmla="val 599"/>
              <a:gd name="f187" fmla="val 77"/>
              <a:gd name="f188" fmla="val 598"/>
              <a:gd name="f189" fmla="val 71"/>
              <a:gd name="f190" fmla="val 64"/>
              <a:gd name="f191" fmla="val 58"/>
              <a:gd name="f192" fmla="val 600"/>
              <a:gd name="f193" fmla="val 57"/>
              <a:gd name="f194" fmla="val 601"/>
              <a:gd name="f195" fmla="val 610"/>
              <a:gd name="f196" fmla="val 66"/>
              <a:gd name="f197" fmla="val 618"/>
              <a:gd name="f198" fmla="val 626"/>
              <a:gd name="f199" fmla="val 56"/>
              <a:gd name="f200" fmla="val 629"/>
              <a:gd name="f201" fmla="val 54"/>
              <a:gd name="f202" fmla="val 53"/>
              <a:gd name="f203" fmla="val 637"/>
              <a:gd name="f204" fmla="val 51"/>
              <a:gd name="f205" fmla="val 49"/>
              <a:gd name="f206" fmla="val 644"/>
              <a:gd name="f207" fmla="val 47"/>
              <a:gd name="f208" fmla="val 44"/>
              <a:gd name="f209" fmla="val 646"/>
              <a:gd name="f210" fmla="val 32"/>
              <a:gd name="f211" fmla="val 658"/>
              <a:gd name="f212" fmla="val 31"/>
              <a:gd name="f213" fmla="val 666"/>
              <a:gd name="f214" fmla="val 26"/>
              <a:gd name="f215" fmla="val 24"/>
              <a:gd name="f216" fmla="val 673"/>
              <a:gd name="f217" fmla="val 27"/>
              <a:gd name="f218" fmla="val 29"/>
              <a:gd name="f219" fmla="val 686"/>
              <a:gd name="f220" fmla="val 33"/>
              <a:gd name="f221" fmla="val 689"/>
              <a:gd name="f222" fmla="val 695"/>
              <a:gd name="f223" fmla="val 30"/>
              <a:gd name="f224" fmla="val 701"/>
              <a:gd name="f225" fmla="val 34"/>
              <a:gd name="f226" fmla="val 706"/>
              <a:gd name="f227" fmla="val 39"/>
              <a:gd name="f228" fmla="val 715"/>
              <a:gd name="f229" fmla="val 48"/>
              <a:gd name="f230" fmla="val 720"/>
              <a:gd name="f231" fmla="val 728"/>
              <a:gd name="f232" fmla="val 37"/>
              <a:gd name="f233" fmla="val 731"/>
              <a:gd name="f234" fmla="val 734"/>
              <a:gd name="f235" fmla="val 738"/>
              <a:gd name="f236" fmla="val 23"/>
              <a:gd name="f237" fmla="val 739"/>
              <a:gd name="f238" fmla="val 21"/>
              <a:gd name="f239" fmla="val 744"/>
              <a:gd name="f240" fmla="val 20"/>
              <a:gd name="f241" fmla="val 745"/>
              <a:gd name="f242" fmla="val 750"/>
              <a:gd name="f243" fmla="val 753"/>
              <a:gd name="f244" fmla="val 757"/>
              <a:gd name="f245" fmla="val 761"/>
              <a:gd name="f246" fmla="val 18"/>
              <a:gd name="f247" fmla="val 764"/>
              <a:gd name="f248" fmla="val 15"/>
              <a:gd name="f249" fmla="val 768"/>
              <a:gd name="f250" fmla="val 773"/>
              <a:gd name="f251" fmla="val 9"/>
              <a:gd name="f252" fmla="val 777"/>
              <a:gd name="f253" fmla="val 782"/>
              <a:gd name="f254" fmla="val 11"/>
              <a:gd name="f255" fmla="val 784"/>
              <a:gd name="f256" fmla="val 788"/>
              <a:gd name="f257" fmla="val 792"/>
              <a:gd name="f258" fmla="val 10"/>
              <a:gd name="f259" fmla="val 797"/>
              <a:gd name="f260" fmla="val 802"/>
              <a:gd name="f261" fmla="val 8"/>
              <a:gd name="f262" fmla="val 807"/>
              <a:gd name="f263" fmla="val 7"/>
              <a:gd name="f264" fmla="val 809"/>
              <a:gd name="f265" fmla="val 811"/>
              <a:gd name="f266" fmla="val 813"/>
              <a:gd name="f267" fmla="val 5"/>
              <a:gd name="f268" fmla="val 819"/>
              <a:gd name="f269" fmla="val 2"/>
              <a:gd name="f270" fmla="val 824"/>
              <a:gd name="f271" fmla="val 829"/>
              <a:gd name="f272" fmla="val 4"/>
              <a:gd name="f273" fmla="val 832"/>
              <a:gd name="f274" fmla="val 835"/>
              <a:gd name="f275" fmla="val 3"/>
              <a:gd name="f276" fmla="val 839"/>
              <a:gd name="f277" fmla="val 841"/>
              <a:gd name="f278" fmla="val 1"/>
              <a:gd name="f279" fmla="val 844"/>
              <a:gd name="f280" fmla="val 846"/>
              <a:gd name="f281" fmla="val 849"/>
              <a:gd name="f282" fmla="val 852"/>
              <a:gd name="f283" fmla="val 855"/>
              <a:gd name="f284" fmla="val 867"/>
              <a:gd name="f285" fmla="val 877"/>
              <a:gd name="f286" fmla="val 882"/>
              <a:gd name="f287" fmla="val 17"/>
              <a:gd name="f288" fmla="val 883"/>
              <a:gd name="f289" fmla="val 888"/>
              <a:gd name="f290" fmla="val 894"/>
              <a:gd name="f291" fmla="val 902"/>
              <a:gd name="f292" fmla="val 900"/>
              <a:gd name="f293" fmla="val 35"/>
              <a:gd name="f294" fmla="val 898"/>
              <a:gd name="f295" fmla="val 40"/>
              <a:gd name="f296" fmla="val 899"/>
              <a:gd name="f297" fmla="val 42"/>
              <a:gd name="f298" fmla="val 904"/>
              <a:gd name="f299" fmla="val 917"/>
              <a:gd name="f300" fmla="val 918"/>
              <a:gd name="f301" fmla="val 909"/>
              <a:gd name="f302" fmla="val 61"/>
              <a:gd name="f303" fmla="val 908"/>
              <a:gd name="f304" fmla="val 62"/>
              <a:gd name="f305" fmla="val 907"/>
              <a:gd name="f306" fmla="val 912"/>
              <a:gd name="f307" fmla="val 68"/>
              <a:gd name="f308" fmla="val 913"/>
              <a:gd name="f309" fmla="val 72"/>
              <a:gd name="f310" fmla="val 78"/>
              <a:gd name="f311" fmla="val 79"/>
              <a:gd name="f312" fmla="val 906"/>
              <a:gd name="f313" fmla="val 83"/>
              <a:gd name="f314" fmla="val 84"/>
              <a:gd name="f315" fmla="val 911"/>
              <a:gd name="f316" fmla="val 915"/>
              <a:gd name="f317" fmla="val 920"/>
              <a:gd name="f318" fmla="val 96"/>
              <a:gd name="f319" fmla="val 926"/>
              <a:gd name="f320" fmla="val 923"/>
              <a:gd name="f321" fmla="val 103"/>
              <a:gd name="f322" fmla="val 919"/>
              <a:gd name="f323" fmla="val 107"/>
              <a:gd name="f324" fmla="val 108"/>
              <a:gd name="f325" fmla="val 110"/>
              <a:gd name="f326" fmla="val 113"/>
              <a:gd name="f327" fmla="val 117"/>
              <a:gd name="f328" fmla="val 119"/>
              <a:gd name="f329" fmla="val 121"/>
              <a:gd name="f330" fmla="val 122"/>
              <a:gd name="f331" fmla="val 124"/>
              <a:gd name="f332" fmla="val 887"/>
              <a:gd name="f333" fmla="val 881"/>
              <a:gd name="f334" fmla="val 130"/>
              <a:gd name="f335" fmla="val 874"/>
              <a:gd name="f336" fmla="val 134"/>
              <a:gd name="f337" fmla="val 880"/>
              <a:gd name="f338" fmla="val 144"/>
              <a:gd name="f339" fmla="val 892"/>
              <a:gd name="f340" fmla="val 140"/>
              <a:gd name="f341" fmla="val 131"/>
              <a:gd name="f342" fmla="val 933"/>
              <a:gd name="f343" fmla="val 954"/>
              <a:gd name="f344" fmla="val 133"/>
              <a:gd name="f345" fmla="val 959"/>
              <a:gd name="f346" fmla="val 963"/>
              <a:gd name="f347" fmla="val 136"/>
              <a:gd name="f348" fmla="val 968"/>
              <a:gd name="f349" fmla="val 138"/>
              <a:gd name="f350" fmla="val 962"/>
              <a:gd name="f351" fmla="val 964"/>
              <a:gd name="f352" fmla="val 147"/>
              <a:gd name="f353" fmla="val 971"/>
              <a:gd name="f354" fmla="val 149"/>
              <a:gd name="f355" fmla="val 975"/>
              <a:gd name="f356" fmla="val 150"/>
              <a:gd name="f357" fmla="val 978"/>
              <a:gd name="f358" fmla="val 151"/>
              <a:gd name="f359" fmla="val 982"/>
              <a:gd name="f360" fmla="val 153"/>
              <a:gd name="f361" fmla="val 985"/>
              <a:gd name="f362" fmla="val 154"/>
              <a:gd name="f363" fmla="val 989"/>
              <a:gd name="f364" fmla="val 988"/>
              <a:gd name="f365" fmla="val 160"/>
              <a:gd name="f366" fmla="val 993"/>
              <a:gd name="f367" fmla="val 996"/>
              <a:gd name="f368" fmla="val 1000"/>
              <a:gd name="f369" fmla="val 1005"/>
              <a:gd name="f370" fmla="val 175"/>
              <a:gd name="f371" fmla="val 1007"/>
              <a:gd name="f372" fmla="val 179"/>
              <a:gd name="f373" fmla="val 1011"/>
              <a:gd name="f374" fmla="val 188"/>
              <a:gd name="f375" fmla="val 1016"/>
              <a:gd name="f376" fmla="val 196"/>
              <a:gd name="f377" fmla="val 1027"/>
              <a:gd name="f378" fmla="val 197"/>
              <a:gd name="f379" fmla="val 1018"/>
              <a:gd name="f380" fmla="val 209"/>
              <a:gd name="f381" fmla="val 1004"/>
              <a:gd name="f382" fmla="val 204"/>
              <a:gd name="f383" fmla="val 994"/>
              <a:gd name="f384" fmla="val 995"/>
              <a:gd name="f385" fmla="val 215"/>
              <a:gd name="f386" fmla="val 998"/>
              <a:gd name="f387" fmla="val 220"/>
              <a:gd name="f388" fmla="val 990"/>
              <a:gd name="f389" fmla="val 218"/>
              <a:gd name="f390" fmla="val 221"/>
              <a:gd name="f391" fmla="val 992"/>
              <a:gd name="f392" fmla="val 225"/>
              <a:gd name="f393" fmla="val 228"/>
              <a:gd name="f394" fmla="val 234"/>
              <a:gd name="f395" fmla="val 997"/>
              <a:gd name="f396" fmla="val 237"/>
              <a:gd name="f397" fmla="val 238"/>
              <a:gd name="f398" fmla="val 991"/>
              <a:gd name="f399" fmla="val 983"/>
              <a:gd name="f400" fmla="val 977"/>
              <a:gd name="f401" fmla="val 236"/>
              <a:gd name="f402" fmla="val 972"/>
              <a:gd name="f403" fmla="val 973"/>
              <a:gd name="f404" fmla="val 249"/>
              <a:gd name="f405" fmla="val 969"/>
              <a:gd name="f406" fmla="val 268"/>
              <a:gd name="f407" fmla="val 277"/>
              <a:gd name="f408" fmla="val 976"/>
              <a:gd name="f409" fmla="val 284"/>
              <a:gd name="f410" fmla="val 965"/>
              <a:gd name="f411" fmla="val 286"/>
              <a:gd name="f412" fmla="val 955"/>
              <a:gd name="f413" fmla="val 945"/>
              <a:gd name="f414" fmla="val 287"/>
              <a:gd name="f415" fmla="val 935"/>
              <a:gd name="f416" fmla="val 930"/>
              <a:gd name="f417" fmla="val 927"/>
              <a:gd name="f418" fmla="val 290"/>
              <a:gd name="f419" fmla="val 293"/>
              <a:gd name="f420" fmla="val 928"/>
              <a:gd name="f421" fmla="val 295"/>
              <a:gd name="f422" fmla="val 921"/>
              <a:gd name="f423" fmla="val 916"/>
              <a:gd name="f424" fmla="val 294"/>
              <a:gd name="f425" fmla="val 291"/>
              <a:gd name="f426" fmla="val 283"/>
              <a:gd name="f427" fmla="val 897"/>
              <a:gd name="f428" fmla="val 279"/>
              <a:gd name="f429" fmla="val 267"/>
              <a:gd name="f430" fmla="val 863"/>
              <a:gd name="f431" fmla="val 850"/>
              <a:gd name="f432" fmla="val 861"/>
              <a:gd name="f433" fmla="val 871"/>
              <a:gd name="f434" fmla="val 297"/>
              <a:gd name="f435" fmla="val 879"/>
              <a:gd name="f436" fmla="val 299"/>
              <a:gd name="f437" fmla="val 885"/>
              <a:gd name="f438" fmla="val 303"/>
              <a:gd name="f439" fmla="val 311"/>
              <a:gd name="f440" fmla="val 314"/>
              <a:gd name="f441" fmla="val 893"/>
              <a:gd name="f442" fmla="val 319"/>
              <a:gd name="f443" fmla="val 896"/>
              <a:gd name="f444" fmla="val 321"/>
              <a:gd name="f445" fmla="val 323"/>
              <a:gd name="f446" fmla="val 325"/>
              <a:gd name="f447" fmla="val 346"/>
              <a:gd name="f448" fmla="val 924"/>
              <a:gd name="f449" fmla="val 922"/>
              <a:gd name="f450" fmla="val 364"/>
              <a:gd name="f451" fmla="val 366"/>
              <a:gd name="f452" fmla="val 373"/>
              <a:gd name="f453" fmla="val 895"/>
              <a:gd name="f454" fmla="val 374"/>
              <a:gd name="f455" fmla="val 878"/>
              <a:gd name="f456" fmla="val 370"/>
              <a:gd name="f457" fmla="val 378"/>
              <a:gd name="f458" fmla="val 394"/>
              <a:gd name="f459" fmla="val 395"/>
              <a:gd name="f460" fmla="val 392"/>
              <a:gd name="f461" fmla="val 854"/>
              <a:gd name="f462" fmla="val 390"/>
              <a:gd name="f463" fmla="val 389"/>
              <a:gd name="f464" fmla="val 837"/>
              <a:gd name="f465" fmla="val 380"/>
              <a:gd name="f466" fmla="val 385"/>
              <a:gd name="f467" fmla="val 838"/>
              <a:gd name="f468" fmla="val 393"/>
              <a:gd name="f469" fmla="val 401"/>
              <a:gd name="f470" fmla="val 836"/>
              <a:gd name="f471" fmla="val 403"/>
              <a:gd name="f472" fmla="val 400"/>
              <a:gd name="f473" fmla="val 822"/>
              <a:gd name="f474" fmla="val 398"/>
              <a:gd name="f475" fmla="val 816"/>
              <a:gd name="f476" fmla="val 810"/>
              <a:gd name="f477" fmla="val 808"/>
              <a:gd name="f478" fmla="val 391"/>
              <a:gd name="f479" fmla="val 806"/>
              <a:gd name="f480" fmla="val 803"/>
              <a:gd name="f481" fmla="val 388"/>
              <a:gd name="f482" fmla="val 396"/>
              <a:gd name="f483" fmla="val 800"/>
              <a:gd name="f484" fmla="val 796"/>
              <a:gd name="f485" fmla="val 794"/>
              <a:gd name="f486" fmla="val 397"/>
              <a:gd name="f487" fmla="val 775"/>
              <a:gd name="f488" fmla="val 780"/>
              <a:gd name="f489" fmla="val 825"/>
              <a:gd name="f490" fmla="val 419"/>
              <a:gd name="f491" fmla="val 869"/>
              <a:gd name="f492" fmla="val 438"/>
              <a:gd name="f493" fmla="val 914"/>
              <a:gd name="f494" fmla="val 457"/>
              <a:gd name="f495" fmla="val 950"/>
              <a:gd name="f496" fmla="val 472"/>
              <a:gd name="f497" fmla="val 986"/>
              <a:gd name="f498" fmla="val 487"/>
              <a:gd name="f499" fmla="val 1022"/>
              <a:gd name="f500" fmla="val 502"/>
              <a:gd name="f501" fmla="val 1024"/>
              <a:gd name="f502" fmla="val 503"/>
              <a:gd name="f503" fmla="val 505"/>
              <a:gd name="f504" fmla="val 1033"/>
              <a:gd name="f505" fmla="val 491"/>
              <a:gd name="f506" fmla="val 1043"/>
              <a:gd name="f507" fmla="val 494"/>
              <a:gd name="f508" fmla="val 498"/>
              <a:gd name="f509" fmla="val 1044"/>
              <a:gd name="f510" fmla="val 1051"/>
              <a:gd name="f511" fmla="val 496"/>
              <a:gd name="f512" fmla="val 1057"/>
              <a:gd name="f513" fmla="val 488"/>
              <a:gd name="f514" fmla="val 1068"/>
              <a:gd name="f515" fmla="val 1069"/>
              <a:gd name="f516" fmla="val 490"/>
              <a:gd name="f517" fmla="val 492"/>
              <a:gd name="f518" fmla="val 1070"/>
              <a:gd name="f519" fmla="val 493"/>
              <a:gd name="f520" fmla="val 1081"/>
              <a:gd name="f521" fmla="val 1093"/>
              <a:gd name="f522" fmla="val 1104"/>
              <a:gd name="f523" fmla="val 1105"/>
              <a:gd name="f524" fmla="val 1103"/>
              <a:gd name="f525" fmla="val 1101"/>
              <a:gd name="f526" fmla="val 1098"/>
              <a:gd name="f527" fmla="val 1111"/>
              <a:gd name="f528" fmla="val 1123"/>
              <a:gd name="f529" fmla="val 513"/>
              <a:gd name="f530" fmla="val 1135"/>
              <a:gd name="f531" fmla="val 516"/>
              <a:gd name="f532" fmla="val 1148"/>
              <a:gd name="f533" fmla="val 519"/>
              <a:gd name="f534" fmla="val 1161"/>
              <a:gd name="f535" fmla="val 1173"/>
              <a:gd name="f536" fmla="val 529"/>
              <a:gd name="f537" fmla="val 1180"/>
              <a:gd name="f538" fmla="val 532"/>
              <a:gd name="f539" fmla="val 1185"/>
              <a:gd name="f540" fmla="val 538"/>
              <a:gd name="f541" fmla="val 1191"/>
              <a:gd name="f542" fmla="val 543"/>
              <a:gd name="f543" fmla="val 1199"/>
              <a:gd name="f544" fmla="val 1205"/>
              <a:gd name="f545" fmla="val 1214"/>
              <a:gd name="f546" fmla="val 546"/>
              <a:gd name="f547" fmla="val 1223"/>
              <a:gd name="f548" fmla="val 541"/>
              <a:gd name="f549" fmla="val 1231"/>
              <a:gd name="f550" fmla="val 1239"/>
              <a:gd name="f551" fmla="val 1244"/>
              <a:gd name="f552" fmla="val 526"/>
              <a:gd name="f553" fmla="val 1248"/>
              <a:gd name="f554" fmla="val 521"/>
              <a:gd name="f555" fmla="val 1251"/>
              <a:gd name="f556" fmla="val 1261"/>
              <a:gd name="f557" fmla="val 1259"/>
              <a:gd name="f558" fmla="val 1247"/>
              <a:gd name="f559" fmla="val 482"/>
              <a:gd name="f560" fmla="val 1241"/>
              <a:gd name="f561" fmla="val 483"/>
              <a:gd name="f562" fmla="val 1235"/>
              <a:gd name="f563" fmla="val 485"/>
              <a:gd name="f564" fmla="val 1230"/>
              <a:gd name="f565" fmla="val 1228"/>
              <a:gd name="f566" fmla="val 486"/>
              <a:gd name="f567" fmla="val 1225"/>
              <a:gd name="f568" fmla="val 480"/>
              <a:gd name="f569" fmla="val 1227"/>
              <a:gd name="f570" fmla="val 477"/>
              <a:gd name="f571" fmla="val 1233"/>
              <a:gd name="f572" fmla="val 475"/>
              <a:gd name="f573" fmla="val 1238"/>
              <a:gd name="f574" fmla="val 473"/>
              <a:gd name="f575" fmla="val 463"/>
              <a:gd name="f576" fmla="val 1246"/>
              <a:gd name="f577" fmla="val 461"/>
              <a:gd name="f578" fmla="val 1237"/>
              <a:gd name="f579" fmla="val 458"/>
              <a:gd name="f580" fmla="val 1232"/>
              <a:gd name="f581" fmla="val 459"/>
              <a:gd name="f582" fmla="val 1226"/>
              <a:gd name="f583" fmla="val 460"/>
              <a:gd name="f584" fmla="val 1220"/>
              <a:gd name="f585" fmla="val 1218"/>
              <a:gd name="f586" fmla="val 454"/>
              <a:gd name="f587" fmla="val 1219"/>
              <a:gd name="f588" fmla="val 452"/>
              <a:gd name="f589" fmla="val 1222"/>
              <a:gd name="f590" fmla="val 444"/>
              <a:gd name="f591" fmla="val 1229"/>
              <a:gd name="f592" fmla="val 446"/>
              <a:gd name="f593" fmla="val 448"/>
              <a:gd name="f594" fmla="val 1236"/>
              <a:gd name="f595" fmla="val 443"/>
              <a:gd name="f596" fmla="val 439"/>
              <a:gd name="f597" fmla="val 435"/>
              <a:gd name="f598" fmla="val 429"/>
              <a:gd name="f599" fmla="val 428"/>
              <a:gd name="f600" fmla="val 1216"/>
              <a:gd name="f601" fmla="val 1213"/>
              <a:gd name="f602" fmla="val 1210"/>
              <a:gd name="f603" fmla="val 430"/>
              <a:gd name="f604" fmla="val 1208"/>
              <a:gd name="f605" fmla="val 1207"/>
              <a:gd name="f606" fmla="val 1204"/>
              <a:gd name="f607" fmla="val 421"/>
              <a:gd name="f608" fmla="val 426"/>
              <a:gd name="f609" fmla="val 1242"/>
              <a:gd name="f610" fmla="val 432"/>
              <a:gd name="f611" fmla="val 450"/>
              <a:gd name="f612" fmla="val 1250"/>
              <a:gd name="f613" fmla="val 1254"/>
              <a:gd name="f614" fmla="val 474"/>
              <a:gd name="f615" fmla="val 476"/>
              <a:gd name="f616" fmla="val 1255"/>
              <a:gd name="f617" fmla="val 1267"/>
              <a:gd name="f618" fmla="val 1265"/>
              <a:gd name="f619" fmla="val 1263"/>
              <a:gd name="f620" fmla="val 1262"/>
              <a:gd name="f621" fmla="val 1264"/>
              <a:gd name="f622" fmla="val 1270"/>
              <a:gd name="f623" fmla="val 1273"/>
              <a:gd name="f624" fmla="val 1276"/>
              <a:gd name="f625" fmla="val 479"/>
              <a:gd name="f626" fmla="val 1280"/>
              <a:gd name="f627" fmla="val 1271"/>
              <a:gd name="f628" fmla="val 471"/>
              <a:gd name="f629" fmla="val 1274"/>
              <a:gd name="f630" fmla="val 464"/>
              <a:gd name="f631" fmla="val 1269"/>
              <a:gd name="f632" fmla="val 441"/>
              <a:gd name="f633" fmla="val 440"/>
              <a:gd name="f634" fmla="val 442"/>
              <a:gd name="f635" fmla="val 1275"/>
              <a:gd name="f636" fmla="val 433"/>
              <a:gd name="f637" fmla="val 423"/>
              <a:gd name="f638" fmla="val 1272"/>
              <a:gd name="f639" fmla="val 411"/>
              <a:gd name="f640" fmla="val 1277"/>
              <a:gd name="f641" fmla="val 413"/>
              <a:gd name="f642" fmla="val 1281"/>
              <a:gd name="f643" fmla="val 414"/>
              <a:gd name="f644" fmla="val 1285"/>
              <a:gd name="f645" fmla="val 415"/>
              <a:gd name="f646" fmla="val 1287"/>
              <a:gd name="f647" fmla="val 410"/>
              <a:gd name="f648" fmla="val 1289"/>
              <a:gd name="f649" fmla="val 1291"/>
              <a:gd name="f650" fmla="val 1292"/>
              <a:gd name="f651" fmla="val 383"/>
              <a:gd name="f652" fmla="val 1294"/>
              <a:gd name="f653" fmla="val 375"/>
              <a:gd name="f654" fmla="val 1295"/>
              <a:gd name="f655" fmla="val 1296"/>
              <a:gd name="f656" fmla="val 1297"/>
              <a:gd name="f657" fmla="val 1304"/>
              <a:gd name="f658" fmla="val 382"/>
              <a:gd name="f659" fmla="val 1309"/>
              <a:gd name="f660" fmla="val 1318"/>
              <a:gd name="f661" fmla="val 1327"/>
              <a:gd name="f662" fmla="val 402"/>
              <a:gd name="f663" fmla="val 1329"/>
              <a:gd name="f664" fmla="val 1337"/>
              <a:gd name="f665" fmla="val 409"/>
              <a:gd name="f666" fmla="val 1340"/>
              <a:gd name="f667" fmla="val 405"/>
              <a:gd name="f668" fmla="val 1342"/>
              <a:gd name="f669" fmla="val 406"/>
              <a:gd name="f670" fmla="val 1344"/>
              <a:gd name="f671" fmla="val 407"/>
              <a:gd name="f672" fmla="val 1345"/>
              <a:gd name="f673" fmla="val 1346"/>
              <a:gd name="f674" fmla="val 399"/>
              <a:gd name="f675" fmla="val 1347"/>
              <a:gd name="f676" fmla="val 1349"/>
              <a:gd name="f677" fmla="val 1351"/>
              <a:gd name="f678" fmla="val 1352"/>
              <a:gd name="f679" fmla="val 1355"/>
              <a:gd name="f680" fmla="val 1356"/>
              <a:gd name="f681" fmla="val 1359"/>
              <a:gd name="f682" fmla="val 1362"/>
              <a:gd name="f683" fmla="val 1365"/>
              <a:gd name="f684" fmla="val 404"/>
              <a:gd name="f685" fmla="val 1371"/>
              <a:gd name="f686" fmla="val 1377"/>
              <a:gd name="f687" fmla="val 387"/>
              <a:gd name="f688" fmla="val 1383"/>
              <a:gd name="f689" fmla="val 1386"/>
              <a:gd name="f690" fmla="val 1388"/>
              <a:gd name="f691" fmla="val 386"/>
              <a:gd name="f692" fmla="val 1390"/>
              <a:gd name="f693" fmla="val 1395"/>
              <a:gd name="f694" fmla="val 1399"/>
              <a:gd name="f695" fmla="val 1404"/>
              <a:gd name="f696" fmla="val 379"/>
              <a:gd name="f697" fmla="val 1405"/>
              <a:gd name="f698" fmla="val 1407"/>
              <a:gd name="f699" fmla="val 381"/>
              <a:gd name="f700" fmla="val 1410"/>
              <a:gd name="f701" fmla="val 1414"/>
              <a:gd name="f702" fmla="val 1419"/>
              <a:gd name="f703" fmla="val 1425"/>
              <a:gd name="f704" fmla="val 1427"/>
              <a:gd name="f705" fmla="val 1432"/>
              <a:gd name="f706" fmla="val 1433"/>
              <a:gd name="f707" fmla="val 1435"/>
              <a:gd name="f708" fmla="val 1436"/>
              <a:gd name="f709" fmla="val 376"/>
              <a:gd name="f710" fmla="val 1437"/>
              <a:gd name="f711" fmla="val 1438"/>
              <a:gd name="f712" fmla="val 1442"/>
              <a:gd name="f713" fmla="val 1444"/>
              <a:gd name="f714" fmla="val 1453"/>
              <a:gd name="f715" fmla="val 1451"/>
              <a:gd name="f716" fmla="val 1448"/>
              <a:gd name="f717" fmla="val 436"/>
              <a:gd name="f718" fmla="val 1447"/>
              <a:gd name="f719" fmla="val 445"/>
              <a:gd name="f720" fmla="val 1452"/>
              <a:gd name="f721" fmla="val 1458"/>
              <a:gd name="f722" fmla="val 1460"/>
              <a:gd name="f723" fmla="val 451"/>
              <a:gd name="f724" fmla="val 1464"/>
              <a:gd name="f725" fmla="val 1462"/>
              <a:gd name="f726" fmla="val 462"/>
              <a:gd name="f727" fmla="val 468"/>
              <a:gd name="f728" fmla="val 1467"/>
              <a:gd name="f729" fmla="val 466"/>
              <a:gd name="f730" fmla="val 1469"/>
              <a:gd name="f731" fmla="val 1468"/>
              <a:gd name="f732" fmla="val 1470"/>
              <a:gd name="f733" fmla="val 1477"/>
              <a:gd name="f734" fmla="val 484"/>
              <a:gd name="f735" fmla="val 1484"/>
              <a:gd name="f736" fmla="val 1486"/>
              <a:gd name="f737" fmla="val 1483"/>
              <a:gd name="f738" fmla="val 497"/>
              <a:gd name="f739" fmla="val 1480"/>
              <a:gd name="f740" fmla="val 1481"/>
              <a:gd name="f741" fmla="val 1487"/>
              <a:gd name="f742" fmla="val 1490"/>
              <a:gd name="f743" fmla="val 1493"/>
              <a:gd name="f744" fmla="val 520"/>
              <a:gd name="f745" fmla="val 1491"/>
              <a:gd name="f746" fmla="val 527"/>
              <a:gd name="f747" fmla="val 533"/>
              <a:gd name="f748" fmla="val 1475"/>
              <a:gd name="f749" fmla="val 537"/>
              <a:gd name="f750" fmla="val 550"/>
              <a:gd name="f751" fmla="val 1465"/>
              <a:gd name="f752" fmla="val 553"/>
              <a:gd name="f753" fmla="val 1461"/>
              <a:gd name="f754" fmla="val 1457"/>
              <a:gd name="f755" fmla="val 556"/>
              <a:gd name="f756" fmla="val 558"/>
              <a:gd name="f757" fmla="val 1450"/>
              <a:gd name="f758" fmla="val 559"/>
              <a:gd name="f759" fmla="val 1454"/>
              <a:gd name="f760" fmla="val 564"/>
              <a:gd name="f761" fmla="val 1456"/>
              <a:gd name="f762" fmla="val 1459"/>
              <a:gd name="f763" fmla="val 1463"/>
              <a:gd name="f764" fmla="val 579"/>
              <a:gd name="f765" fmla="val 582"/>
              <a:gd name="f766" fmla="val 585"/>
              <a:gd name="f767" fmla="val 594"/>
              <a:gd name="f768" fmla="val 1466"/>
              <a:gd name="f769" fmla="val 597"/>
              <a:gd name="f770" fmla="val 603"/>
              <a:gd name="f771" fmla="val 1473"/>
              <a:gd name="f772" fmla="val 1479"/>
              <a:gd name="f773" fmla="val 1485"/>
              <a:gd name="f774" fmla="val 607"/>
              <a:gd name="f775" fmla="val 1495"/>
              <a:gd name="f776" fmla="val 611"/>
              <a:gd name="f777" fmla="val 1496"/>
              <a:gd name="f778" fmla="val 1500"/>
              <a:gd name="f779" fmla="val 623"/>
              <a:gd name="f780" fmla="val 1509"/>
              <a:gd name="f781" fmla="val 624"/>
              <a:gd name="f782" fmla="val 1512"/>
              <a:gd name="f783" fmla="val 1515"/>
              <a:gd name="f784" fmla="val 1517"/>
              <a:gd name="f785" fmla="val 1513"/>
              <a:gd name="f786" fmla="val 631"/>
              <a:gd name="f787" fmla="val 1510"/>
              <a:gd name="f788" fmla="val 632"/>
              <a:gd name="f789" fmla="val 1502"/>
              <a:gd name="f790" fmla="val 636"/>
              <a:gd name="f791" fmla="val 639"/>
              <a:gd name="f792" fmla="val 1488"/>
              <a:gd name="f793" fmla="val 649"/>
              <a:gd name="f794" fmla="val 652"/>
              <a:gd name="f795" fmla="val 1494"/>
              <a:gd name="f796" fmla="val 655"/>
              <a:gd name="f797" fmla="val 657"/>
              <a:gd name="f798" fmla="val 660"/>
              <a:gd name="f799" fmla="val 667"/>
              <a:gd name="f800" fmla="val 1497"/>
              <a:gd name="f801" fmla="val 669"/>
              <a:gd name="f802" fmla="val 675"/>
              <a:gd name="f803" fmla="val 681"/>
              <a:gd name="f804" fmla="val 1499"/>
              <a:gd name="f805" fmla="val 1501"/>
              <a:gd name="f806" fmla="val 696"/>
              <a:gd name="f807" fmla="val 684"/>
              <a:gd name="f808" fmla="val 1476"/>
              <a:gd name="f809" fmla="val 698"/>
              <a:gd name="f810" fmla="val 694"/>
              <a:gd name="f811" fmla="val 691"/>
              <a:gd name="f812" fmla="val 1446"/>
              <a:gd name="f813" fmla="val 683"/>
              <a:gd name="f814" fmla="val 702"/>
              <a:gd name="f815" fmla="val 1439"/>
              <a:gd name="f816" fmla="val 713"/>
              <a:gd name="f817" fmla="val 710"/>
              <a:gd name="f818" fmla="val 707"/>
              <a:gd name="f819" fmla="val 704"/>
              <a:gd name="f820" fmla="val 1431"/>
              <a:gd name="f821" fmla="val 1426"/>
              <a:gd name="f822" fmla="val 680"/>
              <a:gd name="f823" fmla="val 1424"/>
              <a:gd name="f824" fmla="val 670"/>
              <a:gd name="f825" fmla="val 1420"/>
              <a:gd name="f826" fmla="val 662"/>
              <a:gd name="f827" fmla="val 1417"/>
              <a:gd name="f828" fmla="val 653"/>
              <a:gd name="f829" fmla="val 1415"/>
              <a:gd name="f830" fmla="val 642"/>
              <a:gd name="f831" fmla="val 1418"/>
              <a:gd name="f832" fmla="val 635"/>
              <a:gd name="f833" fmla="val 1421"/>
              <a:gd name="f834" fmla="val 1423"/>
              <a:gd name="f835" fmla="val 625"/>
              <a:gd name="f836" fmla="val 1397"/>
              <a:gd name="f837" fmla="val 612"/>
              <a:gd name="f838" fmla="val 1392"/>
              <a:gd name="f839" fmla="val 1387"/>
              <a:gd name="f840" fmla="val 1385"/>
              <a:gd name="f841" fmla="val 609"/>
              <a:gd name="f842" fmla="val 608"/>
              <a:gd name="f843" fmla="val 1378"/>
              <a:gd name="f844" fmla="val 606"/>
              <a:gd name="f845" fmla="val 1373"/>
              <a:gd name="f846" fmla="val 1368"/>
              <a:gd name="f847" fmla="val 1336"/>
              <a:gd name="f848" fmla="val 1319"/>
              <a:gd name="f849" fmla="val 1339"/>
              <a:gd name="f850" fmla="val 1348"/>
              <a:gd name="f851" fmla="val 1364"/>
              <a:gd name="f852" fmla="val 742"/>
              <a:gd name="f853" fmla="val 769"/>
              <a:gd name="f854" fmla="val 845"/>
              <a:gd name="f855" fmla="val 853"/>
              <a:gd name="f856" fmla="val 1507"/>
              <a:gd name="f857" fmla="val 860"/>
              <a:gd name="f858" fmla="val 866"/>
              <a:gd name="f859" fmla="val 1529"/>
              <a:gd name="f860" fmla="val 1545"/>
              <a:gd name="f861" fmla="val 1562"/>
              <a:gd name="f862" fmla="val 1582"/>
              <a:gd name="f863" fmla="val 870"/>
              <a:gd name="f864" fmla="val 1587"/>
              <a:gd name="f865" fmla="val 1578"/>
              <a:gd name="f866" fmla="val 833"/>
              <a:gd name="f867" fmla="val 1575"/>
              <a:gd name="f868" fmla="val 828"/>
              <a:gd name="f869" fmla="val 826"/>
              <a:gd name="f870" fmla="val 1580"/>
              <a:gd name="f871" fmla="val 823"/>
              <a:gd name="f872" fmla="val 1589"/>
              <a:gd name="f873" fmla="val 843"/>
              <a:gd name="f874" fmla="val 1588"/>
              <a:gd name="f875" fmla="val 876"/>
              <a:gd name="f876" fmla="val 1569"/>
              <a:gd name="f877" fmla="val 1557"/>
              <a:gd name="f878" fmla="val 1534"/>
              <a:gd name="f879" fmla="val 1531"/>
              <a:gd name="f880" fmla="val 1524"/>
              <a:gd name="f881" fmla="val 1533"/>
              <a:gd name="f882" fmla="val 1540"/>
              <a:gd name="f883" fmla="val 910"/>
              <a:gd name="f884" fmla="val 1549"/>
              <a:gd name="f885" fmla="val 1559"/>
              <a:gd name="f886" fmla="val 940"/>
              <a:gd name="f887" fmla="val 1568"/>
              <a:gd name="f888" fmla="val 958"/>
              <a:gd name="f889" fmla="val 979"/>
              <a:gd name="f890" fmla="val 1570"/>
              <a:gd name="f891" fmla="val 1003"/>
              <a:gd name="f892" fmla="val 1561"/>
              <a:gd name="f893" fmla="val 1014"/>
              <a:gd name="f894" fmla="val 1556"/>
              <a:gd name="f895" fmla="val 1547"/>
              <a:gd name="f896" fmla="val 1538"/>
              <a:gd name="f897" fmla="val 1527"/>
              <a:gd name="f898" fmla="val 1025"/>
              <a:gd name="f899" fmla="val 1521"/>
              <a:gd name="f900" fmla="val 1520"/>
              <a:gd name="f901" fmla="val 1006"/>
              <a:gd name="f902" fmla="val 1519"/>
              <a:gd name="f903" fmla="val 1522"/>
              <a:gd name="f904" fmla="val 981"/>
              <a:gd name="f905" fmla="val 1526"/>
              <a:gd name="f906" fmla="val 980"/>
              <a:gd name="f907" fmla="val 1532"/>
              <a:gd name="f908" fmla="val 1523"/>
              <a:gd name="f909" fmla="val 1001"/>
              <a:gd name="f910" fmla="val 1023"/>
              <a:gd name="f911" fmla="val 1553"/>
              <a:gd name="f912" fmla="val 1015"/>
              <a:gd name="f913" fmla="val 1564"/>
              <a:gd name="f914" fmla="val 1563"/>
              <a:gd name="f915" fmla="val 1554"/>
              <a:gd name="f916" fmla="val 943"/>
              <a:gd name="f917" fmla="val 1539"/>
              <a:gd name="f918" fmla="val 1528"/>
              <a:gd name="f919" fmla="val 886"/>
              <a:gd name="f920" fmla="val 1514"/>
              <a:gd name="f921" fmla="val 1503"/>
              <a:gd name="f922" fmla="val 856"/>
              <a:gd name="f923" fmla="val 842"/>
              <a:gd name="f924" fmla="val 1471"/>
              <a:gd name="f925" fmla="val 1422"/>
              <a:gd name="f926" fmla="val 765"/>
              <a:gd name="f927" fmla="val 732"/>
              <a:gd name="f928" fmla="val 1381"/>
              <a:gd name="f929" fmla="val 705"/>
              <a:gd name="f930" fmla="val 676"/>
              <a:gd name="f931" fmla="val 648"/>
              <a:gd name="f932" fmla="val 1335"/>
              <a:gd name="f933" fmla="val 630"/>
              <a:gd name="f934" fmla="val 1322"/>
              <a:gd name="f935" fmla="val 1308"/>
              <a:gd name="f936" fmla="val 596"/>
              <a:gd name="f937" fmla="val 1306"/>
              <a:gd name="f938" fmla="val 1305"/>
              <a:gd name="f939" fmla="val 1258"/>
              <a:gd name="f940" fmla="val 1211"/>
              <a:gd name="f941" fmla="val 1163"/>
              <a:gd name="f942" fmla="val 1165"/>
              <a:gd name="f943" fmla="val 1177"/>
              <a:gd name="f944" fmla="val 1170"/>
              <a:gd name="f945" fmla="val 1178"/>
              <a:gd name="f946" fmla="val 1186"/>
              <a:gd name="f947" fmla="val 1194"/>
              <a:gd name="f948" fmla="val 587"/>
              <a:gd name="f949" fmla="val 592"/>
              <a:gd name="f950" fmla="val 1179"/>
              <a:gd name="f951" fmla="val 593"/>
              <a:gd name="f952" fmla="val 1172"/>
              <a:gd name="f953" fmla="val 1168"/>
              <a:gd name="f954" fmla="val 1164"/>
              <a:gd name="f955" fmla="val 1158"/>
              <a:gd name="f956" fmla="val 604"/>
              <a:gd name="f957" fmla="val 1155"/>
              <a:gd name="f958" fmla="val 1162"/>
              <a:gd name="f959" fmla="val 1171"/>
              <a:gd name="f960" fmla="val 617"/>
              <a:gd name="f961" fmla="val 620"/>
              <a:gd name="f962" fmla="val 1184"/>
              <a:gd name="f963" fmla="val 1198"/>
              <a:gd name="f964" fmla="val 1209"/>
              <a:gd name="f965" fmla="val 1200"/>
              <a:gd name="f966" fmla="val 643"/>
              <a:gd name="f967" fmla="val 1182"/>
              <a:gd name="f968" fmla="val 656"/>
              <a:gd name="f969" fmla="val 1196"/>
              <a:gd name="f970" fmla="val 671"/>
              <a:gd name="f971" fmla="val 1203"/>
              <a:gd name="f972" fmla="val 674"/>
              <a:gd name="f973" fmla="val 1202"/>
              <a:gd name="f974" fmla="val 1189"/>
              <a:gd name="f975" fmla="val 1195"/>
              <a:gd name="f976" fmla="val 1197"/>
              <a:gd name="f977" fmla="val 1201"/>
              <a:gd name="f978" fmla="val 1206"/>
              <a:gd name="f979" fmla="val 717"/>
              <a:gd name="f980" fmla="val 721"/>
              <a:gd name="f981" fmla="val 723"/>
              <a:gd name="f982" fmla="val 726"/>
              <a:gd name="f983" fmla="val 735"/>
              <a:gd name="f984" fmla="val 1212"/>
              <a:gd name="f985" fmla="val 746"/>
              <a:gd name="f986" fmla="val 751"/>
              <a:gd name="f987" fmla="val 752"/>
              <a:gd name="f988" fmla="val 749"/>
              <a:gd name="f989" fmla="val 1176"/>
              <a:gd name="f990" fmla="val 748"/>
              <a:gd name="f991" fmla="val 755"/>
              <a:gd name="f992" fmla="val 760"/>
              <a:gd name="f993" fmla="val 1110"/>
              <a:gd name="f994" fmla="val 736"/>
              <a:gd name="f995" fmla="val 1097"/>
              <a:gd name="f996" fmla="val 725"/>
              <a:gd name="f997" fmla="val 1092"/>
              <a:gd name="f998" fmla="val 718"/>
              <a:gd name="f999" fmla="val 1086"/>
              <a:gd name="f1000" fmla="val 711"/>
              <a:gd name="f1001" fmla="val 1080"/>
              <a:gd name="f1002" fmla="val 1071"/>
              <a:gd name="f1003" fmla="val 703"/>
              <a:gd name="f1004" fmla="val 1066"/>
              <a:gd name="f1005" fmla="val 1064"/>
              <a:gd name="f1006" fmla="val 708"/>
              <a:gd name="f1007" fmla="val 1065"/>
              <a:gd name="f1008" fmla="val 714"/>
              <a:gd name="f1009" fmla="val 1067"/>
              <a:gd name="f1010" fmla="val 1073"/>
              <a:gd name="f1011" fmla="val 1077"/>
              <a:gd name="f1012" fmla="val 741"/>
              <a:gd name="f1013" fmla="val 1079"/>
              <a:gd name="f1014" fmla="val 1083"/>
              <a:gd name="f1015" fmla="val 762"/>
              <a:gd name="f1016" fmla="val 1075"/>
              <a:gd name="f1017" fmla="val 767"/>
              <a:gd name="f1018" fmla="val 1074"/>
              <a:gd name="f1019" fmla="val 778"/>
              <a:gd name="f1020" fmla="val 786"/>
              <a:gd name="f1021" fmla="val 795"/>
              <a:gd name="f1022" fmla="val 801"/>
              <a:gd name="f1023" fmla="val 1061"/>
              <a:gd name="f1024" fmla="val 1056"/>
              <a:gd name="f1025" fmla="val 1055"/>
              <a:gd name="f1026" fmla="val 799"/>
              <a:gd name="f1027" fmla="val 1054"/>
              <a:gd name="f1028" fmla="val 1053"/>
              <a:gd name="f1029" fmla="val 805"/>
              <a:gd name="f1030" fmla="val 1049"/>
              <a:gd name="f1031" fmla="val 1046"/>
              <a:gd name="f1032" fmla="val 1041"/>
              <a:gd name="f1033" fmla="val 820"/>
              <a:gd name="f1034" fmla="val 1038"/>
              <a:gd name="f1035" fmla="val 818"/>
              <a:gd name="f1036" fmla="val 1035"/>
              <a:gd name="f1037" fmla="val 1034"/>
              <a:gd name="f1038" fmla="val 830"/>
              <a:gd name="f1039" fmla="val 1032"/>
              <a:gd name="f1040" fmla="val 1030"/>
              <a:gd name="f1041" fmla="val 1021"/>
              <a:gd name="f1042" fmla="val 1019"/>
              <a:gd name="f1043" fmla="val 1017"/>
              <a:gd name="f1044" fmla="val 840"/>
              <a:gd name="f1045" fmla="val 999"/>
              <a:gd name="f1046" fmla="val 970"/>
              <a:gd name="f1047" fmla="val 966"/>
              <a:gd name="f1048" fmla="val 961"/>
              <a:gd name="f1049" fmla="val 960"/>
              <a:gd name="f1050" fmla="val 956"/>
              <a:gd name="f1051" fmla="val 821"/>
              <a:gd name="f1052" fmla="val 953"/>
              <a:gd name="f1053" fmla="val 949"/>
              <a:gd name="f1054" fmla="val 827"/>
              <a:gd name="f1055" fmla="val 941"/>
              <a:gd name="f1056" fmla="val 938"/>
              <a:gd name="f1057" fmla="val 937"/>
              <a:gd name="f1058" fmla="val 814"/>
              <a:gd name="f1059" fmla="val 939"/>
              <a:gd name="f1060" fmla="val 934"/>
              <a:gd name="f1061" fmla="val 790"/>
              <a:gd name="f1062" fmla="val 793"/>
              <a:gd name="f1063" fmla="val 787"/>
              <a:gd name="f1064" fmla="val 756"/>
              <a:gd name="f1065" fmla="val 754"/>
              <a:gd name="f1066" fmla="val 747"/>
              <a:gd name="f1067" fmla="val 737"/>
              <a:gd name="f1068" fmla="val 730"/>
              <a:gd name="f1069" fmla="val 722"/>
              <a:gd name="f1070" fmla="val 716"/>
              <a:gd name="f1071" fmla="val 932"/>
              <a:gd name="f1072" fmla="val 931"/>
              <a:gd name="f1073" fmla="val 929"/>
              <a:gd name="f1074" fmla="val 697"/>
              <a:gd name="f1075" fmla="val 891"/>
              <a:gd name="f1076" fmla="val 873"/>
              <a:gd name="f1077" fmla="val 868"/>
              <a:gd name="f1078" fmla="val 729"/>
              <a:gd name="f1079" fmla="val 858"/>
              <a:gd name="f1080" fmla="val 831"/>
              <a:gd name="f1081" fmla="val 834"/>
              <a:gd name="f1082" fmla="val 661"/>
              <a:gd name="f1083" fmla="val 641"/>
              <a:gd name="f1084" fmla="val 622"/>
              <a:gd name="f1085" fmla="val 851"/>
              <a:gd name="f1086" fmla="val 859"/>
              <a:gd name="f1087" fmla="val 862"/>
              <a:gd name="f1088" fmla="val 613"/>
              <a:gd name="f1089" fmla="val 864"/>
              <a:gd name="f1090" fmla="val 586"/>
              <a:gd name="f1091" fmla="val 581"/>
              <a:gd name="f1092" fmla="val 575"/>
              <a:gd name="f1093" fmla="val 865"/>
              <a:gd name="f1094" fmla="val 884"/>
              <a:gd name="f1095" fmla="val 901"/>
              <a:gd name="f1096" fmla="val 525"/>
              <a:gd name="f1097" fmla="val 510"/>
              <a:gd name="f1098" fmla="val 508"/>
              <a:gd name="f1099" fmla="val 925"/>
              <a:gd name="f1100" fmla="val 946"/>
              <a:gd name="f1101" fmla="val 948"/>
              <a:gd name="f1102" fmla="val 952"/>
              <a:gd name="f1103" fmla="val 957"/>
              <a:gd name="f1104" fmla="val 514"/>
              <a:gd name="f1105" fmla="val 974"/>
              <a:gd name="f1106" fmla="val 548"/>
              <a:gd name="f1107" fmla="val 542"/>
              <a:gd name="f1108" fmla="val 518"/>
              <a:gd name="f1109" fmla="val 987"/>
              <a:gd name="f1110" fmla="val 889"/>
              <a:gd name="f1111" fmla="val 815"/>
              <a:gd name="f1112" fmla="val 417"/>
              <a:gd name="f1113" fmla="val 776"/>
              <a:gd name="f1114" fmla="val 774"/>
              <a:gd name="f1115" fmla="val 416"/>
              <a:gd name="f1116" fmla="val 422"/>
              <a:gd name="f1117" fmla="val 687"/>
              <a:gd name="f1118" fmla="val 616"/>
              <a:gd name="f1119" fmla="val 418"/>
              <a:gd name="f1120" fmla="val 455"/>
              <a:gd name="f1121" fmla="val 522"/>
              <a:gd name="f1122" fmla="val 638"/>
              <a:gd name="f1123" fmla="val 621"/>
              <a:gd name="f1124" fmla="val 628"/>
              <a:gd name="f1125" fmla="val 561"/>
              <a:gd name="f1126" fmla="val 584"/>
              <a:gd name="f1127" fmla="val 384"/>
              <a:gd name="f1128" fmla="val 562"/>
              <a:gd name="f1129" fmla="val 437"/>
              <a:gd name="f1130" fmla="val 357"/>
              <a:gd name="f1131" fmla="val 324"/>
              <a:gd name="f1132" fmla="val 300"/>
              <a:gd name="f1133" fmla="val 292"/>
              <a:gd name="f1134" fmla="val 316"/>
              <a:gd name="f1135" fmla="val 326"/>
              <a:gd name="f1136" fmla="val 353"/>
              <a:gd name="f1137" fmla="val 408"/>
              <a:gd name="f1138" fmla="val 354"/>
              <a:gd name="f1139" fmla="val 425"/>
              <a:gd name="f1140" fmla="val 342"/>
              <a:gd name="f1141" fmla="val 431"/>
              <a:gd name="f1142" fmla="val 332"/>
              <a:gd name="f1143" fmla="val 356"/>
              <a:gd name="f1144" fmla="val 453"/>
              <a:gd name="f1145" fmla="val 434"/>
              <a:gd name="f1146" fmla="val 536"/>
              <a:gd name="f1147" fmla="val 469"/>
              <a:gd name="f1148" fmla="val 362"/>
              <a:gd name="f1149" fmla="val 334"/>
              <a:gd name="f1150" fmla="val 330"/>
              <a:gd name="f1151" fmla="val 340"/>
              <a:gd name="f1152" fmla="val 358"/>
              <a:gd name="f1153" fmla="val 377"/>
              <a:gd name="f1154" fmla="val 654"/>
              <a:gd name="f1155" fmla="val 467"/>
              <a:gd name="f1156" fmla="val 478"/>
              <a:gd name="f1157" fmla="val 470"/>
              <a:gd name="f1158" fmla="val 447"/>
              <a:gd name="f1159" fmla="val 699"/>
              <a:gd name="f1160" fmla="val 724"/>
              <a:gd name="f1161" fmla="val 427"/>
              <a:gd name="f1162" fmla="val 420"/>
              <a:gd name="f1163" fmla="val 763"/>
              <a:gd name="f1164" fmla="val 770"/>
              <a:gd name="f1165" fmla="val 783"/>
              <a:gd name="f1166" fmla="val 779"/>
              <a:gd name="f1167" fmla="val 766"/>
              <a:gd name="f1168" fmla="val 310"/>
              <a:gd name="f1169" fmla="val 743"/>
              <a:gd name="f1170" fmla="val 271"/>
              <a:gd name="f1171" fmla="val 262"/>
              <a:gd name="f1172" fmla="val 263"/>
              <a:gd name="f1173" fmla="val 266"/>
              <a:gd name="f1174" fmla="val 719"/>
              <a:gd name="f1175" fmla="val 727"/>
              <a:gd name="f1176" fmla="val 276"/>
              <a:gd name="f1177" fmla="val 281"/>
              <a:gd name="f1178" fmla="val 278"/>
              <a:gd name="f1179" fmla="val 759"/>
              <a:gd name="f1180" fmla="val 282"/>
              <a:gd name="f1181" fmla="val 285"/>
              <a:gd name="f1182" fmla="val 259"/>
              <a:gd name="f1183" fmla="val 258"/>
              <a:gd name="f1184" fmla="val 758"/>
              <a:gd name="f1185" fmla="val 256"/>
              <a:gd name="f1186" fmla="val 212"/>
              <a:gd name="f1187" fmla="val 199"/>
              <a:gd name="f1188" fmla="val 185"/>
              <a:gd name="f1189" fmla="val 177"/>
              <a:gd name="f1190" fmla="val 173"/>
              <a:gd name="f1191" fmla="val 709"/>
              <a:gd name="f1192" fmla="val 159"/>
              <a:gd name="f1193" fmla="val 692"/>
              <a:gd name="f1194" fmla="val 678"/>
              <a:gd name="f1195" fmla="val 145"/>
              <a:gd name="f1196" fmla="val 142"/>
              <a:gd name="f1197" fmla="val 129"/>
              <a:gd name="f1198" fmla="val 128"/>
              <a:gd name="f1199" fmla="val 123"/>
              <a:gd name="f1200" fmla="val 495"/>
              <a:gd name="f1201" fmla="val 158"/>
              <a:gd name="f1202" fmla="val 449"/>
              <a:gd name="f1203" fmla="val 157"/>
              <a:gd name="f1204" fmla="val 191"/>
              <a:gd name="f1205" fmla="val 194"/>
              <a:gd name="f1206" fmla="val 192"/>
              <a:gd name="f1207" fmla="val 189"/>
              <a:gd name="f1208" fmla="val 186"/>
              <a:gd name="f1209" fmla="val 178"/>
              <a:gd name="f1210" fmla="val 181"/>
              <a:gd name="f1211" fmla="val 198"/>
              <a:gd name="f1212" fmla="val 200"/>
              <a:gd name="f1213" fmla="val 214"/>
              <a:gd name="f1214" fmla="val 226"/>
              <a:gd name="f1215" fmla="val 229"/>
              <a:gd name="f1216" fmla="val 257"/>
              <a:gd name="f1217" fmla="val 328"/>
              <a:gd name="f1218" fmla="val 264"/>
              <a:gd name="f1219" fmla="val 254"/>
              <a:gd name="f1220" fmla="val 1256"/>
              <a:gd name="f1221" fmla="val 1234"/>
              <a:gd name="f1222" fmla="val 1283"/>
              <a:gd name="f1223" fmla="val 1293"/>
              <a:gd name="f1224" fmla="val 1313"/>
              <a:gd name="f1225" fmla="val 1330"/>
              <a:gd name="f1226" fmla="val 1338"/>
              <a:gd name="f1227" fmla="val 1332"/>
              <a:gd name="f1228" fmla="val 1301"/>
              <a:gd name="f1229" fmla="val 700"/>
              <a:gd name="f1230" fmla="val 712"/>
              <a:gd name="f1231" fmla="val 1360"/>
              <a:gd name="f1232" fmla="val 1353"/>
              <a:gd name="f1233" fmla="val 1324"/>
              <a:gd name="f1234" fmla="val 1320"/>
              <a:gd name="f1235" fmla="val 1358"/>
              <a:gd name="f1236" fmla="val 1136"/>
              <a:gd name="f1237" fmla="val 1174"/>
              <a:gd name="f1238" fmla="val 1141"/>
              <a:gd name="f1239" fmla="val 1139"/>
              <a:gd name="f1240" fmla="val 1138"/>
              <a:gd name="f1241" fmla="val 1434"/>
              <a:gd name="f1242" fmla="val 1440"/>
              <a:gd name="f1243" fmla="val 1416"/>
              <a:gd name="f1244" fmla="val 1428"/>
              <a:gd name="f1245" fmla="val 1429"/>
              <a:gd name="f1246" fmla="val 1406"/>
              <a:gd name="f1247" fmla="+- 0 0 -90"/>
              <a:gd name="f1248" fmla="*/ f4 1 1590"/>
              <a:gd name="f1249" fmla="*/ f5 1 1029"/>
              <a:gd name="f1250" fmla="val f6"/>
              <a:gd name="f1251" fmla="val f7"/>
              <a:gd name="f1252" fmla="val f8"/>
              <a:gd name="f1253" fmla="*/ f1247 f0 1"/>
              <a:gd name="f1254" fmla="+- f1252 0 f1250"/>
              <a:gd name="f1255" fmla="+- f1251 0 f1250"/>
              <a:gd name="f1256" fmla="*/ f1253 1 f3"/>
              <a:gd name="f1257" fmla="*/ f1255 1 1590"/>
              <a:gd name="f1258" fmla="*/ f1254 1 1029"/>
              <a:gd name="f1259" fmla="*/ 499 f1255 1"/>
              <a:gd name="f1260" fmla="*/ 363 f1254 1"/>
              <a:gd name="f1261" fmla="*/ 577 f1255 1"/>
              <a:gd name="f1262" fmla="*/ 255 f1254 1"/>
              <a:gd name="f1263" fmla="*/ 506 f1255 1"/>
              <a:gd name="f1264" fmla="*/ 180 f1254 1"/>
              <a:gd name="f1265" fmla="*/ 567 f1255 1"/>
              <a:gd name="f1266" fmla="*/ 143 f1254 1"/>
              <a:gd name="f1267" fmla="*/ 644 f1255 1"/>
              <a:gd name="f1268" fmla="*/ 44 f1254 1"/>
              <a:gd name="f1269" fmla="*/ 768 f1255 1"/>
              <a:gd name="f1270" fmla="*/ 12 f1254 1"/>
              <a:gd name="f1271" fmla="*/ 882 f1255 1"/>
              <a:gd name="f1272" fmla="*/ 17 f1254 1"/>
              <a:gd name="f1273" fmla="*/ 919 f1255 1"/>
              <a:gd name="f1274" fmla="*/ 105 f1254 1"/>
              <a:gd name="f1275" fmla="*/ 982 f1255 1"/>
              <a:gd name="f1276" fmla="*/ 153 f1254 1"/>
              <a:gd name="f1277" fmla="*/ 997 f1255 1"/>
              <a:gd name="f1278" fmla="*/ 237 f1254 1"/>
              <a:gd name="f1279" fmla="*/ 912 f1255 1"/>
              <a:gd name="f1280" fmla="*/ 291 f1254 1"/>
              <a:gd name="f1281" fmla="*/ 913 f1255 1"/>
              <a:gd name="f1282" fmla="*/ 366 f1254 1"/>
              <a:gd name="f1283" fmla="*/ 803 f1255 1"/>
              <a:gd name="f1284" fmla="*/ 394 f1254 1"/>
              <a:gd name="f1285" fmla="*/ 1044 f1255 1"/>
              <a:gd name="f1286" fmla="*/ 503 f1254 1"/>
              <a:gd name="f1287" fmla="*/ 1214 f1255 1"/>
              <a:gd name="f1288" fmla="*/ 546 f1254 1"/>
              <a:gd name="f1289" fmla="*/ 1220 f1255 1"/>
              <a:gd name="f1290" fmla="*/ 460 f1254 1"/>
              <a:gd name="f1291" fmla="*/ 1250 f1255 1"/>
              <a:gd name="f1292" fmla="*/ 474 f1254 1"/>
              <a:gd name="f1293" fmla="*/ 1261 f1255 1"/>
              <a:gd name="f1294" fmla="*/ 441 f1254 1"/>
              <a:gd name="f1295" fmla="*/ 1337 f1255 1"/>
              <a:gd name="f1296" fmla="*/ 419 f1254 1"/>
              <a:gd name="f1297" fmla="*/ 1390 f1255 1"/>
              <a:gd name="f1298" fmla="*/ 389 f1254 1"/>
              <a:gd name="f1299" fmla="*/ 1447 f1255 1"/>
              <a:gd name="f1300" fmla="*/ 443 f1254 1"/>
              <a:gd name="f1301" fmla="*/ 1484 f1255 1"/>
              <a:gd name="f1302" fmla="*/ 516 f1254 1"/>
              <a:gd name="f1303" fmla="*/ 1457 f1255 1"/>
              <a:gd name="f1304" fmla="*/ 585 f1254 1"/>
              <a:gd name="f1305" fmla="*/ 1483 f1255 1"/>
              <a:gd name="f1306" fmla="*/ 644 f1254 1"/>
              <a:gd name="f1307" fmla="*/ 1439 f1255 1"/>
              <a:gd name="f1308" fmla="*/ 713 f1254 1"/>
              <a:gd name="f1309" fmla="*/ 1368 f1255 1"/>
              <a:gd name="f1310" fmla="*/ 602 f1254 1"/>
              <a:gd name="f1311" fmla="*/ 1580 f1255 1"/>
              <a:gd name="f1312" fmla="*/ 823 f1254 1"/>
              <a:gd name="f1313" fmla="*/ 1520 f1255 1"/>
              <a:gd name="f1314" fmla="*/ 1006 f1254 1"/>
              <a:gd name="f1315" fmla="*/ 1471 f1255 1"/>
              <a:gd name="f1316" fmla="*/ 829 f1254 1"/>
              <a:gd name="f1317" fmla="*/ 1172 f1255 1"/>
              <a:gd name="f1318" fmla="*/ 594 f1254 1"/>
              <a:gd name="f1319" fmla="*/ 1207 f1255 1"/>
              <a:gd name="f1320" fmla="*/ 684 f1254 1"/>
              <a:gd name="f1321" fmla="*/ 1180 f1255 1"/>
              <a:gd name="f1322" fmla="*/ 749 f1254 1"/>
              <a:gd name="f1323" fmla="*/ 1075 f1255 1"/>
              <a:gd name="f1324" fmla="*/ 767 f1254 1"/>
              <a:gd name="f1325" fmla="*/ 822 f1254 1"/>
              <a:gd name="f1326" fmla="*/ 961 f1255 1"/>
              <a:gd name="f1327" fmla="*/ 838 f1254 1"/>
              <a:gd name="f1328" fmla="*/ 911 f1255 1"/>
              <a:gd name="f1329" fmla="*/ 782 f1254 1"/>
              <a:gd name="f1330" fmla="*/ 908 f1255 1"/>
              <a:gd name="f1331" fmla="*/ 711 f1254 1"/>
              <a:gd name="f1332" fmla="*/ 825 f1255 1"/>
              <a:gd name="f1333" fmla="*/ 679 f1254 1"/>
              <a:gd name="f1334" fmla="*/ 829 f1255 1"/>
              <a:gd name="f1335" fmla="*/ 589 f1254 1"/>
              <a:gd name="f1336" fmla="*/ 894 f1255 1"/>
              <a:gd name="f1337" fmla="*/ 506 f1254 1"/>
              <a:gd name="f1338" fmla="*/ 1024 f1255 1"/>
              <a:gd name="f1339" fmla="*/ 527 f1254 1"/>
              <a:gd name="f1340" fmla="*/ 590 f1255 1"/>
              <a:gd name="f1341" fmla="*/ 493 f1254 1"/>
              <a:gd name="f1342" fmla="*/ 594 f1255 1"/>
              <a:gd name="f1343" fmla="*/ 550 f1254 1"/>
              <a:gd name="f1344" fmla="*/ 553 f1255 1"/>
              <a:gd name="f1345" fmla="*/ 286 f1255 1"/>
              <a:gd name="f1346" fmla="*/ 395 f1254 1"/>
              <a:gd name="f1347" fmla="*/ 368 f1255 1"/>
              <a:gd name="f1348" fmla="*/ 445 f1254 1"/>
              <a:gd name="f1349" fmla="*/ 416 f1255 1"/>
              <a:gd name="f1350" fmla="*/ 592 f1254 1"/>
              <a:gd name="f1351" fmla="*/ 445 f1255 1"/>
              <a:gd name="f1352" fmla="*/ 638 f1254 1"/>
              <a:gd name="f1353" fmla="*/ 435 f1255 1"/>
              <a:gd name="f1354" fmla="*/ 738 f1254 1"/>
              <a:gd name="f1355" fmla="*/ 301 f1255 1"/>
              <a:gd name="f1356" fmla="*/ 732 f1254 1"/>
              <a:gd name="f1357" fmla="*/ 278 f1255 1"/>
              <a:gd name="f1358" fmla="*/ 766 f1254 1"/>
              <a:gd name="f1359" fmla="*/ 150 f1255 1"/>
              <a:gd name="f1360" fmla="*/ 682 f1254 1"/>
              <a:gd name="f1361" fmla="*/ 159 f1255 1"/>
              <a:gd name="f1362" fmla="*/ 454 f1254 1"/>
              <a:gd name="f1363" fmla="*/ 193 f1255 1"/>
              <a:gd name="f1364" fmla="*/ 500 f1254 1"/>
              <a:gd name="f1365" fmla="*/ 8 f1255 1"/>
              <a:gd name="f1366" fmla="*/ 261 f1254 1"/>
              <a:gd name="f1367" fmla="*/ 1322 f1255 1"/>
              <a:gd name="f1368" fmla="*/ 542 f1254 1"/>
              <a:gd name="f1369" fmla="*/ 682 f1255 1"/>
              <a:gd name="f1370" fmla="*/ 371 f1254 1"/>
              <a:gd name="f1371" fmla="*/ 1348 f1255 1"/>
              <a:gd name="f1372" fmla="*/ 545 f1254 1"/>
              <a:gd name="f1373" fmla="*/ 1433 f1255 1"/>
              <a:gd name="f1374" fmla="*/ 624 f1254 1"/>
              <a:gd name="f1375" fmla="*/ 1406 f1255 1"/>
              <a:gd name="f1376" fmla="*/ 488 f1254 1"/>
              <a:gd name="f1377" fmla="+- f1256 0 f1"/>
              <a:gd name="f1378" fmla="*/ f1259 1 1590"/>
              <a:gd name="f1379" fmla="*/ f1260 1 1029"/>
              <a:gd name="f1380" fmla="*/ f1261 1 1590"/>
              <a:gd name="f1381" fmla="*/ f1262 1 1029"/>
              <a:gd name="f1382" fmla="*/ f1263 1 1590"/>
              <a:gd name="f1383" fmla="*/ f1264 1 1029"/>
              <a:gd name="f1384" fmla="*/ f1265 1 1590"/>
              <a:gd name="f1385" fmla="*/ f1266 1 1029"/>
              <a:gd name="f1386" fmla="*/ f1267 1 1590"/>
              <a:gd name="f1387" fmla="*/ f1268 1 1029"/>
              <a:gd name="f1388" fmla="*/ f1269 1 1590"/>
              <a:gd name="f1389" fmla="*/ f1270 1 1029"/>
              <a:gd name="f1390" fmla="*/ f1271 1 1590"/>
              <a:gd name="f1391" fmla="*/ f1272 1 1029"/>
              <a:gd name="f1392" fmla="*/ f1273 1 1590"/>
              <a:gd name="f1393" fmla="*/ f1274 1 1029"/>
              <a:gd name="f1394" fmla="*/ f1275 1 1590"/>
              <a:gd name="f1395" fmla="*/ f1276 1 1029"/>
              <a:gd name="f1396" fmla="*/ f1277 1 1590"/>
              <a:gd name="f1397" fmla="*/ f1278 1 1029"/>
              <a:gd name="f1398" fmla="*/ f1279 1 1590"/>
              <a:gd name="f1399" fmla="*/ f1280 1 1029"/>
              <a:gd name="f1400" fmla="*/ f1281 1 1590"/>
              <a:gd name="f1401" fmla="*/ f1282 1 1029"/>
              <a:gd name="f1402" fmla="*/ f1283 1 1590"/>
              <a:gd name="f1403" fmla="*/ f1284 1 1029"/>
              <a:gd name="f1404" fmla="*/ f1285 1 1590"/>
              <a:gd name="f1405" fmla="*/ f1286 1 1029"/>
              <a:gd name="f1406" fmla="*/ f1287 1 1590"/>
              <a:gd name="f1407" fmla="*/ f1288 1 1029"/>
              <a:gd name="f1408" fmla="*/ f1289 1 1590"/>
              <a:gd name="f1409" fmla="*/ f1290 1 1029"/>
              <a:gd name="f1410" fmla="*/ f1291 1 1590"/>
              <a:gd name="f1411" fmla="*/ f1292 1 1029"/>
              <a:gd name="f1412" fmla="*/ f1293 1 1590"/>
              <a:gd name="f1413" fmla="*/ f1294 1 1029"/>
              <a:gd name="f1414" fmla="*/ f1295 1 1590"/>
              <a:gd name="f1415" fmla="*/ f1296 1 1029"/>
              <a:gd name="f1416" fmla="*/ f1297 1 1590"/>
              <a:gd name="f1417" fmla="*/ f1298 1 1029"/>
              <a:gd name="f1418" fmla="*/ f1299 1 1590"/>
              <a:gd name="f1419" fmla="*/ f1300 1 1029"/>
              <a:gd name="f1420" fmla="*/ f1301 1 1590"/>
              <a:gd name="f1421" fmla="*/ f1302 1 1029"/>
              <a:gd name="f1422" fmla="*/ f1303 1 1590"/>
              <a:gd name="f1423" fmla="*/ f1304 1 1029"/>
              <a:gd name="f1424" fmla="*/ f1305 1 1590"/>
              <a:gd name="f1425" fmla="*/ f1306 1 1029"/>
              <a:gd name="f1426" fmla="*/ f1307 1 1590"/>
              <a:gd name="f1427" fmla="*/ f1308 1 1029"/>
              <a:gd name="f1428" fmla="*/ f1309 1 1590"/>
              <a:gd name="f1429" fmla="*/ f1310 1 1029"/>
              <a:gd name="f1430" fmla="*/ f1311 1 1590"/>
              <a:gd name="f1431" fmla="*/ f1312 1 1029"/>
              <a:gd name="f1432" fmla="*/ f1313 1 1590"/>
              <a:gd name="f1433" fmla="*/ f1314 1 1029"/>
              <a:gd name="f1434" fmla="*/ f1315 1 1590"/>
              <a:gd name="f1435" fmla="*/ f1316 1 1029"/>
              <a:gd name="f1436" fmla="*/ f1317 1 1590"/>
              <a:gd name="f1437" fmla="*/ f1318 1 1029"/>
              <a:gd name="f1438" fmla="*/ f1319 1 1590"/>
              <a:gd name="f1439" fmla="*/ f1320 1 1029"/>
              <a:gd name="f1440" fmla="*/ f1321 1 1590"/>
              <a:gd name="f1441" fmla="*/ f1322 1 1029"/>
              <a:gd name="f1442" fmla="*/ f1323 1 1590"/>
              <a:gd name="f1443" fmla="*/ f1324 1 1029"/>
              <a:gd name="f1444" fmla="*/ f1325 1 1029"/>
              <a:gd name="f1445" fmla="*/ f1326 1 1590"/>
              <a:gd name="f1446" fmla="*/ f1327 1 1029"/>
              <a:gd name="f1447" fmla="*/ f1328 1 1590"/>
              <a:gd name="f1448" fmla="*/ f1329 1 1029"/>
              <a:gd name="f1449" fmla="*/ f1330 1 1590"/>
              <a:gd name="f1450" fmla="*/ f1331 1 1029"/>
              <a:gd name="f1451" fmla="*/ f1332 1 1590"/>
              <a:gd name="f1452" fmla="*/ f1333 1 1029"/>
              <a:gd name="f1453" fmla="*/ f1334 1 1590"/>
              <a:gd name="f1454" fmla="*/ f1335 1 1029"/>
              <a:gd name="f1455" fmla="*/ f1336 1 1590"/>
              <a:gd name="f1456" fmla="*/ f1337 1 1029"/>
              <a:gd name="f1457" fmla="*/ f1338 1 1590"/>
              <a:gd name="f1458" fmla="*/ f1339 1 1029"/>
              <a:gd name="f1459" fmla="*/ f1340 1 1590"/>
              <a:gd name="f1460" fmla="*/ f1341 1 1029"/>
              <a:gd name="f1461" fmla="*/ f1342 1 1590"/>
              <a:gd name="f1462" fmla="*/ f1343 1 1029"/>
              <a:gd name="f1463" fmla="*/ f1344 1 1590"/>
              <a:gd name="f1464" fmla="*/ f1345 1 1590"/>
              <a:gd name="f1465" fmla="*/ f1346 1 1029"/>
              <a:gd name="f1466" fmla="*/ f1347 1 1590"/>
              <a:gd name="f1467" fmla="*/ f1348 1 1029"/>
              <a:gd name="f1468" fmla="*/ f1349 1 1590"/>
              <a:gd name="f1469" fmla="*/ f1350 1 1029"/>
              <a:gd name="f1470" fmla="*/ f1351 1 1590"/>
              <a:gd name="f1471" fmla="*/ f1352 1 1029"/>
              <a:gd name="f1472" fmla="*/ f1353 1 1590"/>
              <a:gd name="f1473" fmla="*/ f1354 1 1029"/>
              <a:gd name="f1474" fmla="*/ f1355 1 1590"/>
              <a:gd name="f1475" fmla="*/ f1356 1 1029"/>
              <a:gd name="f1476" fmla="*/ f1357 1 1590"/>
              <a:gd name="f1477" fmla="*/ f1358 1 1029"/>
              <a:gd name="f1478" fmla="*/ f1359 1 1590"/>
              <a:gd name="f1479" fmla="*/ f1360 1 1029"/>
              <a:gd name="f1480" fmla="*/ f1361 1 1590"/>
              <a:gd name="f1481" fmla="*/ f1362 1 1029"/>
              <a:gd name="f1482" fmla="*/ f1363 1 1590"/>
              <a:gd name="f1483" fmla="*/ f1364 1 1029"/>
              <a:gd name="f1484" fmla="*/ f1365 1 1590"/>
              <a:gd name="f1485" fmla="*/ f1366 1 1029"/>
              <a:gd name="f1486" fmla="*/ f1367 1 1590"/>
              <a:gd name="f1487" fmla="*/ f1368 1 1029"/>
              <a:gd name="f1488" fmla="*/ f1369 1 1590"/>
              <a:gd name="f1489" fmla="*/ f1370 1 1029"/>
              <a:gd name="f1490" fmla="*/ f1371 1 1590"/>
              <a:gd name="f1491" fmla="*/ f1372 1 1029"/>
              <a:gd name="f1492" fmla="*/ f1373 1 1590"/>
              <a:gd name="f1493" fmla="*/ f1374 1 1029"/>
              <a:gd name="f1494" fmla="*/ f1375 1 1590"/>
              <a:gd name="f1495" fmla="*/ f1376 1 1029"/>
              <a:gd name="f1496" fmla="*/ 0 1 f1257"/>
              <a:gd name="f1497" fmla="*/ f1251 1 f1257"/>
              <a:gd name="f1498" fmla="*/ 0 1 f1258"/>
              <a:gd name="f1499" fmla="*/ f1252 1 f1258"/>
              <a:gd name="f1500" fmla="*/ f1378 1 f1257"/>
              <a:gd name="f1501" fmla="*/ f1379 1 f1258"/>
              <a:gd name="f1502" fmla="*/ f1380 1 f1257"/>
              <a:gd name="f1503" fmla="*/ f1381 1 f1258"/>
              <a:gd name="f1504" fmla="*/ f1382 1 f1257"/>
              <a:gd name="f1505" fmla="*/ f1383 1 f1258"/>
              <a:gd name="f1506" fmla="*/ f1384 1 f1257"/>
              <a:gd name="f1507" fmla="*/ f1385 1 f1258"/>
              <a:gd name="f1508" fmla="*/ f1386 1 f1257"/>
              <a:gd name="f1509" fmla="*/ f1387 1 f1258"/>
              <a:gd name="f1510" fmla="*/ f1388 1 f1257"/>
              <a:gd name="f1511" fmla="*/ f1389 1 f1258"/>
              <a:gd name="f1512" fmla="*/ f1390 1 f1257"/>
              <a:gd name="f1513" fmla="*/ f1391 1 f1258"/>
              <a:gd name="f1514" fmla="*/ f1392 1 f1257"/>
              <a:gd name="f1515" fmla="*/ f1393 1 f1258"/>
              <a:gd name="f1516" fmla="*/ f1394 1 f1257"/>
              <a:gd name="f1517" fmla="*/ f1395 1 f1258"/>
              <a:gd name="f1518" fmla="*/ f1396 1 f1257"/>
              <a:gd name="f1519" fmla="*/ f1397 1 f1258"/>
              <a:gd name="f1520" fmla="*/ f1398 1 f1257"/>
              <a:gd name="f1521" fmla="*/ f1399 1 f1258"/>
              <a:gd name="f1522" fmla="*/ f1400 1 f1257"/>
              <a:gd name="f1523" fmla="*/ f1401 1 f1258"/>
              <a:gd name="f1524" fmla="*/ f1402 1 f1257"/>
              <a:gd name="f1525" fmla="*/ f1403 1 f1258"/>
              <a:gd name="f1526" fmla="*/ f1404 1 f1257"/>
              <a:gd name="f1527" fmla="*/ f1405 1 f1258"/>
              <a:gd name="f1528" fmla="*/ f1406 1 f1257"/>
              <a:gd name="f1529" fmla="*/ f1407 1 f1258"/>
              <a:gd name="f1530" fmla="*/ f1408 1 f1257"/>
              <a:gd name="f1531" fmla="*/ f1409 1 f1258"/>
              <a:gd name="f1532" fmla="*/ f1410 1 f1257"/>
              <a:gd name="f1533" fmla="*/ f1411 1 f1258"/>
              <a:gd name="f1534" fmla="*/ f1412 1 f1257"/>
              <a:gd name="f1535" fmla="*/ f1413 1 f1258"/>
              <a:gd name="f1536" fmla="*/ f1414 1 f1257"/>
              <a:gd name="f1537" fmla="*/ f1415 1 f1258"/>
              <a:gd name="f1538" fmla="*/ f1416 1 f1257"/>
              <a:gd name="f1539" fmla="*/ f1417 1 f1258"/>
              <a:gd name="f1540" fmla="*/ f1418 1 f1257"/>
              <a:gd name="f1541" fmla="*/ f1419 1 f1258"/>
              <a:gd name="f1542" fmla="*/ f1420 1 f1257"/>
              <a:gd name="f1543" fmla="*/ f1421 1 f1258"/>
              <a:gd name="f1544" fmla="*/ f1422 1 f1257"/>
              <a:gd name="f1545" fmla="*/ f1423 1 f1258"/>
              <a:gd name="f1546" fmla="*/ f1424 1 f1257"/>
              <a:gd name="f1547" fmla="*/ f1425 1 f1258"/>
              <a:gd name="f1548" fmla="*/ f1426 1 f1257"/>
              <a:gd name="f1549" fmla="*/ f1427 1 f1258"/>
              <a:gd name="f1550" fmla="*/ f1428 1 f1257"/>
              <a:gd name="f1551" fmla="*/ f1429 1 f1258"/>
              <a:gd name="f1552" fmla="*/ f1430 1 f1257"/>
              <a:gd name="f1553" fmla="*/ f1431 1 f1258"/>
              <a:gd name="f1554" fmla="*/ f1432 1 f1257"/>
              <a:gd name="f1555" fmla="*/ f1433 1 f1258"/>
              <a:gd name="f1556" fmla="*/ f1434 1 f1257"/>
              <a:gd name="f1557" fmla="*/ f1435 1 f1258"/>
              <a:gd name="f1558" fmla="*/ f1436 1 f1257"/>
              <a:gd name="f1559" fmla="*/ f1437 1 f1258"/>
              <a:gd name="f1560" fmla="*/ f1438 1 f1257"/>
              <a:gd name="f1561" fmla="*/ f1439 1 f1258"/>
              <a:gd name="f1562" fmla="*/ f1440 1 f1257"/>
              <a:gd name="f1563" fmla="*/ f1441 1 f1258"/>
              <a:gd name="f1564" fmla="*/ f1442 1 f1257"/>
              <a:gd name="f1565" fmla="*/ f1443 1 f1258"/>
              <a:gd name="f1566" fmla="*/ f1444 1 f1258"/>
              <a:gd name="f1567" fmla="*/ f1445 1 f1257"/>
              <a:gd name="f1568" fmla="*/ f1446 1 f1258"/>
              <a:gd name="f1569" fmla="*/ f1447 1 f1257"/>
              <a:gd name="f1570" fmla="*/ f1448 1 f1258"/>
              <a:gd name="f1571" fmla="*/ f1449 1 f1257"/>
              <a:gd name="f1572" fmla="*/ f1450 1 f1258"/>
              <a:gd name="f1573" fmla="*/ f1451 1 f1257"/>
              <a:gd name="f1574" fmla="*/ f1452 1 f1258"/>
              <a:gd name="f1575" fmla="*/ f1453 1 f1257"/>
              <a:gd name="f1576" fmla="*/ f1454 1 f1258"/>
              <a:gd name="f1577" fmla="*/ f1455 1 f1257"/>
              <a:gd name="f1578" fmla="*/ f1456 1 f1258"/>
              <a:gd name="f1579" fmla="*/ f1457 1 f1257"/>
              <a:gd name="f1580" fmla="*/ f1458 1 f1258"/>
              <a:gd name="f1581" fmla="*/ f1459 1 f1257"/>
              <a:gd name="f1582" fmla="*/ f1460 1 f1258"/>
              <a:gd name="f1583" fmla="*/ f1461 1 f1257"/>
              <a:gd name="f1584" fmla="*/ f1462 1 f1258"/>
              <a:gd name="f1585" fmla="*/ f1463 1 f1257"/>
              <a:gd name="f1586" fmla="*/ f1464 1 f1257"/>
              <a:gd name="f1587" fmla="*/ f1465 1 f1258"/>
              <a:gd name="f1588" fmla="*/ f1466 1 f1257"/>
              <a:gd name="f1589" fmla="*/ f1467 1 f1258"/>
              <a:gd name="f1590" fmla="*/ f1468 1 f1257"/>
              <a:gd name="f1591" fmla="*/ f1469 1 f1258"/>
              <a:gd name="f1592" fmla="*/ f1470 1 f1257"/>
              <a:gd name="f1593" fmla="*/ f1471 1 f1258"/>
              <a:gd name="f1594" fmla="*/ f1472 1 f1257"/>
              <a:gd name="f1595" fmla="*/ f1473 1 f1258"/>
              <a:gd name="f1596" fmla="*/ f1474 1 f1257"/>
              <a:gd name="f1597" fmla="*/ f1475 1 f1258"/>
              <a:gd name="f1598" fmla="*/ f1476 1 f1257"/>
              <a:gd name="f1599" fmla="*/ f1477 1 f1258"/>
              <a:gd name="f1600" fmla="*/ f1478 1 f1257"/>
              <a:gd name="f1601" fmla="*/ f1479 1 f1258"/>
              <a:gd name="f1602" fmla="*/ f1480 1 f1257"/>
              <a:gd name="f1603" fmla="*/ f1481 1 f1258"/>
              <a:gd name="f1604" fmla="*/ f1482 1 f1257"/>
              <a:gd name="f1605" fmla="*/ f1483 1 f1258"/>
              <a:gd name="f1606" fmla="*/ f1484 1 f1257"/>
              <a:gd name="f1607" fmla="*/ f1485 1 f1258"/>
              <a:gd name="f1608" fmla="*/ f1486 1 f1257"/>
              <a:gd name="f1609" fmla="*/ f1487 1 f1258"/>
              <a:gd name="f1610" fmla="*/ f1488 1 f1257"/>
              <a:gd name="f1611" fmla="*/ f1489 1 f1258"/>
              <a:gd name="f1612" fmla="*/ f1490 1 f1257"/>
              <a:gd name="f1613" fmla="*/ f1491 1 f1258"/>
              <a:gd name="f1614" fmla="*/ f1492 1 f1257"/>
              <a:gd name="f1615" fmla="*/ f1493 1 f1258"/>
              <a:gd name="f1616" fmla="*/ f1494 1 f1257"/>
              <a:gd name="f1617" fmla="*/ f1495 1 f1258"/>
              <a:gd name="f1618" fmla="*/ f1496 f1248 1"/>
              <a:gd name="f1619" fmla="*/ f1497 f1248 1"/>
              <a:gd name="f1620" fmla="*/ f1499 f1249 1"/>
              <a:gd name="f1621" fmla="*/ f1498 f1249 1"/>
              <a:gd name="f1622" fmla="*/ f1500 f1248 1"/>
              <a:gd name="f1623" fmla="*/ f1501 f1249 1"/>
              <a:gd name="f1624" fmla="*/ f1502 f1248 1"/>
              <a:gd name="f1625" fmla="*/ f1503 f1249 1"/>
              <a:gd name="f1626" fmla="*/ f1504 f1248 1"/>
              <a:gd name="f1627" fmla="*/ f1505 f1249 1"/>
              <a:gd name="f1628" fmla="*/ f1506 f1248 1"/>
              <a:gd name="f1629" fmla="*/ f1507 f1249 1"/>
              <a:gd name="f1630" fmla="*/ f1508 f1248 1"/>
              <a:gd name="f1631" fmla="*/ f1509 f1249 1"/>
              <a:gd name="f1632" fmla="*/ f1510 f1248 1"/>
              <a:gd name="f1633" fmla="*/ f1511 f1249 1"/>
              <a:gd name="f1634" fmla="*/ f1512 f1248 1"/>
              <a:gd name="f1635" fmla="*/ f1513 f1249 1"/>
              <a:gd name="f1636" fmla="*/ f1514 f1248 1"/>
              <a:gd name="f1637" fmla="*/ f1515 f1249 1"/>
              <a:gd name="f1638" fmla="*/ f1516 f1248 1"/>
              <a:gd name="f1639" fmla="*/ f1517 f1249 1"/>
              <a:gd name="f1640" fmla="*/ f1518 f1248 1"/>
              <a:gd name="f1641" fmla="*/ f1519 f1249 1"/>
              <a:gd name="f1642" fmla="*/ f1520 f1248 1"/>
              <a:gd name="f1643" fmla="*/ f1521 f1249 1"/>
              <a:gd name="f1644" fmla="*/ f1522 f1248 1"/>
              <a:gd name="f1645" fmla="*/ f1523 f1249 1"/>
              <a:gd name="f1646" fmla="*/ f1524 f1248 1"/>
              <a:gd name="f1647" fmla="*/ f1525 f1249 1"/>
              <a:gd name="f1648" fmla="*/ f1526 f1248 1"/>
              <a:gd name="f1649" fmla="*/ f1527 f1249 1"/>
              <a:gd name="f1650" fmla="*/ f1528 f1248 1"/>
              <a:gd name="f1651" fmla="*/ f1529 f1249 1"/>
              <a:gd name="f1652" fmla="*/ f1530 f1248 1"/>
              <a:gd name="f1653" fmla="*/ f1531 f1249 1"/>
              <a:gd name="f1654" fmla="*/ f1532 f1248 1"/>
              <a:gd name="f1655" fmla="*/ f1533 f1249 1"/>
              <a:gd name="f1656" fmla="*/ f1534 f1248 1"/>
              <a:gd name="f1657" fmla="*/ f1535 f1249 1"/>
              <a:gd name="f1658" fmla="*/ f1536 f1248 1"/>
              <a:gd name="f1659" fmla="*/ f1537 f1249 1"/>
              <a:gd name="f1660" fmla="*/ f1538 f1248 1"/>
              <a:gd name="f1661" fmla="*/ f1539 f1249 1"/>
              <a:gd name="f1662" fmla="*/ f1540 f1248 1"/>
              <a:gd name="f1663" fmla="*/ f1541 f1249 1"/>
              <a:gd name="f1664" fmla="*/ f1542 f1248 1"/>
              <a:gd name="f1665" fmla="*/ f1543 f1249 1"/>
              <a:gd name="f1666" fmla="*/ f1544 f1248 1"/>
              <a:gd name="f1667" fmla="*/ f1545 f1249 1"/>
              <a:gd name="f1668" fmla="*/ f1546 f1248 1"/>
              <a:gd name="f1669" fmla="*/ f1547 f1249 1"/>
              <a:gd name="f1670" fmla="*/ f1548 f1248 1"/>
              <a:gd name="f1671" fmla="*/ f1549 f1249 1"/>
              <a:gd name="f1672" fmla="*/ f1550 f1248 1"/>
              <a:gd name="f1673" fmla="*/ f1551 f1249 1"/>
              <a:gd name="f1674" fmla="*/ f1552 f1248 1"/>
              <a:gd name="f1675" fmla="*/ f1553 f1249 1"/>
              <a:gd name="f1676" fmla="*/ f1554 f1248 1"/>
              <a:gd name="f1677" fmla="*/ f1555 f1249 1"/>
              <a:gd name="f1678" fmla="*/ f1556 f1248 1"/>
              <a:gd name="f1679" fmla="*/ f1557 f1249 1"/>
              <a:gd name="f1680" fmla="*/ f1558 f1248 1"/>
              <a:gd name="f1681" fmla="*/ f1559 f1249 1"/>
              <a:gd name="f1682" fmla="*/ f1560 f1248 1"/>
              <a:gd name="f1683" fmla="*/ f1561 f1249 1"/>
              <a:gd name="f1684" fmla="*/ f1562 f1248 1"/>
              <a:gd name="f1685" fmla="*/ f1563 f1249 1"/>
              <a:gd name="f1686" fmla="*/ f1564 f1248 1"/>
              <a:gd name="f1687" fmla="*/ f1565 f1249 1"/>
              <a:gd name="f1688" fmla="*/ f1566 f1249 1"/>
              <a:gd name="f1689" fmla="*/ f1567 f1248 1"/>
              <a:gd name="f1690" fmla="*/ f1568 f1249 1"/>
              <a:gd name="f1691" fmla="*/ f1569 f1248 1"/>
              <a:gd name="f1692" fmla="*/ f1570 f1249 1"/>
              <a:gd name="f1693" fmla="*/ f1571 f1248 1"/>
              <a:gd name="f1694" fmla="*/ f1572 f1249 1"/>
              <a:gd name="f1695" fmla="*/ f1573 f1248 1"/>
              <a:gd name="f1696" fmla="*/ f1574 f1249 1"/>
              <a:gd name="f1697" fmla="*/ f1575 f1248 1"/>
              <a:gd name="f1698" fmla="*/ f1576 f1249 1"/>
              <a:gd name="f1699" fmla="*/ f1577 f1248 1"/>
              <a:gd name="f1700" fmla="*/ f1578 f1249 1"/>
              <a:gd name="f1701" fmla="*/ f1579 f1248 1"/>
              <a:gd name="f1702" fmla="*/ f1580 f1249 1"/>
              <a:gd name="f1703" fmla="*/ f1581 f1248 1"/>
              <a:gd name="f1704" fmla="*/ f1582 f1249 1"/>
              <a:gd name="f1705" fmla="*/ f1583 f1248 1"/>
              <a:gd name="f1706" fmla="*/ f1584 f1249 1"/>
              <a:gd name="f1707" fmla="*/ f1585 f1248 1"/>
              <a:gd name="f1708" fmla="*/ f1586 f1248 1"/>
              <a:gd name="f1709" fmla="*/ f1587 f1249 1"/>
              <a:gd name="f1710" fmla="*/ f1588 f1248 1"/>
              <a:gd name="f1711" fmla="*/ f1589 f1249 1"/>
              <a:gd name="f1712" fmla="*/ f1590 f1248 1"/>
              <a:gd name="f1713" fmla="*/ f1591 f1249 1"/>
              <a:gd name="f1714" fmla="*/ f1592 f1248 1"/>
              <a:gd name="f1715" fmla="*/ f1593 f1249 1"/>
              <a:gd name="f1716" fmla="*/ f1594 f1248 1"/>
              <a:gd name="f1717" fmla="*/ f1595 f1249 1"/>
              <a:gd name="f1718" fmla="*/ f1596 f1248 1"/>
              <a:gd name="f1719" fmla="*/ f1597 f1249 1"/>
              <a:gd name="f1720" fmla="*/ f1598 f1248 1"/>
              <a:gd name="f1721" fmla="*/ f1599 f1249 1"/>
              <a:gd name="f1722" fmla="*/ f1600 f1248 1"/>
              <a:gd name="f1723" fmla="*/ f1601 f1249 1"/>
              <a:gd name="f1724" fmla="*/ f1602 f1248 1"/>
              <a:gd name="f1725" fmla="*/ f1603 f1249 1"/>
              <a:gd name="f1726" fmla="*/ f1604 f1248 1"/>
              <a:gd name="f1727" fmla="*/ f1605 f1249 1"/>
              <a:gd name="f1728" fmla="*/ f1606 f1248 1"/>
              <a:gd name="f1729" fmla="*/ f1607 f1249 1"/>
              <a:gd name="f1730" fmla="*/ f1608 f1248 1"/>
              <a:gd name="f1731" fmla="*/ f1609 f1249 1"/>
              <a:gd name="f1732" fmla="*/ f1610 f1248 1"/>
              <a:gd name="f1733" fmla="*/ f1611 f1249 1"/>
              <a:gd name="f1734" fmla="*/ f1612 f1248 1"/>
              <a:gd name="f1735" fmla="*/ f1613 f1249 1"/>
              <a:gd name="f1736" fmla="*/ f1614 f1248 1"/>
              <a:gd name="f1737" fmla="*/ f1615 f1249 1"/>
              <a:gd name="f1738" fmla="*/ f1616 f1248 1"/>
              <a:gd name="f1739" fmla="*/ f1617 f124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1377">
                <a:pos x="f1622" y="f1623"/>
              </a:cxn>
              <a:cxn ang="f1377">
                <a:pos x="f1624" y="f1625"/>
              </a:cxn>
              <a:cxn ang="f1377">
                <a:pos x="f1626" y="f1627"/>
              </a:cxn>
              <a:cxn ang="f1377">
                <a:pos x="f1628" y="f1629"/>
              </a:cxn>
              <a:cxn ang="f1377">
                <a:pos x="f1630" y="f1631"/>
              </a:cxn>
              <a:cxn ang="f1377">
                <a:pos x="f1632" y="f1633"/>
              </a:cxn>
              <a:cxn ang="f1377">
                <a:pos x="f1634" y="f1635"/>
              </a:cxn>
              <a:cxn ang="f1377">
                <a:pos x="f1636" y="f1637"/>
              </a:cxn>
              <a:cxn ang="f1377">
                <a:pos x="f1638" y="f1639"/>
              </a:cxn>
              <a:cxn ang="f1377">
                <a:pos x="f1640" y="f1641"/>
              </a:cxn>
              <a:cxn ang="f1377">
                <a:pos x="f1642" y="f1643"/>
              </a:cxn>
              <a:cxn ang="f1377">
                <a:pos x="f1644" y="f1645"/>
              </a:cxn>
              <a:cxn ang="f1377">
                <a:pos x="f1646" y="f1647"/>
              </a:cxn>
              <a:cxn ang="f1377">
                <a:pos x="f1648" y="f1649"/>
              </a:cxn>
              <a:cxn ang="f1377">
                <a:pos x="f1650" y="f1651"/>
              </a:cxn>
              <a:cxn ang="f1377">
                <a:pos x="f1652" y="f1653"/>
              </a:cxn>
              <a:cxn ang="f1377">
                <a:pos x="f1654" y="f1655"/>
              </a:cxn>
              <a:cxn ang="f1377">
                <a:pos x="f1656" y="f1657"/>
              </a:cxn>
              <a:cxn ang="f1377">
                <a:pos x="f1658" y="f1659"/>
              </a:cxn>
              <a:cxn ang="f1377">
                <a:pos x="f1660" y="f1661"/>
              </a:cxn>
              <a:cxn ang="f1377">
                <a:pos x="f1662" y="f1663"/>
              </a:cxn>
              <a:cxn ang="f1377">
                <a:pos x="f1664" y="f1665"/>
              </a:cxn>
              <a:cxn ang="f1377">
                <a:pos x="f1666" y="f1667"/>
              </a:cxn>
              <a:cxn ang="f1377">
                <a:pos x="f1668" y="f1669"/>
              </a:cxn>
              <a:cxn ang="f1377">
                <a:pos x="f1670" y="f1671"/>
              </a:cxn>
              <a:cxn ang="f1377">
                <a:pos x="f1672" y="f1673"/>
              </a:cxn>
              <a:cxn ang="f1377">
                <a:pos x="f1674" y="f1675"/>
              </a:cxn>
              <a:cxn ang="f1377">
                <a:pos x="f1676" y="f1677"/>
              </a:cxn>
              <a:cxn ang="f1377">
                <a:pos x="f1678" y="f1679"/>
              </a:cxn>
              <a:cxn ang="f1377">
                <a:pos x="f1680" y="f1681"/>
              </a:cxn>
              <a:cxn ang="f1377">
                <a:pos x="f1682" y="f1683"/>
              </a:cxn>
              <a:cxn ang="f1377">
                <a:pos x="f1684" y="f1685"/>
              </a:cxn>
              <a:cxn ang="f1377">
                <a:pos x="f1686" y="f1687"/>
              </a:cxn>
              <a:cxn ang="f1377">
                <a:pos x="f1648" y="f1688"/>
              </a:cxn>
              <a:cxn ang="f1377">
                <a:pos x="f1689" y="f1690"/>
              </a:cxn>
              <a:cxn ang="f1377">
                <a:pos x="f1691" y="f1692"/>
              </a:cxn>
              <a:cxn ang="f1377">
                <a:pos x="f1693" y="f1694"/>
              </a:cxn>
              <a:cxn ang="f1377">
                <a:pos x="f1695" y="f1696"/>
              </a:cxn>
              <a:cxn ang="f1377">
                <a:pos x="f1697" y="f1698"/>
              </a:cxn>
              <a:cxn ang="f1377">
                <a:pos x="f1699" y="f1700"/>
              </a:cxn>
              <a:cxn ang="f1377">
                <a:pos x="f1701" y="f1702"/>
              </a:cxn>
              <a:cxn ang="f1377">
                <a:pos x="f1703" y="f1704"/>
              </a:cxn>
              <a:cxn ang="f1377">
                <a:pos x="f1705" y="f1706"/>
              </a:cxn>
              <a:cxn ang="f1377">
                <a:pos x="f1707" y="f1649"/>
              </a:cxn>
              <a:cxn ang="f1377">
                <a:pos x="f1708" y="f1709"/>
              </a:cxn>
              <a:cxn ang="f1377">
                <a:pos x="f1710" y="f1711"/>
              </a:cxn>
              <a:cxn ang="f1377">
                <a:pos x="f1712" y="f1713"/>
              </a:cxn>
              <a:cxn ang="f1377">
                <a:pos x="f1714" y="f1715"/>
              </a:cxn>
              <a:cxn ang="f1377">
                <a:pos x="f1716" y="f1717"/>
              </a:cxn>
              <a:cxn ang="f1377">
                <a:pos x="f1718" y="f1719"/>
              </a:cxn>
              <a:cxn ang="f1377">
                <a:pos x="f1720" y="f1721"/>
              </a:cxn>
              <a:cxn ang="f1377">
                <a:pos x="f1722" y="f1723"/>
              </a:cxn>
              <a:cxn ang="f1377">
                <a:pos x="f1724" y="f1725"/>
              </a:cxn>
              <a:cxn ang="f1377">
                <a:pos x="f1726" y="f1727"/>
              </a:cxn>
              <a:cxn ang="f1377">
                <a:pos x="f1728" y="f1729"/>
              </a:cxn>
              <a:cxn ang="f1377">
                <a:pos x="f1730" y="f1731"/>
              </a:cxn>
              <a:cxn ang="f1377">
                <a:pos x="f1732" y="f1733"/>
              </a:cxn>
              <a:cxn ang="f1377">
                <a:pos x="f1734" y="f1735"/>
              </a:cxn>
              <a:cxn ang="f1377">
                <a:pos x="f1736" y="f1737"/>
              </a:cxn>
              <a:cxn ang="f1377">
                <a:pos x="f1738" y="f1739"/>
              </a:cxn>
            </a:cxnLst>
            <a:rect l="f1618" t="f1621" r="f1619" b="f1620"/>
            <a:pathLst>
              <a:path w="1590" h="1029">
                <a:moveTo>
                  <a:pt x="f6" y="f9"/>
                </a:moveTo>
                <a:cubicBezTo>
                  <a:pt x="f10" y="f11"/>
                  <a:pt x="f12" y="f13"/>
                  <a:pt x="f14" y="f15"/>
                </a:cubicBezTo>
                <a:cubicBezTo>
                  <a:pt x="f16" y="f17"/>
                  <a:pt x="f18" y="f19"/>
                  <a:pt x="f20" y="f21"/>
                </a:cubicBezTo>
                <a:cubicBezTo>
                  <a:pt x="f9" y="f22"/>
                  <a:pt x="f23" y="f24"/>
                  <a:pt x="f25" y="f26"/>
                </a:cubicBezTo>
                <a:cubicBezTo>
                  <a:pt x="f27" y="f28"/>
                  <a:pt x="f29" y="f30"/>
                  <a:pt x="f31" y="f32"/>
                </a:cubicBezTo>
                <a:cubicBezTo>
                  <a:pt x="f33" y="f34"/>
                  <a:pt x="f35" y="f34"/>
                  <a:pt x="f36" y="f28"/>
                </a:cubicBezTo>
                <a:cubicBezTo>
                  <a:pt x="f37" y="f38"/>
                  <a:pt x="f39" y="f40"/>
                  <a:pt x="f41" y="f42"/>
                </a:cubicBezTo>
                <a:cubicBezTo>
                  <a:pt x="f43" y="f44"/>
                  <a:pt x="f40" y="f45"/>
                  <a:pt x="f46" y="f45"/>
                </a:cubicBezTo>
                <a:cubicBezTo>
                  <a:pt x="f47" y="f48"/>
                  <a:pt x="f49" y="f48"/>
                  <a:pt x="f50" y="f51"/>
                </a:cubicBezTo>
                <a:cubicBezTo>
                  <a:pt x="f52" y="f53"/>
                  <a:pt x="f54" y="f46"/>
                  <a:pt x="f55" y="f56"/>
                </a:cubicBezTo>
                <a:cubicBezTo>
                  <a:pt x="f57" y="f58"/>
                  <a:pt x="f59" y="f56"/>
                  <a:pt x="f60" y="f46"/>
                </a:cubicBezTo>
                <a:cubicBezTo>
                  <a:pt x="f61" y="f62"/>
                  <a:pt x="f63" y="f2"/>
                  <a:pt x="f64" y="f65"/>
                </a:cubicBezTo>
                <a:cubicBezTo>
                  <a:pt x="f66" y="f67"/>
                  <a:pt x="f68" y="f69"/>
                  <a:pt x="f70" y="f71"/>
                </a:cubicBezTo>
                <a:cubicBezTo>
                  <a:pt x="f72" y="f29"/>
                  <a:pt x="f73" y="f74"/>
                  <a:pt x="f75" y="f76"/>
                </a:cubicBezTo>
                <a:cubicBezTo>
                  <a:pt x="f77" y="f76"/>
                  <a:pt x="f78" y="f15"/>
                  <a:pt x="f79" y="f23"/>
                </a:cubicBezTo>
                <a:cubicBezTo>
                  <a:pt x="f80" y="f74"/>
                  <a:pt x="f81" y="f74"/>
                  <a:pt x="f82" y="f74"/>
                </a:cubicBezTo>
                <a:cubicBezTo>
                  <a:pt x="f83" y="f74"/>
                  <a:pt x="f83" y="f74"/>
                  <a:pt x="f83" y="f74"/>
                </a:cubicBezTo>
                <a:cubicBezTo>
                  <a:pt x="f84" y="f85"/>
                  <a:pt x="f86" y="f87"/>
                  <a:pt x="f88" y="f89"/>
                </a:cubicBezTo>
                <a:cubicBezTo>
                  <a:pt x="f90" y="f91"/>
                  <a:pt x="f92" y="f93"/>
                  <a:pt x="f94" y="f15"/>
                </a:cubicBezTo>
                <a:cubicBezTo>
                  <a:pt x="f95" y="f96"/>
                  <a:pt x="f97" y="f13"/>
                  <a:pt x="f54" y="f98"/>
                </a:cubicBezTo>
                <a:cubicBezTo>
                  <a:pt x="f99" y="f100"/>
                  <a:pt x="f101" y="f102"/>
                  <a:pt x="f103" y="f104"/>
                </a:cubicBezTo>
                <a:cubicBezTo>
                  <a:pt x="f105" y="f104"/>
                  <a:pt x="f106" y="f104"/>
                  <a:pt x="f107" y="f108"/>
                </a:cubicBezTo>
                <a:cubicBezTo>
                  <a:pt x="f109" y="f110"/>
                  <a:pt x="f111" y="f112"/>
                  <a:pt x="f113" y="f114"/>
                </a:cubicBezTo>
                <a:cubicBezTo>
                  <a:pt x="f115" y="f116"/>
                  <a:pt x="f117" y="f118"/>
                  <a:pt x="f119" y="f120"/>
                </a:cubicBezTo>
                <a:cubicBezTo>
                  <a:pt x="f121" y="f122"/>
                  <a:pt x="f123" y="f124"/>
                  <a:pt x="f125" y="f126"/>
                </a:cubicBezTo>
                <a:cubicBezTo>
                  <a:pt x="f127" y="f128"/>
                  <a:pt x="f129" y="f130"/>
                  <a:pt x="f131" y="f132"/>
                </a:cubicBezTo>
                <a:cubicBezTo>
                  <a:pt x="f133" y="f134"/>
                  <a:pt x="f129" y="f135"/>
                  <a:pt x="f136" y="f3"/>
                </a:cubicBezTo>
                <a:cubicBezTo>
                  <a:pt x="f137" y="f138"/>
                  <a:pt x="f137" y="f139"/>
                  <a:pt x="f140" y="f141"/>
                </a:cubicBezTo>
                <a:cubicBezTo>
                  <a:pt x="f131" y="f18"/>
                  <a:pt x="f121" y="f142"/>
                  <a:pt x="f143" y="f144"/>
                </a:cubicBezTo>
                <a:cubicBezTo>
                  <a:pt x="f119" y="f144"/>
                  <a:pt x="f145" y="f142"/>
                  <a:pt x="f146" y="f142"/>
                </a:cubicBezTo>
                <a:cubicBezTo>
                  <a:pt x="f147" y="f142"/>
                  <a:pt x="f148" y="f149"/>
                  <a:pt x="f150" y="f151"/>
                </a:cubicBezTo>
                <a:cubicBezTo>
                  <a:pt x="f150" y="f152"/>
                  <a:pt x="f150" y="f152"/>
                  <a:pt x="f150" y="f153"/>
                </a:cubicBezTo>
                <a:cubicBezTo>
                  <a:pt x="f154" y="f151"/>
                  <a:pt x="f95" y="f142"/>
                  <a:pt x="f155" y="f156"/>
                </a:cubicBezTo>
                <a:cubicBezTo>
                  <a:pt x="f157" y="f158"/>
                  <a:pt x="f159" y="f160"/>
                  <a:pt x="f161" y="f18"/>
                </a:cubicBezTo>
                <a:cubicBezTo>
                  <a:pt x="f162" y="f163"/>
                  <a:pt x="f86" y="f164"/>
                  <a:pt x="f165" y="f166"/>
                </a:cubicBezTo>
                <a:cubicBezTo>
                  <a:pt x="f167" y="f168"/>
                  <a:pt x="f169" y="f170"/>
                  <a:pt x="f171" y="f172"/>
                </a:cubicBezTo>
                <a:cubicBezTo>
                  <a:pt x="f97" y="f173"/>
                  <a:pt x="f54" y="f174"/>
                  <a:pt x="f54" y="f175"/>
                </a:cubicBezTo>
                <a:cubicBezTo>
                  <a:pt x="f176" y="f177"/>
                  <a:pt x="f178" y="f179"/>
                  <a:pt x="f165" y="f180"/>
                </a:cubicBezTo>
                <a:cubicBezTo>
                  <a:pt x="f159" y="f181"/>
                  <a:pt x="f182" y="f16"/>
                  <a:pt x="f86" y="f183"/>
                </a:cubicBezTo>
                <a:cubicBezTo>
                  <a:pt x="f159" y="f184"/>
                  <a:pt x="f86" y="f185"/>
                  <a:pt x="f186" y="f187"/>
                </a:cubicBezTo>
                <a:cubicBezTo>
                  <a:pt x="f188" y="f189"/>
                  <a:pt x="f188" y="f190"/>
                  <a:pt x="f188" y="f191"/>
                </a:cubicBezTo>
                <a:cubicBezTo>
                  <a:pt x="f192" y="f191"/>
                  <a:pt x="f192" y="f193"/>
                  <a:pt x="f194" y="f191"/>
                </a:cubicBezTo>
                <a:cubicBezTo>
                  <a:pt x="f195" y="f196"/>
                  <a:pt x="f197" y="f190"/>
                  <a:pt x="f198" y="f199"/>
                </a:cubicBezTo>
                <a:cubicBezTo>
                  <a:pt x="f200" y="f201"/>
                  <a:pt x="f59" y="f202"/>
                  <a:pt x="f203" y="f204"/>
                </a:cubicBezTo>
                <a:cubicBezTo>
                  <a:pt x="f80" y="f205"/>
                  <a:pt x="f206" y="f207"/>
                  <a:pt x="f206" y="f208"/>
                </a:cubicBezTo>
                <a:cubicBezTo>
                  <a:pt x="f209" y="f210"/>
                  <a:pt x="f211" y="f212"/>
                  <a:pt x="f213" y="f214"/>
                </a:cubicBezTo>
                <a:cubicBezTo>
                  <a:pt x="f63" y="f215"/>
                  <a:pt x="f216" y="f217"/>
                  <a:pt x="f66" y="f218"/>
                </a:cubicBezTo>
                <a:cubicBezTo>
                  <a:pt x="f68" y="f210"/>
                  <a:pt x="f219" y="f220"/>
                  <a:pt x="f221" y="f215"/>
                </a:cubicBezTo>
                <a:cubicBezTo>
                  <a:pt x="f222" y="f223"/>
                  <a:pt x="f224" y="f225"/>
                  <a:pt x="f226" y="f227"/>
                </a:cubicBezTo>
                <a:cubicBezTo>
                  <a:pt x="f228" y="f229"/>
                  <a:pt x="f230" y="f229"/>
                  <a:pt x="f231" y="f232"/>
                </a:cubicBezTo>
                <a:cubicBezTo>
                  <a:pt x="f233" y="f210"/>
                  <a:pt x="f234" y="f217"/>
                  <a:pt x="f235" y="f236"/>
                </a:cubicBezTo>
                <a:cubicBezTo>
                  <a:pt x="f237" y="f238"/>
                  <a:pt x="f239" y="f240"/>
                  <a:pt x="f241" y="f238"/>
                </a:cubicBezTo>
                <a:cubicBezTo>
                  <a:pt x="f242" y="f215"/>
                  <a:pt x="f243" y="f236"/>
                  <a:pt x="f244" y="f240"/>
                </a:cubicBezTo>
                <a:cubicBezTo>
                  <a:pt x="f245" y="f246"/>
                  <a:pt x="f247" y="f248"/>
                  <a:pt x="f249" y="f12"/>
                </a:cubicBezTo>
                <a:cubicBezTo>
                  <a:pt x="f250" y="f251"/>
                  <a:pt x="f252" y="f251"/>
                  <a:pt x="f253" y="f254"/>
                </a:cubicBezTo>
                <a:cubicBezTo>
                  <a:pt x="f255" y="f12"/>
                  <a:pt x="f256" y="f254"/>
                  <a:pt x="f257" y="f258"/>
                </a:cubicBezTo>
                <a:cubicBezTo>
                  <a:pt x="f259" y="f251"/>
                  <a:pt x="f260" y="f261"/>
                  <a:pt x="f262" y="f263"/>
                </a:cubicBezTo>
                <a:cubicBezTo>
                  <a:pt x="f264" y="f10"/>
                  <a:pt x="f265" y="f10"/>
                  <a:pt x="f266" y="f267"/>
                </a:cubicBezTo>
                <a:cubicBezTo>
                  <a:pt x="f268" y="f269"/>
                  <a:pt x="f270" y="f269"/>
                  <a:pt x="f271" y="f272"/>
                </a:cubicBezTo>
                <a:cubicBezTo>
                  <a:pt x="f273" y="f267"/>
                  <a:pt x="f274" y="f275"/>
                  <a:pt x="f276" y="f269"/>
                </a:cubicBezTo>
                <a:cubicBezTo>
                  <a:pt x="f277" y="f278"/>
                  <a:pt x="f279" y="f6"/>
                  <a:pt x="f280" y="f6"/>
                </a:cubicBezTo>
                <a:cubicBezTo>
                  <a:pt x="f281" y="f278"/>
                  <a:pt x="f282" y="f269"/>
                  <a:pt x="f283" y="f269"/>
                </a:cubicBezTo>
                <a:cubicBezTo>
                  <a:pt x="f284" y="f278"/>
                  <a:pt x="f285" y="f275"/>
                  <a:pt x="f286" y="f287"/>
                </a:cubicBezTo>
                <a:cubicBezTo>
                  <a:pt x="f288" y="f236"/>
                  <a:pt x="f289" y="f217"/>
                  <a:pt x="f290" y="f214"/>
                </a:cubicBezTo>
                <a:cubicBezTo>
                  <a:pt x="f291" y="f214"/>
                  <a:pt x="f291" y="f223"/>
                  <a:pt x="f292" y="f293"/>
                </a:cubicBezTo>
                <a:cubicBezTo>
                  <a:pt x="f294" y="f295"/>
                  <a:pt x="f296" y="f297"/>
                  <a:pt x="f298" y="f208"/>
                </a:cubicBezTo>
                <a:cubicBezTo>
                  <a:pt x="f299" y="f229"/>
                  <a:pt x="f300" y="f204"/>
                  <a:pt x="f301" y="f302"/>
                </a:cubicBezTo>
                <a:cubicBezTo>
                  <a:pt x="f303" y="f302"/>
                  <a:pt x="f303" y="f304"/>
                  <a:pt x="f305" y="f190"/>
                </a:cubicBezTo>
                <a:cubicBezTo>
                  <a:pt x="f306" y="f307"/>
                  <a:pt x="f308" y="f309"/>
                  <a:pt x="f303" y="f310"/>
                </a:cubicBezTo>
                <a:cubicBezTo>
                  <a:pt x="f305" y="f311"/>
                  <a:pt x="f312" y="f313"/>
                  <a:pt x="f305" y="f314"/>
                </a:cubicBezTo>
                <a:cubicBezTo>
                  <a:pt x="f315" y="f183"/>
                  <a:pt x="f316" y="f16"/>
                  <a:pt x="f317" y="f318"/>
                </a:cubicBezTo>
                <a:cubicBezTo>
                  <a:pt x="f319" y="f180"/>
                  <a:pt x="f320" y="f321"/>
                  <a:pt x="f322" y="f179"/>
                </a:cubicBezTo>
                <a:cubicBezTo>
                  <a:pt x="f316" y="f323"/>
                  <a:pt x="f315" y="f324"/>
                  <a:pt x="f312" y="f325"/>
                </a:cubicBezTo>
                <a:cubicBezTo>
                  <a:pt x="f306" y="f326"/>
                  <a:pt x="f306" y="f327"/>
                  <a:pt x="f312" y="f328"/>
                </a:cubicBezTo>
                <a:cubicBezTo>
                  <a:pt x="f291" y="f329"/>
                  <a:pt x="f294" y="f330"/>
                  <a:pt x="f290" y="f331"/>
                </a:cubicBezTo>
                <a:cubicBezTo>
                  <a:pt x="f332" y="f174"/>
                  <a:pt x="f333" y="f334"/>
                  <a:pt x="f335" y="f336"/>
                </a:cubicBezTo>
                <a:cubicBezTo>
                  <a:pt x="f337" y="f338"/>
                  <a:pt x="f286" y="f338"/>
                  <a:pt x="f339" y="f340"/>
                </a:cubicBezTo>
                <a:cubicBezTo>
                  <a:pt x="f306" y="f341"/>
                  <a:pt x="f342" y="f341"/>
                  <a:pt x="f343" y="f344"/>
                </a:cubicBezTo>
                <a:cubicBezTo>
                  <a:pt x="f345" y="f336"/>
                  <a:pt x="f346" y="f347"/>
                  <a:pt x="f348" y="f349"/>
                </a:cubicBezTo>
                <a:cubicBezTo>
                  <a:pt x="f350" y="f338"/>
                  <a:pt x="f351" y="f352"/>
                  <a:pt x="f353" y="f354"/>
                </a:cubicBezTo>
                <a:cubicBezTo>
                  <a:pt x="f355" y="f356"/>
                  <a:pt x="f357" y="f358"/>
                  <a:pt x="f359" y="f360"/>
                </a:cubicBezTo>
                <a:cubicBezTo>
                  <a:pt x="f361" y="f362"/>
                  <a:pt x="f363" y="f362"/>
                  <a:pt x="f364" y="f365"/>
                </a:cubicBezTo>
                <a:cubicBezTo>
                  <a:pt x="f364" y="f153"/>
                  <a:pt x="f366" y="f149"/>
                  <a:pt x="f367" y="f142"/>
                </a:cubicBezTo>
                <a:cubicBezTo>
                  <a:pt x="f368" y="f158"/>
                  <a:pt x="f369" y="f370"/>
                  <a:pt x="f371" y="f372"/>
                </a:cubicBezTo>
                <a:cubicBezTo>
                  <a:pt x="f373" y="f374"/>
                  <a:pt x="f375" y="f376"/>
                  <a:pt x="f377" y="f378"/>
                </a:cubicBezTo>
                <a:cubicBezTo>
                  <a:pt x="f379" y="f380"/>
                  <a:pt x="f381" y="f382"/>
                  <a:pt x="f383" y="f380"/>
                </a:cubicBezTo>
                <a:cubicBezTo>
                  <a:pt x="f384" y="f118"/>
                  <a:pt x="f367" y="f385"/>
                  <a:pt x="f386" y="f387"/>
                </a:cubicBezTo>
                <a:cubicBezTo>
                  <a:pt x="f366" y="f114"/>
                  <a:pt x="f388" y="f389"/>
                  <a:pt x="f361" y="f116"/>
                </a:cubicBezTo>
                <a:cubicBezTo>
                  <a:pt x="f363" y="f390"/>
                  <a:pt x="f391" y="f392"/>
                  <a:pt x="f384" y="f393"/>
                </a:cubicBezTo>
                <a:cubicBezTo>
                  <a:pt x="f367" y="f104"/>
                  <a:pt x="f367" y="f394"/>
                  <a:pt x="f395" y="f396"/>
                </a:cubicBezTo>
                <a:cubicBezTo>
                  <a:pt x="f383" y="f397"/>
                  <a:pt x="f398" y="f20"/>
                  <a:pt x="f364" y="f20"/>
                </a:cubicBezTo>
                <a:cubicBezTo>
                  <a:pt x="f399" y="f397"/>
                  <a:pt x="f400" y="f401"/>
                  <a:pt x="f402" y="f102"/>
                </a:cubicBezTo>
                <a:cubicBezTo>
                  <a:pt x="f403" y="f13"/>
                  <a:pt x="f350" y="f98"/>
                  <a:pt x="f345" y="f404"/>
                </a:cubicBezTo>
                <a:cubicBezTo>
                  <a:pt x="f351" y="f89"/>
                  <a:pt x="f405" y="f23"/>
                  <a:pt x="f403" y="f406"/>
                </a:cubicBezTo>
                <a:cubicBezTo>
                  <a:pt x="f357" y="f407"/>
                  <a:pt x="f408" y="f409"/>
                  <a:pt x="f410" y="f411"/>
                </a:cubicBezTo>
                <a:cubicBezTo>
                  <a:pt x="f412" y="f29"/>
                  <a:pt x="f413" y="f414"/>
                  <a:pt x="f415" y="f29"/>
                </a:cubicBezTo>
                <a:cubicBezTo>
                  <a:pt x="f342" y="f29"/>
                  <a:pt x="f416" y="f414"/>
                  <a:pt x="f417" y="f414"/>
                </a:cubicBezTo>
                <a:cubicBezTo>
                  <a:pt x="f417" y="f418"/>
                  <a:pt x="f417" y="f419"/>
                  <a:pt x="f420" y="f421"/>
                </a:cubicBezTo>
                <a:cubicBezTo>
                  <a:pt x="f422" y="f19"/>
                  <a:pt x="f423" y="f424"/>
                  <a:pt x="f306" y="f425"/>
                </a:cubicBezTo>
                <a:cubicBezTo>
                  <a:pt x="f312" y="f414"/>
                  <a:pt x="f291" y="f426"/>
                  <a:pt x="f427" y="f428"/>
                </a:cubicBezTo>
                <a:cubicBezTo>
                  <a:pt x="f286" y="f429"/>
                  <a:pt x="f430" y="f429"/>
                  <a:pt x="f431" y="f407"/>
                </a:cubicBezTo>
                <a:cubicBezTo>
                  <a:pt x="f282" y="f418"/>
                  <a:pt x="f432" y="f424"/>
                  <a:pt x="f433" y="f434"/>
                </a:cubicBezTo>
                <a:cubicBezTo>
                  <a:pt x="f435" y="f436"/>
                  <a:pt x="f437" y="f438"/>
                  <a:pt x="f339" y="f36"/>
                </a:cubicBezTo>
                <a:cubicBezTo>
                  <a:pt x="f427" y="f439"/>
                  <a:pt x="f427" y="f440"/>
                  <a:pt x="f441" y="f442"/>
                </a:cubicBezTo>
                <a:cubicBezTo>
                  <a:pt x="f443" y="f444"/>
                  <a:pt x="f294" y="f445"/>
                  <a:pt x="f292" y="f446"/>
                </a:cubicBezTo>
                <a:cubicBezTo>
                  <a:pt x="f308" y="f43"/>
                  <a:pt x="f300" y="f447"/>
                  <a:pt x="f448" y="f45"/>
                </a:cubicBezTo>
                <a:cubicBezTo>
                  <a:pt x="f448" y="f2"/>
                  <a:pt x="f449" y="f51"/>
                  <a:pt x="f317" y="f450"/>
                </a:cubicBezTo>
                <a:cubicBezTo>
                  <a:pt x="f300" y="f53"/>
                  <a:pt x="f316" y="f53"/>
                  <a:pt x="f308" y="f451"/>
                </a:cubicBezTo>
                <a:cubicBezTo>
                  <a:pt x="f298" y="f452"/>
                  <a:pt x="f453" y="f454"/>
                  <a:pt x="f437" y="f56"/>
                </a:cubicBezTo>
                <a:cubicBezTo>
                  <a:pt x="f455" y="f456"/>
                  <a:pt x="f285" y="f58"/>
                  <a:pt x="f455" y="f457"/>
                </a:cubicBezTo>
                <a:cubicBezTo>
                  <a:pt x="f337" y="f458"/>
                  <a:pt x="f455" y="f459"/>
                  <a:pt x="f430" y="f460"/>
                </a:cubicBezTo>
                <a:cubicBezTo>
                  <a:pt x="f461" y="f462"/>
                  <a:pt x="f279" y="f463"/>
                  <a:pt x="f464" y="f465"/>
                </a:cubicBezTo>
                <a:cubicBezTo>
                  <a:pt x="f464" y="f466"/>
                  <a:pt x="f464" y="f463"/>
                  <a:pt x="f467" y="f468"/>
                </a:cubicBezTo>
                <a:cubicBezTo>
                  <a:pt x="f467" y="f469"/>
                  <a:pt x="f470" y="f471"/>
                  <a:pt x="f271" y="f472"/>
                </a:cubicBezTo>
                <a:cubicBezTo>
                  <a:pt x="f473" y="f474"/>
                  <a:pt x="f475" y="f459"/>
                  <a:pt x="f476" y="f460"/>
                </a:cubicBezTo>
                <a:cubicBezTo>
                  <a:pt x="f477" y="f478"/>
                  <a:pt x="f479" y="f463"/>
                  <a:pt x="f480" y="f481"/>
                </a:cubicBezTo>
                <a:cubicBezTo>
                  <a:pt x="f480" y="f478"/>
                  <a:pt x="f480" y="f468"/>
                  <a:pt x="f480" y="f458"/>
                </a:cubicBezTo>
                <a:cubicBezTo>
                  <a:pt x="f480" y="f482"/>
                  <a:pt x="f480" y="f472"/>
                  <a:pt x="f260" y="f472"/>
                </a:cubicBezTo>
                <a:cubicBezTo>
                  <a:pt x="f483" y="f469"/>
                  <a:pt x="f484" y="f469"/>
                  <a:pt x="f485" y="f472"/>
                </a:cubicBezTo>
                <a:cubicBezTo>
                  <a:pt x="f256" y="f486"/>
                  <a:pt x="f253" y="f468"/>
                  <a:pt x="f487" y="f463"/>
                </a:cubicBezTo>
                <a:cubicBezTo>
                  <a:pt x="f250" y="f482"/>
                  <a:pt x="f487" y="f474"/>
                  <a:pt x="f488" y="f469"/>
                </a:cubicBezTo>
                <a:cubicBezTo>
                  <a:pt x="f489" y="f490"/>
                  <a:pt x="f491" y="f492"/>
                  <a:pt x="f493" y="f494"/>
                </a:cubicBezTo>
                <a:cubicBezTo>
                  <a:pt x="f495" y="f496"/>
                  <a:pt x="f497" y="f498"/>
                  <a:pt x="f499" y="f500"/>
                </a:cubicBezTo>
                <a:cubicBezTo>
                  <a:pt x="f501" y="f502"/>
                  <a:pt x="f377" y="f127"/>
                  <a:pt x="f8" y="f503"/>
                </a:cubicBezTo>
                <a:cubicBezTo>
                  <a:pt x="f504" y="f50"/>
                  <a:pt x="f504" y="f505"/>
                  <a:pt x="f506" y="f505"/>
                </a:cubicBezTo>
                <a:cubicBezTo>
                  <a:pt x="f506" y="f507"/>
                  <a:pt x="f506" y="f508"/>
                  <a:pt x="f509" y="f502"/>
                </a:cubicBezTo>
                <a:cubicBezTo>
                  <a:pt x="f510" y="f511"/>
                  <a:pt x="f512" y="f513"/>
                  <a:pt x="f514" y="f513"/>
                </a:cubicBezTo>
                <a:cubicBezTo>
                  <a:pt x="f515" y="f516"/>
                  <a:pt x="f515" y="f517"/>
                  <a:pt x="f518" y="f519"/>
                </a:cubicBezTo>
                <a:cubicBezTo>
                  <a:pt x="f520" y="f517"/>
                  <a:pt x="f521" y="f505"/>
                  <a:pt x="f522" y="f516"/>
                </a:cubicBezTo>
                <a:cubicBezTo>
                  <a:pt x="f522" y="f505"/>
                  <a:pt x="f523" y="f517"/>
                  <a:pt x="f523" y="f519"/>
                </a:cubicBezTo>
                <a:cubicBezTo>
                  <a:pt x="f524" y="f508"/>
                  <a:pt x="f525" y="f127"/>
                  <a:pt x="f526" y="f129"/>
                </a:cubicBezTo>
                <a:cubicBezTo>
                  <a:pt x="f527" y="f133"/>
                  <a:pt x="f528" y="f529"/>
                  <a:pt x="f530" y="f531"/>
                </a:cubicBezTo>
                <a:cubicBezTo>
                  <a:pt x="f532" y="f533"/>
                  <a:pt x="f534" y="f115"/>
                  <a:pt x="f535" y="f536"/>
                </a:cubicBezTo>
                <a:cubicBezTo>
                  <a:pt x="f537" y="f538"/>
                  <a:pt x="f539" y="f540"/>
                  <a:pt x="f541" y="f542"/>
                </a:cubicBezTo>
                <a:cubicBezTo>
                  <a:pt x="f543" y="f107"/>
                  <a:pt x="f544" y="f106"/>
                  <a:pt x="f545" y="f546"/>
                </a:cubicBezTo>
                <a:cubicBezTo>
                  <a:pt x="f547" y="f548"/>
                  <a:pt x="f549" y="f119"/>
                  <a:pt x="f550" y="f536"/>
                </a:cubicBezTo>
                <a:cubicBezTo>
                  <a:pt x="f551" y="f552"/>
                  <a:pt x="f553" y="f554"/>
                  <a:pt x="f555" y="f113"/>
                </a:cubicBezTo>
                <a:cubicBezTo>
                  <a:pt x="f556" y="f127"/>
                  <a:pt x="f557" y="f505"/>
                  <a:pt x="f558" y="f559"/>
                </a:cubicBezTo>
                <a:cubicBezTo>
                  <a:pt x="f560" y="f561"/>
                  <a:pt x="f562" y="f563"/>
                  <a:pt x="f564" y="f563"/>
                </a:cubicBezTo>
                <a:cubicBezTo>
                  <a:pt x="f565" y="f566"/>
                  <a:pt x="f567" y="f561"/>
                  <a:pt x="f567" y="f559"/>
                </a:cubicBezTo>
                <a:cubicBezTo>
                  <a:pt x="f567" y="f568"/>
                  <a:pt x="f569" y="f570"/>
                  <a:pt x="f565" y="f570"/>
                </a:cubicBezTo>
                <a:cubicBezTo>
                  <a:pt x="f571" y="f572"/>
                  <a:pt x="f573" y="f574"/>
                  <a:pt x="f551" y="f496"/>
                </a:cubicBezTo>
                <a:cubicBezTo>
                  <a:pt x="f558" y="f575"/>
                  <a:pt x="f576" y="f577"/>
                  <a:pt x="f578" y="f579"/>
                </a:cubicBezTo>
                <a:cubicBezTo>
                  <a:pt x="f580" y="f581"/>
                  <a:pt x="f582" y="f583"/>
                  <a:pt x="f584" y="f583"/>
                </a:cubicBezTo>
                <a:cubicBezTo>
                  <a:pt x="f584" y="f583"/>
                  <a:pt x="f585" y="f586"/>
                  <a:pt x="f587" y="f588"/>
                </a:cubicBezTo>
                <a:cubicBezTo>
                  <a:pt x="f589" y="f590"/>
                  <a:pt x="f591" y="f592"/>
                  <a:pt x="f578" y="f593"/>
                </a:cubicBezTo>
                <a:cubicBezTo>
                  <a:pt x="f594" y="f595"/>
                  <a:pt x="f578" y="f596"/>
                  <a:pt x="f562" y="f597"/>
                </a:cubicBezTo>
                <a:cubicBezTo>
                  <a:pt x="f580" y="f598"/>
                  <a:pt x="f567" y="f599"/>
                  <a:pt x="f587" y="f599"/>
                </a:cubicBezTo>
                <a:cubicBezTo>
                  <a:pt x="f600" y="f599"/>
                  <a:pt x="f601" y="f598"/>
                  <a:pt x="f602" y="f603"/>
                </a:cubicBezTo>
                <a:cubicBezTo>
                  <a:pt x="f604" y="f603"/>
                  <a:pt x="f605" y="f599"/>
                  <a:pt x="f606" y="f599"/>
                </a:cubicBezTo>
                <a:cubicBezTo>
                  <a:pt x="f601" y="f607"/>
                  <a:pt x="f565" y="f607"/>
                  <a:pt x="f562" y="f608"/>
                </a:cubicBezTo>
                <a:cubicBezTo>
                  <a:pt x="f609" y="f610"/>
                  <a:pt x="f551" y="f492"/>
                  <a:pt x="f560" y="f611"/>
                </a:cubicBezTo>
                <a:cubicBezTo>
                  <a:pt x="f612" y="f49"/>
                  <a:pt x="f613" y="f575"/>
                  <a:pt x="f612" y="f614"/>
                </a:cubicBezTo>
                <a:cubicBezTo>
                  <a:pt x="f612" y="f572"/>
                  <a:pt x="f612" y="f615"/>
                  <a:pt x="f612" y="f615"/>
                </a:cubicBezTo>
                <a:cubicBezTo>
                  <a:pt x="f616" y="f561"/>
                  <a:pt x="f556" y="f505"/>
                  <a:pt x="f617" y="f508"/>
                </a:cubicBezTo>
                <a:cubicBezTo>
                  <a:pt x="f618" y="f507"/>
                  <a:pt x="f619" y="f516"/>
                  <a:pt x="f620" y="f566"/>
                </a:cubicBezTo>
                <a:cubicBezTo>
                  <a:pt x="f556" y="f561"/>
                  <a:pt x="f556" y="f568"/>
                  <a:pt x="f556" y="f570"/>
                </a:cubicBezTo>
                <a:cubicBezTo>
                  <a:pt x="f621" y="f570"/>
                  <a:pt x="f617" y="f615"/>
                  <a:pt x="f622" y="f570"/>
                </a:cubicBezTo>
                <a:cubicBezTo>
                  <a:pt x="f623" y="f570"/>
                  <a:pt x="f624" y="f625"/>
                  <a:pt x="f626" y="f568"/>
                </a:cubicBezTo>
                <a:cubicBezTo>
                  <a:pt x="f624" y="f572"/>
                  <a:pt x="f627" y="f628"/>
                  <a:pt x="f629" y="f630"/>
                </a:cubicBezTo>
                <a:cubicBezTo>
                  <a:pt x="f629" y="f577"/>
                  <a:pt x="f631" y="f579"/>
                  <a:pt x="f617" y="f586"/>
                </a:cubicBezTo>
                <a:cubicBezTo>
                  <a:pt x="f618" y="f611"/>
                  <a:pt x="f619" y="f592"/>
                  <a:pt x="f556" y="f632"/>
                </a:cubicBezTo>
                <a:cubicBezTo>
                  <a:pt x="f556" y="f632"/>
                  <a:pt x="f620" y="f633"/>
                  <a:pt x="f619" y="f633"/>
                </a:cubicBezTo>
                <a:cubicBezTo>
                  <a:pt x="f617" y="f632"/>
                  <a:pt x="f627" y="f634"/>
                  <a:pt x="f624" y="f595"/>
                </a:cubicBezTo>
                <a:cubicBezTo>
                  <a:pt x="f635" y="f636"/>
                  <a:pt x="f629" y="f637"/>
                  <a:pt x="f638" y="f639"/>
                </a:cubicBezTo>
                <a:cubicBezTo>
                  <a:pt x="f640" y="f641"/>
                  <a:pt x="f642" y="f643"/>
                  <a:pt x="f644" y="f645"/>
                </a:cubicBezTo>
                <a:cubicBezTo>
                  <a:pt x="f646" y="f647"/>
                  <a:pt x="f629" y="f472"/>
                  <a:pt x="f648" y="f472"/>
                </a:cubicBezTo>
                <a:cubicBezTo>
                  <a:pt x="f649" y="f460"/>
                  <a:pt x="f650" y="f651"/>
                  <a:pt x="f652" y="f653"/>
                </a:cubicBezTo>
                <a:cubicBezTo>
                  <a:pt x="f654" y="f653"/>
                  <a:pt x="f655" y="f653"/>
                  <a:pt x="f656" y="f454"/>
                </a:cubicBezTo>
                <a:cubicBezTo>
                  <a:pt x="f657" y="f658"/>
                  <a:pt x="f659" y="f468"/>
                  <a:pt x="f660" y="f486"/>
                </a:cubicBezTo>
                <a:cubicBezTo>
                  <a:pt x="f661" y="f662"/>
                  <a:pt x="f663" y="f641"/>
                  <a:pt x="f664" y="f490"/>
                </a:cubicBezTo>
                <a:cubicBezTo>
                  <a:pt x="f664" y="f643"/>
                  <a:pt x="f664" y="f665"/>
                  <a:pt x="f664" y="f471"/>
                </a:cubicBezTo>
                <a:cubicBezTo>
                  <a:pt x="f666" y="f667"/>
                  <a:pt x="f668" y="f669"/>
                  <a:pt x="f670" y="f671"/>
                </a:cubicBezTo>
                <a:cubicBezTo>
                  <a:pt x="f672" y="f669"/>
                  <a:pt x="f672" y="f667"/>
                  <a:pt x="f673" y="f667"/>
                </a:cubicBezTo>
                <a:cubicBezTo>
                  <a:pt x="f673" y="f662"/>
                  <a:pt x="f673" y="f674"/>
                  <a:pt x="f675" y="f482"/>
                </a:cubicBezTo>
                <a:cubicBezTo>
                  <a:pt x="f675" y="f458"/>
                  <a:pt x="f676" y="f478"/>
                  <a:pt x="f677" y="f462"/>
                </a:cubicBezTo>
                <a:cubicBezTo>
                  <a:pt x="f678" y="f462"/>
                  <a:pt x="f679" y="f460"/>
                  <a:pt x="f680" y="f468"/>
                </a:cubicBezTo>
                <a:cubicBezTo>
                  <a:pt x="f681" y="f482"/>
                  <a:pt x="f682" y="f674"/>
                  <a:pt x="f683" y="f684"/>
                </a:cubicBezTo>
                <a:cubicBezTo>
                  <a:pt x="f685" y="f459"/>
                  <a:pt x="f686" y="f687"/>
                  <a:pt x="f688" y="f457"/>
                </a:cubicBezTo>
                <a:cubicBezTo>
                  <a:pt x="f689" y="f651"/>
                  <a:pt x="f690" y="f691"/>
                  <a:pt x="f692" y="f463"/>
                </a:cubicBezTo>
                <a:cubicBezTo>
                  <a:pt x="f693" y="f466"/>
                  <a:pt x="f694" y="f658"/>
                  <a:pt x="f695" y="f696"/>
                </a:cubicBezTo>
                <a:cubicBezTo>
                  <a:pt x="f697" y="f457"/>
                  <a:pt x="f698" y="f699"/>
                  <a:pt x="f700" y="f651"/>
                </a:cubicBezTo>
                <a:cubicBezTo>
                  <a:pt x="f701" y="f696"/>
                  <a:pt x="f702" y="f653"/>
                  <a:pt x="f703" y="f56"/>
                </a:cubicBezTo>
                <a:cubicBezTo>
                  <a:pt x="f704" y="f456"/>
                  <a:pt x="f705" y="f46"/>
                  <a:pt x="f706" y="f56"/>
                </a:cubicBezTo>
                <a:cubicBezTo>
                  <a:pt x="f707" y="f58"/>
                  <a:pt x="f708" y="f709"/>
                  <a:pt x="f707" y="f696"/>
                </a:cubicBezTo>
                <a:cubicBezTo>
                  <a:pt x="f705" y="f463"/>
                  <a:pt x="f710" y="f674"/>
                  <a:pt x="f711" y="f665"/>
                </a:cubicBezTo>
                <a:cubicBezTo>
                  <a:pt x="f711" y="f647"/>
                  <a:pt x="f712" y="f47"/>
                  <a:pt x="f713" y="f47"/>
                </a:cubicBezTo>
                <a:cubicBezTo>
                  <a:pt x="f714" y="f641"/>
                  <a:pt x="f714" y="f645"/>
                  <a:pt x="f715" y="f637"/>
                </a:cubicBezTo>
                <a:cubicBezTo>
                  <a:pt x="f716" y="f598"/>
                  <a:pt x="f716" y="f717"/>
                  <a:pt x="f718" y="f595"/>
                </a:cubicBezTo>
                <a:cubicBezTo>
                  <a:pt x="f718" y="f719"/>
                  <a:pt x="f720" y="f593"/>
                  <a:pt x="f720" y="f593"/>
                </a:cubicBezTo>
                <a:cubicBezTo>
                  <a:pt x="f721" y="f590"/>
                  <a:pt x="f722" y="f723"/>
                  <a:pt x="f724" y="f723"/>
                </a:cubicBezTo>
                <a:cubicBezTo>
                  <a:pt x="f725" y="f49"/>
                  <a:pt x="f722" y="f726"/>
                  <a:pt x="f721" y="f727"/>
                </a:cubicBezTo>
                <a:cubicBezTo>
                  <a:pt x="f728" y="f729"/>
                  <a:pt x="f730" y="f628"/>
                  <a:pt x="f731" y="f570"/>
                </a:cubicBezTo>
                <a:cubicBezTo>
                  <a:pt x="f731" y="f561"/>
                  <a:pt x="f732" y="f563"/>
                  <a:pt x="f733" y="f734"/>
                </a:cubicBezTo>
                <a:cubicBezTo>
                  <a:pt x="f735" y="f561"/>
                  <a:pt x="f736" y="f498"/>
                  <a:pt x="f735" y="f519"/>
                </a:cubicBezTo>
                <a:cubicBezTo>
                  <a:pt x="f737" y="f738"/>
                  <a:pt x="f739" y="f125"/>
                  <a:pt x="f737" y="f503"/>
                </a:cubicBezTo>
                <a:cubicBezTo>
                  <a:pt x="f735" y="f140"/>
                  <a:pt x="f740" y="f133"/>
                  <a:pt x="f739" y="f131"/>
                </a:cubicBezTo>
                <a:cubicBezTo>
                  <a:pt x="f740" y="f131"/>
                  <a:pt x="f737" y="f131"/>
                  <a:pt x="f735" y="f531"/>
                </a:cubicBezTo>
                <a:cubicBezTo>
                  <a:pt x="f741" y="f113"/>
                  <a:pt x="f742" y="f533"/>
                  <a:pt x="f743" y="f744"/>
                </a:cubicBezTo>
                <a:cubicBezTo>
                  <a:pt x="f745" y="f121"/>
                  <a:pt x="f742" y="f746"/>
                  <a:pt x="f741" y="f536"/>
                </a:cubicBezTo>
                <a:cubicBezTo>
                  <a:pt x="f740" y="f747"/>
                  <a:pt x="f748" y="f749"/>
                  <a:pt x="f731" y="f548"/>
                </a:cubicBezTo>
                <a:cubicBezTo>
                  <a:pt x="f748" y="f150"/>
                  <a:pt x="f748" y="f750"/>
                  <a:pt x="f751" y="f752"/>
                </a:cubicBezTo>
                <a:cubicBezTo>
                  <a:pt x="f753" y="f105"/>
                  <a:pt x="f754" y="f755"/>
                  <a:pt x="f714" y="f756"/>
                </a:cubicBezTo>
                <a:cubicBezTo>
                  <a:pt x="f720" y="f756"/>
                  <a:pt x="f757" y="f758"/>
                  <a:pt x="f716" y="f101"/>
                </a:cubicBezTo>
                <a:cubicBezTo>
                  <a:pt x="f715" y="f94"/>
                  <a:pt x="f759" y="f760"/>
                  <a:pt x="f761" y="f171"/>
                </a:cubicBezTo>
                <a:cubicBezTo>
                  <a:pt x="f762" y="f92"/>
                  <a:pt x="f725" y="f90"/>
                  <a:pt x="f725" y="f178"/>
                </a:cubicBezTo>
                <a:cubicBezTo>
                  <a:pt x="f763" y="f764"/>
                  <a:pt x="f722" y="f765"/>
                  <a:pt x="f754" y="f766"/>
                </a:cubicBezTo>
                <a:cubicBezTo>
                  <a:pt x="f721" y="f767"/>
                  <a:pt x="f721" y="f767"/>
                  <a:pt x="f768" y="f162"/>
                </a:cubicBezTo>
                <a:cubicBezTo>
                  <a:pt x="f768" y="f769"/>
                  <a:pt x="f768" y="f186"/>
                  <a:pt x="f768" y="f770"/>
                </a:cubicBezTo>
                <a:cubicBezTo>
                  <a:pt x="f771" y="f770"/>
                  <a:pt x="f772" y="f770"/>
                  <a:pt x="f736" y="f770"/>
                </a:cubicBezTo>
                <a:cubicBezTo>
                  <a:pt x="f773" y="f55"/>
                  <a:pt x="f735" y="f774"/>
                  <a:pt x="f737" y="f195"/>
                </a:cubicBezTo>
                <a:cubicBezTo>
                  <a:pt x="f741" y="f195"/>
                  <a:pt x="f745" y="f195"/>
                  <a:pt x="f775" y="f776"/>
                </a:cubicBezTo>
                <a:cubicBezTo>
                  <a:pt x="f777" y="f57"/>
                  <a:pt x="f778" y="f779"/>
                  <a:pt x="f780" y="f781"/>
                </a:cubicBezTo>
                <a:cubicBezTo>
                  <a:pt x="f782" y="f781"/>
                  <a:pt x="f783" y="f198"/>
                  <a:pt x="f784" y="f81"/>
                </a:cubicBezTo>
                <a:cubicBezTo>
                  <a:pt x="f783" y="f200"/>
                  <a:pt x="f785" y="f786"/>
                  <a:pt x="f787" y="f788"/>
                </a:cubicBezTo>
                <a:cubicBezTo>
                  <a:pt x="f789" y="f790"/>
                  <a:pt x="f743" y="f791"/>
                  <a:pt x="f737" y="f206"/>
                </a:cubicBezTo>
                <a:cubicBezTo>
                  <a:pt x="f792" y="f793"/>
                  <a:pt x="f745" y="f794"/>
                  <a:pt x="f795" y="f796"/>
                </a:cubicBezTo>
                <a:cubicBezTo>
                  <a:pt x="f775" y="f797"/>
                  <a:pt x="f795" y="f798"/>
                  <a:pt x="f743" y="f78"/>
                </a:cubicBezTo>
                <a:cubicBezTo>
                  <a:pt x="f795" y="f799"/>
                  <a:pt x="f800" y="f801"/>
                  <a:pt x="f775" y="f802"/>
                </a:cubicBezTo>
                <a:cubicBezTo>
                  <a:pt x="f743" y="f803"/>
                  <a:pt x="f804" y="f221"/>
                  <a:pt x="f805" y="f806"/>
                </a:cubicBezTo>
                <a:cubicBezTo>
                  <a:pt x="f795" y="f224"/>
                  <a:pt x="f735" y="f807"/>
                  <a:pt x="f808" y="f809"/>
                </a:cubicBezTo>
                <a:cubicBezTo>
                  <a:pt x="f771" y="f806"/>
                  <a:pt x="f732" y="f810"/>
                  <a:pt x="f768" y="f811"/>
                </a:cubicBezTo>
                <a:cubicBezTo>
                  <a:pt x="f768" y="f75"/>
                  <a:pt x="f751" y="f222"/>
                  <a:pt x="f724" y="f809"/>
                </a:cubicBezTo>
                <a:cubicBezTo>
                  <a:pt x="f721" y="f75"/>
                  <a:pt x="f714" y="f72"/>
                  <a:pt x="f812" y="f813"/>
                </a:cubicBezTo>
                <a:cubicBezTo>
                  <a:pt x="f713" y="f75"/>
                  <a:pt x="f712" y="f814"/>
                  <a:pt x="f815" y="f816"/>
                </a:cubicBezTo>
                <a:cubicBezTo>
                  <a:pt x="f710" y="f817"/>
                  <a:pt x="f708" y="f818"/>
                  <a:pt x="f707" y="f819"/>
                </a:cubicBezTo>
                <a:cubicBezTo>
                  <a:pt x="f820" y="f806"/>
                  <a:pt x="f821" y="f72"/>
                  <a:pt x="f703" y="f822"/>
                </a:cubicBezTo>
                <a:cubicBezTo>
                  <a:pt x="f823" y="f824"/>
                  <a:pt x="f825" y="f826"/>
                  <a:pt x="f827" y="f828"/>
                </a:cubicBezTo>
                <a:cubicBezTo>
                  <a:pt x="f829" y="f793"/>
                  <a:pt x="f827" y="f830"/>
                  <a:pt x="f831" y="f203"/>
                </a:cubicBezTo>
                <a:cubicBezTo>
                  <a:pt x="f831" y="f832"/>
                  <a:pt x="f833" y="f59"/>
                  <a:pt x="f834" y="f788"/>
                </a:cubicBezTo>
                <a:cubicBezTo>
                  <a:pt x="f701" y="f835"/>
                  <a:pt x="f697" y="f57"/>
                  <a:pt x="f836" y="f837"/>
                </a:cubicBezTo>
                <a:cubicBezTo>
                  <a:pt x="f693" y="f776"/>
                  <a:pt x="f838" y="f776"/>
                  <a:pt x="f692" y="f776"/>
                </a:cubicBezTo>
                <a:cubicBezTo>
                  <a:pt x="f839" y="f195"/>
                  <a:pt x="f840" y="f841"/>
                  <a:pt x="f688" y="f842"/>
                </a:cubicBezTo>
                <a:cubicBezTo>
                  <a:pt x="f843" y="f844"/>
                  <a:pt x="f845" y="f770"/>
                  <a:pt x="f846" y="f84"/>
                </a:cubicBezTo>
                <a:cubicBezTo>
                  <a:pt x="f678" y="f192"/>
                  <a:pt x="f847" y="f192"/>
                  <a:pt x="f848" y="f186"/>
                </a:cubicBezTo>
                <a:cubicBezTo>
                  <a:pt x="f663" y="f837"/>
                  <a:pt x="f849" y="f781"/>
                  <a:pt x="f850" y="f203"/>
                </a:cubicBezTo>
                <a:cubicBezTo>
                  <a:pt x="f851" y="f826"/>
                  <a:pt x="f843" y="f72"/>
                  <a:pt x="f693" y="f816"/>
                </a:cubicBezTo>
                <a:cubicBezTo>
                  <a:pt x="f829" y="f852"/>
                  <a:pt x="f710" y="f853"/>
                  <a:pt x="f721" y="f259"/>
                </a:cubicBezTo>
                <a:cubicBezTo>
                  <a:pt x="f732" y="f266"/>
                  <a:pt x="f740" y="f271"/>
                  <a:pt x="f743" y="f854"/>
                </a:cubicBezTo>
                <a:cubicBezTo>
                  <a:pt x="f804" y="f855"/>
                  <a:pt x="f856" y="f857"/>
                  <a:pt x="f783" y="f858"/>
                </a:cubicBezTo>
                <a:cubicBezTo>
                  <a:pt x="f859" y="f285"/>
                  <a:pt x="f860" y="f285"/>
                  <a:pt x="f861" y="f335"/>
                </a:cubicBezTo>
                <a:cubicBezTo>
                  <a:pt x="f862" y="f863"/>
                  <a:pt x="f864" y="f280"/>
                  <a:pt x="f865" y="f866"/>
                </a:cubicBezTo>
                <a:cubicBezTo>
                  <a:pt x="f867" y="f868"/>
                  <a:pt x="f867" y="f869"/>
                  <a:pt x="f870" y="f871"/>
                </a:cubicBezTo>
                <a:cubicBezTo>
                  <a:pt x="f872" y="f273"/>
                  <a:pt x="f7" y="f873"/>
                  <a:pt x="f874" y="f283"/>
                </a:cubicBezTo>
                <a:cubicBezTo>
                  <a:pt x="f864" y="f284"/>
                  <a:pt x="f870" y="f875"/>
                  <a:pt x="f876" y="f435"/>
                </a:cubicBezTo>
                <a:cubicBezTo>
                  <a:pt x="f877" y="f286"/>
                  <a:pt x="f860" y="f333"/>
                  <a:pt x="f878" y="f286"/>
                </a:cubicBezTo>
                <a:cubicBezTo>
                  <a:pt x="f879" y="f286"/>
                  <a:pt x="f859" y="f333"/>
                  <a:pt x="f880" y="f337"/>
                </a:cubicBezTo>
                <a:cubicBezTo>
                  <a:pt x="f881" y="f453"/>
                  <a:pt x="f882" y="f883"/>
                  <a:pt x="f884" y="f320"/>
                </a:cubicBezTo>
                <a:cubicBezTo>
                  <a:pt x="f885" y="f886"/>
                  <a:pt x="f887" y="f888"/>
                  <a:pt x="f876" y="f889"/>
                </a:cubicBezTo>
                <a:cubicBezTo>
                  <a:pt x="f890" y="f398"/>
                  <a:pt x="f887" y="f891"/>
                  <a:pt x="f892" y="f893"/>
                </a:cubicBezTo>
                <a:cubicBezTo>
                  <a:pt x="f894" y="f501"/>
                  <a:pt x="f895" y="f8"/>
                  <a:pt x="f896" y="f377"/>
                </a:cubicBezTo>
                <a:cubicBezTo>
                  <a:pt x="f897" y="f898"/>
                  <a:pt x="f899" y="f379"/>
                  <a:pt x="f900" y="f901"/>
                </a:cubicBezTo>
                <a:cubicBezTo>
                  <a:pt x="f902" y="f368"/>
                  <a:pt x="f900" y="f366"/>
                  <a:pt x="f899" y="f497"/>
                </a:cubicBezTo>
                <a:cubicBezTo>
                  <a:pt x="f903" y="f904"/>
                  <a:pt x="f905" y="f906"/>
                  <a:pt x="f907" y="f399"/>
                </a:cubicBezTo>
                <a:cubicBezTo>
                  <a:pt x="f908" y="f398"/>
                  <a:pt x="f908" y="f909"/>
                  <a:pt x="f897" y="f373"/>
                </a:cubicBezTo>
                <a:cubicBezTo>
                  <a:pt x="f907" y="f910"/>
                  <a:pt x="f860" y="f898"/>
                  <a:pt x="f911" y="f912"/>
                </a:cubicBezTo>
                <a:cubicBezTo>
                  <a:pt x="f861" y="f381"/>
                  <a:pt x="f913" y="f398"/>
                  <a:pt x="f914" y="f400"/>
                </a:cubicBezTo>
                <a:cubicBezTo>
                  <a:pt x="f861" y="f345"/>
                  <a:pt x="f915" y="f916"/>
                  <a:pt x="f860" y="f420"/>
                </a:cubicBezTo>
                <a:cubicBezTo>
                  <a:pt x="f917" y="f300"/>
                  <a:pt x="f881" y="f303"/>
                  <a:pt x="f918" y="f294"/>
                </a:cubicBezTo>
                <a:cubicBezTo>
                  <a:pt x="f903" y="f919"/>
                  <a:pt x="f920" y="f875"/>
                  <a:pt x="f921" y="f858"/>
                </a:cubicBezTo>
                <a:cubicBezTo>
                  <a:pt x="f745" y="f922"/>
                  <a:pt x="f740" y="f923"/>
                  <a:pt x="f924" y="f271"/>
                </a:cubicBezTo>
                <a:cubicBezTo>
                  <a:pt x="f718" y="f259"/>
                  <a:pt x="f925" y="f926"/>
                  <a:pt x="f694" y="f927"/>
                </a:cubicBezTo>
                <a:cubicBezTo>
                  <a:pt x="f928" y="f929"/>
                  <a:pt x="f851" y="f930"/>
                  <a:pt x="f673" y="f931"/>
                </a:cubicBezTo>
                <a:cubicBezTo>
                  <a:pt x="f932" y="f933"/>
                  <a:pt x="f934" y="f83"/>
                  <a:pt x="f659" y="f769"/>
                </a:cubicBezTo>
                <a:cubicBezTo>
                  <a:pt x="f935" y="f936"/>
                  <a:pt x="f937" y="f162"/>
                  <a:pt x="f938" y="f767"/>
                </a:cubicBezTo>
                <a:cubicBezTo>
                  <a:pt x="f939" y="f165"/>
                  <a:pt x="f940" y="f176"/>
                  <a:pt x="f941" y="f758"/>
                </a:cubicBezTo>
                <a:cubicBezTo>
                  <a:pt x="f942" y="f99"/>
                  <a:pt x="f943" y="f99"/>
                  <a:pt x="f944" y="f90"/>
                </a:cubicBezTo>
                <a:cubicBezTo>
                  <a:pt x="f945" y="f167"/>
                  <a:pt x="f946" y="f765"/>
                  <a:pt x="f947" y="f948"/>
                </a:cubicBezTo>
                <a:cubicBezTo>
                  <a:pt x="f947" y="f159"/>
                  <a:pt x="f947" y="f86"/>
                  <a:pt x="f947" y="f182"/>
                </a:cubicBezTo>
                <a:cubicBezTo>
                  <a:pt x="f946" y="f949"/>
                  <a:pt x="f950" y="f951"/>
                  <a:pt x="f952" y="f767"/>
                </a:cubicBezTo>
                <a:cubicBezTo>
                  <a:pt x="f953" y="f162"/>
                  <a:pt x="f954" y="f162"/>
                  <a:pt x="f954" y="f194"/>
                </a:cubicBezTo>
                <a:cubicBezTo>
                  <a:pt x="f954" y="f770"/>
                  <a:pt x="f955" y="f956"/>
                  <a:pt x="f957" y="f844"/>
                </a:cubicBezTo>
                <a:cubicBezTo>
                  <a:pt x="f955" y="f774"/>
                  <a:pt x="f958" y="f841"/>
                  <a:pt x="f942" y="f776"/>
                </a:cubicBezTo>
                <a:cubicBezTo>
                  <a:pt x="f953" y="f83"/>
                  <a:pt x="f959" y="f960"/>
                  <a:pt x="f535" y="f961"/>
                </a:cubicBezTo>
                <a:cubicBezTo>
                  <a:pt x="f962" y="f779"/>
                  <a:pt x="f963" y="f57"/>
                  <a:pt x="f964" y="f788"/>
                </a:cubicBezTo>
                <a:cubicBezTo>
                  <a:pt x="f965" y="f203"/>
                  <a:pt x="f541" y="f966"/>
                  <a:pt x="f967" y="f931"/>
                </a:cubicBezTo>
                <a:cubicBezTo>
                  <a:pt x="f539" y="f796"/>
                  <a:pt x="f963" y="f968"/>
                  <a:pt x="f947" y="f63"/>
                </a:cubicBezTo>
                <a:cubicBezTo>
                  <a:pt x="f969" y="f801"/>
                  <a:pt x="f965" y="f970"/>
                  <a:pt x="f971" y="f972"/>
                </a:cubicBezTo>
                <a:cubicBezTo>
                  <a:pt x="f544" y="f66"/>
                  <a:pt x="f604" y="f803"/>
                  <a:pt x="f605" y="f807"/>
                </a:cubicBezTo>
                <a:cubicBezTo>
                  <a:pt x="f605" y="f219"/>
                  <a:pt x="f973" y="f221"/>
                  <a:pt x="f543" y="f73"/>
                </a:cubicBezTo>
                <a:cubicBezTo>
                  <a:pt x="f974" y="f75"/>
                  <a:pt x="f974" y="f810"/>
                  <a:pt x="f975" y="f814"/>
                </a:cubicBezTo>
                <a:cubicBezTo>
                  <a:pt x="f976" y="f929"/>
                  <a:pt x="f965" y="f818"/>
                  <a:pt x="f977" y="f817"/>
                </a:cubicBezTo>
                <a:cubicBezTo>
                  <a:pt x="f978" y="f979"/>
                  <a:pt x="f606" y="f980"/>
                  <a:pt x="f947" y="f981"/>
                </a:cubicBezTo>
                <a:cubicBezTo>
                  <a:pt x="f976" y="f982"/>
                  <a:pt x="f543" y="f231"/>
                  <a:pt x="f977" y="f233"/>
                </a:cubicBezTo>
                <a:cubicBezTo>
                  <a:pt x="f544" y="f983"/>
                  <a:pt x="f964" y="f237"/>
                  <a:pt x="f984" y="f239"/>
                </a:cubicBezTo>
                <a:cubicBezTo>
                  <a:pt x="f601" y="f985"/>
                  <a:pt x="f545" y="f242"/>
                  <a:pt x="f601" y="f986"/>
                </a:cubicBezTo>
                <a:cubicBezTo>
                  <a:pt x="f984" y="f243"/>
                  <a:pt x="f964" y="f243"/>
                  <a:pt x="f978" y="f243"/>
                </a:cubicBezTo>
                <a:cubicBezTo>
                  <a:pt x="f963" y="f987"/>
                  <a:pt x="f974" y="f242"/>
                  <a:pt x="f537" y="f988"/>
                </a:cubicBezTo>
                <a:cubicBezTo>
                  <a:pt x="f989" y="f990"/>
                  <a:pt x="f952" y="f988"/>
                  <a:pt x="f952" y="f991"/>
                </a:cubicBezTo>
                <a:cubicBezTo>
                  <a:pt x="f952" y="f992"/>
                  <a:pt x="f953" y="f245"/>
                  <a:pt x="f941" y="f992"/>
                </a:cubicBezTo>
                <a:cubicBezTo>
                  <a:pt x="f530" y="f991"/>
                  <a:pt x="f530" y="f991"/>
                  <a:pt x="f993" y="f994"/>
                </a:cubicBezTo>
                <a:cubicBezTo>
                  <a:pt x="f524" y="f233"/>
                  <a:pt x="f995" y="f996"/>
                  <a:pt x="f997" y="f998"/>
                </a:cubicBezTo>
                <a:cubicBezTo>
                  <a:pt x="f999" y="f1000"/>
                  <a:pt x="f1001" y="f226"/>
                  <a:pt x="f1002" y="f1003"/>
                </a:cubicBezTo>
                <a:cubicBezTo>
                  <a:pt x="f1004" y="f814"/>
                  <a:pt x="f1005" y="f1003"/>
                  <a:pt x="f1005" y="f1006"/>
                </a:cubicBezTo>
                <a:cubicBezTo>
                  <a:pt x="f1007" y="f1008"/>
                  <a:pt x="f1009" y="f230"/>
                  <a:pt x="f518" y="f982"/>
                </a:cubicBezTo>
                <a:cubicBezTo>
                  <a:pt x="f1010" y="f234"/>
                  <a:pt x="f1011" y="f1012"/>
                  <a:pt x="f1013" y="f988"/>
                </a:cubicBezTo>
                <a:cubicBezTo>
                  <a:pt x="f520" y="f991"/>
                  <a:pt x="f1014" y="f1015"/>
                  <a:pt x="f1016" y="f1017"/>
                </a:cubicBezTo>
                <a:cubicBezTo>
                  <a:pt x="f1018" y="f249"/>
                  <a:pt x="f1018" y="f853"/>
                  <a:pt x="f1018" y="f853"/>
                </a:cubicBezTo>
                <a:cubicBezTo>
                  <a:pt x="f1018" y="f1019"/>
                  <a:pt x="f1018" y="f1020"/>
                  <a:pt x="f1018" y="f1021"/>
                </a:cubicBezTo>
                <a:cubicBezTo>
                  <a:pt x="f1010" y="f1022"/>
                  <a:pt x="f1002" y="f262"/>
                  <a:pt x="f518" y="f266"/>
                </a:cubicBezTo>
                <a:cubicBezTo>
                  <a:pt x="f1004" y="f264"/>
                  <a:pt x="f1023" y="f479"/>
                  <a:pt x="f512" y="f260"/>
                </a:cubicBezTo>
                <a:cubicBezTo>
                  <a:pt x="f1024" y="f1022"/>
                  <a:pt x="f1024" y="f483"/>
                  <a:pt x="f1025" y="f1026"/>
                </a:cubicBezTo>
                <a:cubicBezTo>
                  <a:pt x="f1025" y="f483"/>
                  <a:pt x="f1027" y="f483"/>
                  <a:pt x="f1028" y="f483"/>
                </a:cubicBezTo>
                <a:cubicBezTo>
                  <a:pt x="f1028" y="f1029"/>
                  <a:pt x="f1027" y="f265"/>
                  <a:pt x="f1028" y="f475"/>
                </a:cubicBezTo>
                <a:cubicBezTo>
                  <a:pt x="f1028" y="f268"/>
                  <a:pt x="f1028" y="f871"/>
                  <a:pt x="f510" y="f871"/>
                </a:cubicBezTo>
                <a:cubicBezTo>
                  <a:pt x="f1030" y="f270"/>
                  <a:pt x="f1031" y="f871"/>
                  <a:pt x="f509" y="f473"/>
                </a:cubicBezTo>
                <a:cubicBezTo>
                  <a:pt x="f1032" y="f1033"/>
                  <a:pt x="f1034" y="f1035"/>
                  <a:pt x="f1036" y="f475"/>
                </a:cubicBezTo>
                <a:cubicBezTo>
                  <a:pt x="f1037" y="f871"/>
                  <a:pt x="f504" y="f1038"/>
                  <a:pt x="f1039" y="f470"/>
                </a:cubicBezTo>
                <a:cubicBezTo>
                  <a:pt x="f1040" y="f279"/>
                  <a:pt x="f8" y="f279"/>
                  <a:pt x="f910" y="f276"/>
                </a:cubicBezTo>
                <a:cubicBezTo>
                  <a:pt x="f1041" y="f467"/>
                  <a:pt x="f1042" y="f470"/>
                  <a:pt x="f379" y="f464"/>
                </a:cubicBezTo>
                <a:cubicBezTo>
                  <a:pt x="f1043" y="f467"/>
                  <a:pt x="f375" y="f1044"/>
                  <a:pt x="f912" y="f923"/>
                </a:cubicBezTo>
                <a:cubicBezTo>
                  <a:pt x="f893" y="f855"/>
                  <a:pt x="f371" y="f432"/>
                  <a:pt x="f1045" y="f433"/>
                </a:cubicBezTo>
                <a:cubicBezTo>
                  <a:pt x="f391" y="f432"/>
                  <a:pt x="f497" y="f855"/>
                  <a:pt x="f906" y="f279"/>
                </a:cubicBezTo>
                <a:cubicBezTo>
                  <a:pt x="f400" y="f276"/>
                  <a:pt x="f408" y="f274"/>
                  <a:pt x="f1046" y="f277"/>
                </a:cubicBezTo>
                <a:cubicBezTo>
                  <a:pt x="f1047" y="f854"/>
                  <a:pt x="f350" y="f873"/>
                  <a:pt x="f1048" y="f467"/>
                </a:cubicBezTo>
                <a:cubicBezTo>
                  <a:pt x="f1049" y="f273"/>
                  <a:pt x="f345" y="f869"/>
                  <a:pt x="f345" y="f268"/>
                </a:cubicBezTo>
                <a:cubicBezTo>
                  <a:pt x="f1050" y="f1051"/>
                  <a:pt x="f412" y="f871"/>
                  <a:pt x="f1052" y="f270"/>
                </a:cubicBezTo>
                <a:cubicBezTo>
                  <a:pt x="f1053" y="f869"/>
                  <a:pt x="f413" y="f1054"/>
                  <a:pt x="f1055" y="f271"/>
                </a:cubicBezTo>
                <a:cubicBezTo>
                  <a:pt x="f886" y="f489"/>
                  <a:pt x="f1056" y="f473"/>
                  <a:pt x="f1056" y="f1035"/>
                </a:cubicBezTo>
                <a:cubicBezTo>
                  <a:pt x="f1057" y="f1058"/>
                  <a:pt x="f1059" y="f476"/>
                  <a:pt x="f1060" y="f262"/>
                </a:cubicBezTo>
                <a:cubicBezTo>
                  <a:pt x="f342" y="f262"/>
                  <a:pt x="f342" y="f480"/>
                  <a:pt x="f342" y="f483"/>
                </a:cubicBezTo>
                <a:cubicBezTo>
                  <a:pt x="f342" y="f259"/>
                  <a:pt x="f342" y="f485"/>
                  <a:pt x="f342" y="f1061"/>
                </a:cubicBezTo>
                <a:cubicBezTo>
                  <a:pt x="f319" y="f485"/>
                  <a:pt x="f322" y="f259"/>
                  <a:pt x="f883" y="f1022"/>
                </a:cubicBezTo>
                <a:cubicBezTo>
                  <a:pt x="f883" y="f1062"/>
                  <a:pt x="f315" y="f1063"/>
                  <a:pt x="f315" y="f253"/>
                </a:cubicBezTo>
                <a:cubicBezTo>
                  <a:pt x="f315" y="f252"/>
                  <a:pt x="f301" y="f250"/>
                  <a:pt x="f883" y="f249"/>
                </a:cubicBezTo>
                <a:cubicBezTo>
                  <a:pt x="f883" y="f247"/>
                  <a:pt x="f306" y="f992"/>
                  <a:pt x="f493" y="f1064"/>
                </a:cubicBezTo>
                <a:cubicBezTo>
                  <a:pt x="f315" y="f991"/>
                  <a:pt x="f305" y="f991"/>
                  <a:pt x="f312" y="f1065"/>
                </a:cubicBezTo>
                <a:cubicBezTo>
                  <a:pt x="f312" y="f986"/>
                  <a:pt x="f305" y="f1066"/>
                  <a:pt x="f301" y="f239"/>
                </a:cubicBezTo>
                <a:cubicBezTo>
                  <a:pt x="f308" y="f1067"/>
                  <a:pt x="f322" y="f1068"/>
                  <a:pt x="f448" y="f1069"/>
                </a:cubicBezTo>
                <a:cubicBezTo>
                  <a:pt x="f417" y="f1070"/>
                  <a:pt x="f416" y="f817"/>
                  <a:pt x="f1071" y="f819"/>
                </a:cubicBezTo>
                <a:cubicBezTo>
                  <a:pt x="f342" y="f814"/>
                  <a:pt x="f1072" y="f809"/>
                  <a:pt x="f1073" y="f1074"/>
                </a:cubicBezTo>
                <a:cubicBezTo>
                  <a:pt x="f420" y="f806"/>
                  <a:pt x="f448" y="f1074"/>
                  <a:pt x="f449" y="f809"/>
                </a:cubicBezTo>
                <a:cubicBezTo>
                  <a:pt x="f299" y="f814"/>
                  <a:pt x="f308" y="f818"/>
                  <a:pt x="f303" y="f1000"/>
                </a:cubicBezTo>
                <a:cubicBezTo>
                  <a:pt x="f296" y="f998"/>
                  <a:pt x="f1075" y="f982"/>
                  <a:pt x="f286" y="f927"/>
                </a:cubicBezTo>
                <a:cubicBezTo>
                  <a:pt x="f455" y="f983"/>
                  <a:pt x="f1076" y="f994"/>
                  <a:pt x="f1077" y="f1067"/>
                </a:cubicBezTo>
                <a:cubicBezTo>
                  <a:pt x="f284" y="f1078"/>
                  <a:pt x="f430" y="f1068"/>
                  <a:pt x="f1079" y="f233"/>
                </a:cubicBezTo>
                <a:cubicBezTo>
                  <a:pt x="f431" y="f234"/>
                  <a:pt x="f277" y="f994"/>
                  <a:pt x="f866" y="f1067"/>
                </a:cubicBezTo>
                <a:cubicBezTo>
                  <a:pt x="f1038" y="f235"/>
                  <a:pt x="f1054" y="f235"/>
                  <a:pt x="f489" y="f1067"/>
                </a:cubicBezTo>
                <a:cubicBezTo>
                  <a:pt x="f270" y="f994"/>
                  <a:pt x="f489" y="f927"/>
                  <a:pt x="f489" y="f1078"/>
                </a:cubicBezTo>
                <a:cubicBezTo>
                  <a:pt x="f1054" y="f998"/>
                  <a:pt x="f271" y="f818"/>
                  <a:pt x="f1080" y="f222"/>
                </a:cubicBezTo>
                <a:cubicBezTo>
                  <a:pt x="f1054" y="f222"/>
                  <a:pt x="f489" y="f810"/>
                  <a:pt x="f473" y="f810"/>
                </a:cubicBezTo>
                <a:cubicBezTo>
                  <a:pt x="f268" y="f72"/>
                  <a:pt x="f473" y="f813"/>
                  <a:pt x="f489" y="f77"/>
                </a:cubicBezTo>
                <a:cubicBezTo>
                  <a:pt x="f274" y="f826"/>
                  <a:pt x="f1081" y="f1082"/>
                  <a:pt x="f475" y="f797"/>
                </a:cubicBezTo>
                <a:cubicBezTo>
                  <a:pt x="f266" y="f968"/>
                  <a:pt x="f265" y="f968"/>
                  <a:pt x="f477" y="f796"/>
                </a:cubicBezTo>
                <a:cubicBezTo>
                  <a:pt x="f265" y="f1083"/>
                  <a:pt x="f489" y="f203"/>
                  <a:pt x="f470" y="f933"/>
                </a:cubicBezTo>
                <a:cubicBezTo>
                  <a:pt x="f271" y="f198"/>
                  <a:pt x="f1080" y="f1084"/>
                  <a:pt x="f470" y="f961"/>
                </a:cubicBezTo>
                <a:cubicBezTo>
                  <a:pt x="f873" y="f197"/>
                  <a:pt x="f1085" y="f960"/>
                  <a:pt x="f1086" y="f83"/>
                </a:cubicBezTo>
                <a:cubicBezTo>
                  <a:pt x="f1087" y="f1088"/>
                  <a:pt x="f1089" y="f776"/>
                  <a:pt x="f284" y="f841"/>
                </a:cubicBezTo>
                <a:cubicBezTo>
                  <a:pt x="f1089" y="f844"/>
                  <a:pt x="f1087" y="f770"/>
                  <a:pt x="f1086" y="f84"/>
                </a:cubicBezTo>
                <a:cubicBezTo>
                  <a:pt x="f1085" y="f192"/>
                  <a:pt x="f873" y="f186"/>
                  <a:pt x="f470" y="f936"/>
                </a:cubicBezTo>
                <a:cubicBezTo>
                  <a:pt x="f866" y="f162"/>
                  <a:pt x="f271" y="f949"/>
                  <a:pt x="f271" y="f86"/>
                </a:cubicBezTo>
                <a:cubicBezTo>
                  <a:pt x="f868" y="f1090"/>
                  <a:pt x="f273" y="f165"/>
                  <a:pt x="f1081" y="f1091"/>
                </a:cubicBezTo>
                <a:cubicBezTo>
                  <a:pt x="f1044" y="f1092"/>
                  <a:pt x="f280" y="f54"/>
                  <a:pt x="f282" y="f760"/>
                </a:cubicBezTo>
                <a:cubicBezTo>
                  <a:pt x="f279" y="f752"/>
                  <a:pt x="f1085" y="f750"/>
                  <a:pt x="f433" y="f148"/>
                </a:cubicBezTo>
                <a:cubicBezTo>
                  <a:pt x="f1077" y="f542"/>
                  <a:pt x="f1093" y="f109"/>
                  <a:pt x="f1087" y="f749"/>
                </a:cubicBezTo>
                <a:cubicBezTo>
                  <a:pt x="f1077" y="f117"/>
                  <a:pt x="f285" y="f143"/>
                  <a:pt x="f919" y="f538"/>
                </a:cubicBezTo>
                <a:cubicBezTo>
                  <a:pt x="f437" y="f536"/>
                  <a:pt x="f437" y="f746"/>
                  <a:pt x="f1094" y="f121"/>
                </a:cubicBezTo>
                <a:cubicBezTo>
                  <a:pt x="f289" y="f121"/>
                  <a:pt x="f1075" y="f121"/>
                  <a:pt x="f453" y="f115"/>
                </a:cubicBezTo>
                <a:cubicBezTo>
                  <a:pt x="f1095" y="f1096"/>
                  <a:pt x="f291" y="f554"/>
                  <a:pt x="f1095" y="f113"/>
                </a:cubicBezTo>
                <a:cubicBezTo>
                  <a:pt x="f296" y="f529"/>
                  <a:pt x="f443" y="f1097"/>
                  <a:pt x="f290" y="f136"/>
                </a:cubicBezTo>
                <a:cubicBezTo>
                  <a:pt x="f298" y="f508"/>
                  <a:pt x="f493" y="f1098"/>
                  <a:pt x="f1099" y="f1098"/>
                </a:cubicBezTo>
                <a:cubicBezTo>
                  <a:pt x="f448" y="f503"/>
                  <a:pt x="f448" y="f502"/>
                  <a:pt x="f320" y="f50"/>
                </a:cubicBezTo>
                <a:cubicBezTo>
                  <a:pt x="f1071" y="f502"/>
                  <a:pt x="f1059" y="f140"/>
                  <a:pt x="f1100" y="f1097"/>
                </a:cubicBezTo>
                <a:cubicBezTo>
                  <a:pt x="f1101" y="f1098"/>
                  <a:pt x="f495" y="f136"/>
                  <a:pt x="f1102" y="f136"/>
                </a:cubicBezTo>
                <a:cubicBezTo>
                  <a:pt x="f1103" y="f1098"/>
                  <a:pt x="f346" y="f1097"/>
                  <a:pt x="f410" y="f1104"/>
                </a:cubicBezTo>
                <a:cubicBezTo>
                  <a:pt x="f1046" y="f744"/>
                  <a:pt x="f403" y="f117"/>
                  <a:pt x="f1105" y="f119"/>
                </a:cubicBezTo>
                <a:cubicBezTo>
                  <a:pt x="f357" y="f750"/>
                  <a:pt x="f388" y="f101"/>
                  <a:pt x="f368" y="f54"/>
                </a:cubicBezTo>
                <a:cubicBezTo>
                  <a:pt x="f901" y="f94"/>
                  <a:pt x="f373" y="f103"/>
                  <a:pt x="f1043" y="f1106"/>
                </a:cubicBezTo>
                <a:cubicBezTo>
                  <a:pt x="f499" y="f1107"/>
                  <a:pt x="f898" y="f119"/>
                  <a:pt x="f501" y="f746"/>
                </a:cubicBezTo>
                <a:cubicBezTo>
                  <a:pt x="f910" y="f121"/>
                  <a:pt x="f1042" y="f1108"/>
                  <a:pt x="f375" y="f113"/>
                </a:cubicBezTo>
                <a:cubicBezTo>
                  <a:pt x="f371" y="f123"/>
                  <a:pt x="f395" y="f1097"/>
                  <a:pt x="f1109" y="f136"/>
                </a:cubicBezTo>
                <a:cubicBezTo>
                  <a:pt x="f343" y="f517"/>
                  <a:pt x="f449" y="f570"/>
                  <a:pt x="f1110" y="f630"/>
                </a:cubicBezTo>
                <a:cubicBezTo>
                  <a:pt x="f282" y="f593"/>
                  <a:pt x="f1111" y="f636"/>
                  <a:pt x="f1019" y="f1112"/>
                </a:cubicBezTo>
                <a:cubicBezTo>
                  <a:pt x="f1113" y="f1112"/>
                  <a:pt x="f487" y="f645"/>
                  <a:pt x="f1114" y="f1115"/>
                </a:cubicBezTo>
                <a:cubicBezTo>
                  <a:pt x="f926" y="f1116"/>
                  <a:pt x="f244" y="f1115"/>
                  <a:pt x="f987" y="f639"/>
                </a:cubicBezTo>
                <a:cubicBezTo>
                  <a:pt x="f234" y="f468"/>
                  <a:pt x="f817" y="f460"/>
                  <a:pt x="f1117" y="f462"/>
                </a:cubicBezTo>
                <a:cubicBezTo>
                  <a:pt x="f794" y="f691"/>
                  <a:pt x="f1118" y="f466"/>
                  <a:pt x="f167" y="f651"/>
                </a:cubicBezTo>
                <a:cubicBezTo>
                  <a:pt x="f55" y="f1119"/>
                  <a:pt x="f842" y="f1120"/>
                  <a:pt x="f182" y="f519"/>
                </a:cubicBezTo>
                <a:cubicBezTo>
                  <a:pt x="f55" y="f127"/>
                  <a:pt x="f83" y="f1121"/>
                  <a:pt x="f770" y="f548"/>
                </a:cubicBezTo>
                <a:cubicBezTo>
                  <a:pt x="f844" y="f1107"/>
                  <a:pt x="f842" y="f542"/>
                  <a:pt x="f195" y="f146"/>
                </a:cubicBezTo>
                <a:cubicBezTo>
                  <a:pt x="f81" y="f107"/>
                  <a:pt x="f203" y="f760"/>
                  <a:pt x="f203" y="f165"/>
                </a:cubicBezTo>
                <a:cubicBezTo>
                  <a:pt x="f1122" y="f936"/>
                  <a:pt x="f203" y="f842"/>
                  <a:pt x="f203" y="f1084"/>
                </a:cubicBezTo>
                <a:cubicBezTo>
                  <a:pt x="f832" y="f1084"/>
                  <a:pt x="f59" y="f1084"/>
                  <a:pt x="f933" y="f1084"/>
                </a:cubicBezTo>
                <a:cubicBezTo>
                  <a:pt x="f933" y="f1123"/>
                  <a:pt x="f933" y="f1123"/>
                  <a:pt x="f933" y="f961"/>
                </a:cubicBezTo>
                <a:cubicBezTo>
                  <a:pt x="f933" y="f774"/>
                  <a:pt x="f933" y="f767"/>
                  <a:pt x="f200" y="f1091"/>
                </a:cubicBezTo>
                <a:cubicBezTo>
                  <a:pt x="f1124" y="f94"/>
                  <a:pt x="f960" y="f106"/>
                  <a:pt x="f192" y="f150"/>
                </a:cubicBezTo>
                <a:cubicBezTo>
                  <a:pt x="f188" y="f1106"/>
                  <a:pt x="f936" y="f150"/>
                  <a:pt x="f767" y="f750"/>
                </a:cubicBezTo>
                <a:cubicBezTo>
                  <a:pt x="f949" y="f107"/>
                  <a:pt x="f182" y="f752"/>
                  <a:pt x="f159" y="f105"/>
                </a:cubicBezTo>
                <a:cubicBezTo>
                  <a:pt x="f766" y="f755"/>
                  <a:pt x="f157" y="f758"/>
                  <a:pt x="f167" y="f105"/>
                </a:cubicBezTo>
                <a:cubicBezTo>
                  <a:pt x="f1092" y="f150"/>
                  <a:pt x="f88" y="f147"/>
                  <a:pt x="f1091" y="f1107"/>
                </a:cubicBezTo>
                <a:cubicBezTo>
                  <a:pt x="f165" y="f109"/>
                  <a:pt x="f1090" y="f109"/>
                  <a:pt x="f159" y="f109"/>
                </a:cubicBezTo>
                <a:cubicBezTo>
                  <a:pt x="f936" y="f540"/>
                  <a:pt x="f194" y="f747"/>
                  <a:pt x="f194" y="f1096"/>
                </a:cubicBezTo>
                <a:cubicBezTo>
                  <a:pt x="f192" y="f1104"/>
                  <a:pt x="f162" y="f136"/>
                  <a:pt x="f1090" y="f125"/>
                </a:cubicBezTo>
                <a:cubicBezTo>
                  <a:pt x="f765" y="f502"/>
                  <a:pt x="f157" y="f136"/>
                  <a:pt x="f178" y="f1098"/>
                </a:cubicBezTo>
                <a:cubicBezTo>
                  <a:pt x="f90" y="f1097"/>
                  <a:pt x="f92" y="f123"/>
                  <a:pt x="f95" y="f123"/>
                </a:cubicBezTo>
                <a:cubicBezTo>
                  <a:pt x="f101" y="f529"/>
                  <a:pt x="f752" y="f1098"/>
                  <a:pt x="f752" y="f502"/>
                </a:cubicBezTo>
                <a:cubicBezTo>
                  <a:pt x="f106" y="f738"/>
                  <a:pt x="f755" y="f507"/>
                  <a:pt x="f1125" y="f517"/>
                </a:cubicBezTo>
                <a:cubicBezTo>
                  <a:pt x="f95" y="f505"/>
                  <a:pt x="f169" y="f516"/>
                  <a:pt x="f88" y="f516"/>
                </a:cubicBezTo>
                <a:cubicBezTo>
                  <a:pt x="f765" y="f516"/>
                  <a:pt x="f1126" y="f513"/>
                  <a:pt x="f1090" y="f734"/>
                </a:cubicBezTo>
                <a:cubicBezTo>
                  <a:pt x="f186" y="f611"/>
                  <a:pt x="f936" y="f645"/>
                  <a:pt x="f92" y="f691"/>
                </a:cubicBezTo>
                <a:cubicBezTo>
                  <a:pt x="f97" y="f1127"/>
                  <a:pt x="f99" y="f651"/>
                  <a:pt x="f1128" y="f651"/>
                </a:cubicBezTo>
                <a:cubicBezTo>
                  <a:pt x="f52" y="f699"/>
                  <a:pt x="f136" y="f696"/>
                  <a:pt x="f570" y="f696"/>
                </a:cubicBezTo>
                <a:cubicBezTo>
                  <a:pt x="f1129" y="f457"/>
                  <a:pt x="f486" y="f457"/>
                  <a:pt x="f1130" y="f454"/>
                </a:cubicBezTo>
                <a:cubicBezTo>
                  <a:pt x="f447" y="f58"/>
                  <a:pt x="f67" y="f56"/>
                  <a:pt x="f1131" y="f56"/>
                </a:cubicBezTo>
                <a:cubicBezTo>
                  <a:pt x="f1132" y="f46"/>
                  <a:pt x="f434" y="f56"/>
                  <a:pt x="f411" y="f459"/>
                </a:cubicBezTo>
                <a:cubicBezTo>
                  <a:pt x="f1133" y="f468"/>
                  <a:pt x="f19" y="f460"/>
                  <a:pt x="f35" y="f462"/>
                </a:cubicBezTo>
                <a:cubicBezTo>
                  <a:pt x="f35" y="f468"/>
                  <a:pt x="f35" y="f459"/>
                  <a:pt x="f35" y="f486"/>
                </a:cubicBezTo>
                <a:cubicBezTo>
                  <a:pt x="f35" y="f486"/>
                  <a:pt x="f71" y="f486"/>
                  <a:pt x="f36" y="f486"/>
                </a:cubicBezTo>
                <a:cubicBezTo>
                  <a:pt x="f1134" y="f474"/>
                  <a:pt x="f1135" y="f486"/>
                  <a:pt x="f67" y="f474"/>
                </a:cubicBezTo>
                <a:cubicBezTo>
                  <a:pt x="f26" y="f472"/>
                  <a:pt x="f38" y="f684"/>
                  <a:pt x="f1136" y="f1137"/>
                </a:cubicBezTo>
                <a:cubicBezTo>
                  <a:pt x="f1138" y="f665"/>
                  <a:pt x="f1136" y="f645"/>
                  <a:pt x="f42" y="f1119"/>
                </a:cubicBezTo>
                <a:cubicBezTo>
                  <a:pt x="f38" y="f1139"/>
                  <a:pt x="f1140" y="f1141"/>
                  <a:pt x="f34" y="f1129"/>
                </a:cubicBezTo>
                <a:cubicBezTo>
                  <a:pt x="f67" y="f596"/>
                  <a:pt x="f43" y="f632"/>
                  <a:pt x="f1142" y="f590"/>
                </a:cubicBezTo>
                <a:cubicBezTo>
                  <a:pt x="f28" y="f1129"/>
                  <a:pt x="f1143" y="f590"/>
                  <a:pt x="f62" y="f719"/>
                </a:cubicBezTo>
                <a:cubicBezTo>
                  <a:pt x="f709" y="f592"/>
                  <a:pt x="f56" y="f1144"/>
                  <a:pt x="f456" y="f579"/>
                </a:cubicBezTo>
                <a:cubicBezTo>
                  <a:pt x="f481" y="f579"/>
                  <a:pt x="f667" y="f579"/>
                  <a:pt x="f490" y="f614"/>
                </a:cubicBezTo>
                <a:cubicBezTo>
                  <a:pt x="f645" y="f625"/>
                  <a:pt x="f647" y="f566"/>
                  <a:pt x="f669" y="f507"/>
                </a:cubicBezTo>
                <a:cubicBezTo>
                  <a:pt x="f647" y="f511"/>
                  <a:pt x="f1115" y="f508"/>
                  <a:pt x="f607" y="f125"/>
                </a:cubicBezTo>
                <a:cubicBezTo>
                  <a:pt x="f1119" y="f140"/>
                  <a:pt x="f1116" y="f129"/>
                  <a:pt x="f599" y="f529"/>
                </a:cubicBezTo>
                <a:cubicBezTo>
                  <a:pt x="f1145" y="f531"/>
                  <a:pt x="f596" y="f1121"/>
                  <a:pt x="f590" y="f746"/>
                </a:cubicBezTo>
                <a:cubicBezTo>
                  <a:pt x="f633" y="f143"/>
                  <a:pt x="f1129" y="f1146"/>
                  <a:pt x="f636" y="f109"/>
                </a:cubicBezTo>
                <a:cubicBezTo>
                  <a:pt x="f592" y="f103"/>
                  <a:pt x="f630" y="f760"/>
                  <a:pt x="f1147" y="f1090"/>
                </a:cubicBezTo>
                <a:cubicBezTo>
                  <a:pt x="f723" y="f86"/>
                  <a:pt x="f1145" y="f767"/>
                  <a:pt x="f1115" y="f949"/>
                </a:cubicBezTo>
                <a:cubicBezTo>
                  <a:pt x="f645" y="f949"/>
                  <a:pt x="f641" y="f767"/>
                  <a:pt x="f47" y="f767"/>
                </a:cubicBezTo>
                <a:cubicBezTo>
                  <a:pt x="f669" y="f162"/>
                  <a:pt x="f472" y="f769"/>
                  <a:pt x="f459" y="f936"/>
                </a:cubicBezTo>
                <a:cubicBezTo>
                  <a:pt x="f481" y="f162"/>
                  <a:pt x="f658" y="f182"/>
                  <a:pt x="f653" y="f159"/>
                </a:cubicBezTo>
                <a:cubicBezTo>
                  <a:pt x="f46" y="f1090"/>
                  <a:pt x="f1148" y="f766"/>
                  <a:pt x="f44" y="f165"/>
                </a:cubicBezTo>
                <a:cubicBezTo>
                  <a:pt x="f65" y="f765"/>
                  <a:pt x="f30" y="f765"/>
                  <a:pt x="f24" y="f1091"/>
                </a:cubicBezTo>
                <a:cubicBezTo>
                  <a:pt x="f1149" y="f1091"/>
                  <a:pt x="f1150" y="f1091"/>
                  <a:pt x="f1135" y="f1091"/>
                </a:cubicBezTo>
                <a:cubicBezTo>
                  <a:pt x="f1150" y="f186"/>
                  <a:pt x="f1151" y="f842"/>
                  <a:pt x="f1152" y="f195"/>
                </a:cubicBezTo>
                <a:cubicBezTo>
                  <a:pt x="f1153" y="f837"/>
                  <a:pt x="f486" y="f82"/>
                  <a:pt x="f1115" y="f197"/>
                </a:cubicBezTo>
                <a:cubicBezTo>
                  <a:pt x="f598" y="f961"/>
                  <a:pt x="f632" y="f1124"/>
                  <a:pt x="f719" y="f1122"/>
                </a:cubicBezTo>
                <a:cubicBezTo>
                  <a:pt x="f634" y="f791"/>
                  <a:pt x="f596" y="f1083"/>
                  <a:pt x="f636" y="f206"/>
                </a:cubicBezTo>
                <a:cubicBezTo>
                  <a:pt x="f492" y="f931"/>
                  <a:pt x="f634" y="f794"/>
                  <a:pt x="f592" y="f1154"/>
                </a:cubicBezTo>
                <a:cubicBezTo>
                  <a:pt x="f581" y="f798"/>
                  <a:pt x="f1155" y="f64"/>
                  <a:pt x="f572" y="f813"/>
                </a:cubicBezTo>
                <a:cubicBezTo>
                  <a:pt x="f1156" y="f72"/>
                  <a:pt x="f570" y="f811"/>
                  <a:pt x="f628" y="f811"/>
                </a:cubicBezTo>
                <a:cubicBezTo>
                  <a:pt x="f1157" y="f811"/>
                  <a:pt x="f1147" y="f73"/>
                  <a:pt x="f727" y="f811"/>
                </a:cubicBezTo>
                <a:cubicBezTo>
                  <a:pt x="f579" y="f809"/>
                  <a:pt x="f1158" y="f809"/>
                  <a:pt x="f597" y="f809"/>
                </a:cubicBezTo>
                <a:cubicBezTo>
                  <a:pt x="f1145" y="f809"/>
                  <a:pt x="f1145" y="f1159"/>
                  <a:pt x="f636" y="f1159"/>
                </a:cubicBezTo>
                <a:cubicBezTo>
                  <a:pt x="f1129" y="f1006"/>
                  <a:pt x="f633" y="f1070"/>
                  <a:pt x="f595" y="f1160"/>
                </a:cubicBezTo>
                <a:cubicBezTo>
                  <a:pt x="f592" y="f927"/>
                  <a:pt x="f590" y="f994"/>
                  <a:pt x="f597" y="f235"/>
                </a:cubicBezTo>
                <a:cubicBezTo>
                  <a:pt x="f1139" y="f237"/>
                  <a:pt x="f1139" y="f237"/>
                  <a:pt x="f1161" y="f242"/>
                </a:cubicBezTo>
                <a:cubicBezTo>
                  <a:pt x="f603" y="f245"/>
                  <a:pt x="f603" y="f1015"/>
                  <a:pt x="f1162" y="f1163"/>
                </a:cubicBezTo>
                <a:cubicBezTo>
                  <a:pt x="f607" y="f1164"/>
                  <a:pt x="f1116" y="f1113"/>
                  <a:pt x="f637" y="f1165"/>
                </a:cubicBezTo>
                <a:cubicBezTo>
                  <a:pt x="f669" y="f1020"/>
                  <a:pt x="f460" y="f252"/>
                  <a:pt x="f1153" y="f250"/>
                </a:cubicBezTo>
                <a:cubicBezTo>
                  <a:pt x="f709" y="f1113"/>
                  <a:pt x="f709" y="f1166"/>
                  <a:pt x="f653" y="f255"/>
                </a:cubicBezTo>
                <a:cubicBezTo>
                  <a:pt x="f53" y="f1019"/>
                  <a:pt x="f1143" y="f250"/>
                  <a:pt x="f38" y="f249"/>
                </a:cubicBezTo>
                <a:cubicBezTo>
                  <a:pt x="f28" y="f1017"/>
                  <a:pt x="f1140" y="f926"/>
                  <a:pt x="f32" y="f1017"/>
                </a:cubicBezTo>
                <a:cubicBezTo>
                  <a:pt x="f34" y="f249"/>
                  <a:pt x="f1142" y="f1167"/>
                  <a:pt x="f1150" y="f247"/>
                </a:cubicBezTo>
                <a:cubicBezTo>
                  <a:pt x="f69" y="f1065"/>
                  <a:pt x="f1168" y="f1169"/>
                  <a:pt x="f33" y="f927"/>
                </a:cubicBezTo>
                <a:cubicBezTo>
                  <a:pt x="f424" y="f1069"/>
                  <a:pt x="f414" y="f1000"/>
                  <a:pt x="f27" y="f224"/>
                </a:cubicBezTo>
                <a:cubicBezTo>
                  <a:pt x="f407" y="f809"/>
                  <a:pt x="f1170" y="f810"/>
                  <a:pt x="f406" y="f222"/>
                </a:cubicBezTo>
                <a:cubicBezTo>
                  <a:pt x="f1171" y="f1074"/>
                  <a:pt x="f23" y="f819"/>
                  <a:pt x="f1172" y="f817"/>
                </a:cubicBezTo>
                <a:cubicBezTo>
                  <a:pt x="f1173" y="f1174"/>
                  <a:pt x="f74" y="f1175"/>
                  <a:pt x="f17" y="f994"/>
                </a:cubicBezTo>
                <a:cubicBezTo>
                  <a:pt x="f1176" y="f1169"/>
                  <a:pt x="f1177" y="f988"/>
                  <a:pt x="f1178" y="f244"/>
                </a:cubicBezTo>
                <a:cubicBezTo>
                  <a:pt x="f407" y="f1179"/>
                  <a:pt x="f27" y="f245"/>
                  <a:pt x="f1177" y="f1163"/>
                </a:cubicBezTo>
                <a:cubicBezTo>
                  <a:pt x="f1180" y="f926"/>
                  <a:pt x="f409" y="f1167"/>
                  <a:pt x="f411" y="f249"/>
                </a:cubicBezTo>
                <a:cubicBezTo>
                  <a:pt x="f411" y="f249"/>
                  <a:pt x="f1181" y="f853"/>
                  <a:pt x="f1181" y="f1164"/>
                </a:cubicBezTo>
                <a:cubicBezTo>
                  <a:pt x="f1180" y="f853"/>
                  <a:pt x="f27" y="f249"/>
                  <a:pt x="f1178" y="f1167"/>
                </a:cubicBezTo>
                <a:cubicBezTo>
                  <a:pt x="f25" y="f1015"/>
                  <a:pt x="f406" y="f1064"/>
                  <a:pt x="f1182" y="f244"/>
                </a:cubicBezTo>
                <a:cubicBezTo>
                  <a:pt x="f1183" y="f1184"/>
                  <a:pt x="f1185" y="f991"/>
                  <a:pt x="f89" y="f243"/>
                </a:cubicBezTo>
                <a:cubicBezTo>
                  <a:pt x="f91" y="f990"/>
                  <a:pt x="f76" y="f1169"/>
                  <a:pt x="f9" y="f237"/>
                </a:cubicBezTo>
                <a:cubicBezTo>
                  <a:pt x="f13" y="f1078"/>
                  <a:pt x="f102" y="f982"/>
                  <a:pt x="f392" y="f996"/>
                </a:cubicBezTo>
                <a:cubicBezTo>
                  <a:pt x="f1186" y="f1160"/>
                  <a:pt x="f1187" y="f981"/>
                  <a:pt x="f1188" y="f1069"/>
                </a:cubicBezTo>
                <a:cubicBezTo>
                  <a:pt x="f1189" y="f1069"/>
                  <a:pt x="f160" y="f1174"/>
                  <a:pt x="f1190" y="f1000"/>
                </a:cubicBezTo>
                <a:cubicBezTo>
                  <a:pt x="f1190" y="f1191"/>
                  <a:pt x="f139" y="f226"/>
                  <a:pt x="f158" y="f819"/>
                </a:cubicBezTo>
                <a:cubicBezTo>
                  <a:pt x="f141" y="f1074"/>
                  <a:pt x="f144" y="f810"/>
                  <a:pt x="f1192" y="f75"/>
                </a:cubicBezTo>
                <a:cubicBezTo>
                  <a:pt x="f358" y="f1193"/>
                  <a:pt x="f354" y="f73"/>
                  <a:pt x="f356" y="f68"/>
                </a:cubicBezTo>
                <a:cubicBezTo>
                  <a:pt x="f358" y="f1194"/>
                  <a:pt x="f356" y="f802"/>
                  <a:pt x="f356" y="f64"/>
                </a:cubicBezTo>
                <a:cubicBezTo>
                  <a:pt x="f354" y="f213"/>
                  <a:pt x="f354" y="f1082"/>
                  <a:pt x="f168" y="f968"/>
                </a:cubicBezTo>
                <a:cubicBezTo>
                  <a:pt x="f352" y="f794"/>
                  <a:pt x="f1195" y="f60"/>
                  <a:pt x="f1196" y="f209"/>
                </a:cubicBezTo>
                <a:cubicBezTo>
                  <a:pt x="f344" y="f1083"/>
                  <a:pt x="f1197" y="f59"/>
                  <a:pt x="f1197" y="f779"/>
                </a:cubicBezTo>
                <a:cubicBezTo>
                  <a:pt x="f1197" y="f961"/>
                  <a:pt x="f1198" y="f960"/>
                  <a:pt x="f174" y="f83"/>
                </a:cubicBezTo>
                <a:cubicBezTo>
                  <a:pt x="f1199" y="f774"/>
                  <a:pt x="f331" y="f770"/>
                  <a:pt x="f341" y="f188"/>
                </a:cubicBezTo>
                <a:cubicBezTo>
                  <a:pt x="f352" y="f948"/>
                  <a:pt x="f354" y="f167"/>
                  <a:pt x="f338" y="f758"/>
                </a:cubicBezTo>
                <a:cubicBezTo>
                  <a:pt x="f349" y="f749"/>
                  <a:pt x="f340" y="f531"/>
                  <a:pt x="f358" y="f1200"/>
                </a:cubicBezTo>
                <a:cubicBezTo>
                  <a:pt x="f1201" y="f561"/>
                  <a:pt x="f1201" y="f727"/>
                  <a:pt x="f1192" y="f586"/>
                </a:cubicBezTo>
                <a:cubicBezTo>
                  <a:pt x="f1192" y="f1202"/>
                  <a:pt x="f166" y="f719"/>
                  <a:pt x="f356" y="f633"/>
                </a:cubicBezTo>
                <a:cubicBezTo>
                  <a:pt x="f168" y="f1145"/>
                  <a:pt x="f170" y="f599"/>
                  <a:pt x="f1195" y="f637"/>
                </a:cubicBezTo>
                <a:cubicBezTo>
                  <a:pt x="f1195" y="f1162"/>
                  <a:pt x="f168" y="f1112"/>
                  <a:pt x="f358" y="f645"/>
                </a:cubicBezTo>
                <a:cubicBezTo>
                  <a:pt x="f166" y="f637"/>
                  <a:pt x="f1203" y="f1139"/>
                  <a:pt x="f152" y="f599"/>
                </a:cubicBezTo>
                <a:cubicBezTo>
                  <a:pt x="f1190" y="f636"/>
                  <a:pt x="f135" y="f633"/>
                  <a:pt x="f1204" y="f593"/>
                </a:cubicBezTo>
                <a:cubicBezTo>
                  <a:pt x="f378" y="f588"/>
                  <a:pt x="f1205" y="f579"/>
                  <a:pt x="f1206" y="f630"/>
                </a:cubicBezTo>
                <a:cubicBezTo>
                  <a:pt x="f1207" y="f1147"/>
                  <a:pt x="f1208" y="f496"/>
                  <a:pt x="f3" y="f628"/>
                </a:cubicBezTo>
                <a:cubicBezTo>
                  <a:pt x="f1209" y="f1157"/>
                  <a:pt x="f138" y="f1157"/>
                  <a:pt x="f160" y="f1147"/>
                </a:cubicBezTo>
                <a:cubicBezTo>
                  <a:pt x="f158" y="f559"/>
                  <a:pt x="f1210" y="f738"/>
                  <a:pt x="f128" y="f125"/>
                </a:cubicBezTo>
                <a:cubicBezTo>
                  <a:pt x="f126" y="f125"/>
                  <a:pt x="f1211" y="f50"/>
                  <a:pt x="f1212" y="f508"/>
                </a:cubicBezTo>
                <a:cubicBezTo>
                  <a:pt x="f122" y="f507"/>
                  <a:pt x="f380" y="f516"/>
                  <a:pt x="f1213" y="f566"/>
                </a:cubicBezTo>
                <a:cubicBezTo>
                  <a:pt x="f390" y="f625"/>
                  <a:pt x="f1214" y="f628"/>
                  <a:pt x="f1215" y="f577"/>
                </a:cubicBezTo>
                <a:cubicBezTo>
                  <a:pt x="f102" y="f634"/>
                  <a:pt x="f11" y="f637"/>
                  <a:pt x="f76" y="f667"/>
                </a:cubicBezTo>
                <a:cubicBezTo>
                  <a:pt x="f1216" y="f459"/>
                  <a:pt x="f23" y="f459"/>
                  <a:pt x="f1173" y="f669"/>
                </a:cubicBezTo>
                <a:cubicBezTo>
                  <a:pt x="f17" y="f459"/>
                  <a:pt x="f428" y="f466"/>
                  <a:pt x="f27" y="f58"/>
                </a:cubicBezTo>
                <a:cubicBezTo>
                  <a:pt x="f27" y="f450"/>
                  <a:pt x="f407" y="f2"/>
                  <a:pt x="f74" y="f1130"/>
                </a:cubicBezTo>
                <a:cubicBezTo>
                  <a:pt x="f1204" y="f1217"/>
                  <a:pt x="f326" y="f436"/>
                  <a:pt x="f293" y="f74"/>
                </a:cubicBezTo>
                <a:cubicBezTo>
                  <a:pt x="f214" y="f429"/>
                  <a:pt x="f287" y="f1218"/>
                  <a:pt x="f261" y="f23"/>
                </a:cubicBezTo>
                <a:cubicBezTo>
                  <a:pt x="f267" y="f87"/>
                  <a:pt x="f275" y="f1183"/>
                  <a:pt x="f6" y="f1185"/>
                </a:cubicBezTo>
                <a:cubicBezTo>
                  <a:pt x="f6" y="f1219"/>
                  <a:pt x="f6" y="f76"/>
                  <a:pt x="f6" y="f9"/>
                </a:cubicBezTo>
                <a:close/>
                <a:moveTo>
                  <a:pt x="f621" y="f502"/>
                </a:moveTo>
                <a:cubicBezTo>
                  <a:pt x="f1220" y="f747"/>
                  <a:pt x="f591" y="f548"/>
                  <a:pt x="f602" y="f755"/>
                </a:cubicBezTo>
                <a:cubicBezTo>
                  <a:pt x="f1221" y="f94"/>
                  <a:pt x="f939" y="f54"/>
                  <a:pt x="f1222" y="f167"/>
                </a:cubicBezTo>
                <a:cubicBezTo>
                  <a:pt x="f1223" y="f1091"/>
                  <a:pt x="f657" y="f165"/>
                  <a:pt x="f1224" y="f155"/>
                </a:cubicBezTo>
                <a:cubicBezTo>
                  <a:pt x="f934" y="f99"/>
                  <a:pt x="f1225" y="f105"/>
                  <a:pt x="f1226" y="f542"/>
                </a:cubicBezTo>
                <a:cubicBezTo>
                  <a:pt x="f1226" y="f542"/>
                  <a:pt x="f664" y="f1107"/>
                  <a:pt x="f664" y="f1107"/>
                </a:cubicBezTo>
                <a:cubicBezTo>
                  <a:pt x="f1227" y="f1107"/>
                  <a:pt x="f661" y="f548"/>
                  <a:pt x="f934" y="f1107"/>
                </a:cubicBezTo>
                <a:cubicBezTo>
                  <a:pt x="f659" y="f148"/>
                  <a:pt x="f1228" y="f546"/>
                  <a:pt x="f654" y="f119"/>
                </a:cubicBezTo>
                <a:cubicBezTo>
                  <a:pt x="f649" y="f746"/>
                  <a:pt x="f644" y="f554"/>
                  <a:pt x="f640" y="f1108"/>
                </a:cubicBezTo>
                <a:cubicBezTo>
                  <a:pt x="f629" y="f1108"/>
                  <a:pt x="f623" y="f131"/>
                  <a:pt x="f627" y="f529"/>
                </a:cubicBezTo>
                <a:cubicBezTo>
                  <a:pt x="f631" y="f1097"/>
                  <a:pt x="f617" y="f140"/>
                  <a:pt x="f621" y="f502"/>
                </a:cubicBezTo>
                <a:close/>
                <a:moveTo>
                  <a:pt x="f929" y="f1218"/>
                </a:moveTo>
                <a:cubicBezTo>
                  <a:pt x="f1003" y="f1170"/>
                  <a:pt x="f1229" y="f407"/>
                  <a:pt x="f1159" y="f409"/>
                </a:cubicBezTo>
                <a:cubicBezTo>
                  <a:pt x="f222" y="f1132"/>
                  <a:pt x="f1193" y="f1134"/>
                  <a:pt x="f72" y="f1142"/>
                </a:cubicBezTo>
                <a:cubicBezTo>
                  <a:pt x="f70" y="f1140"/>
                  <a:pt x="f803" y="f40"/>
                  <a:pt x="f66" y="f2"/>
                </a:cubicBezTo>
                <a:cubicBezTo>
                  <a:pt x="f930" y="f53"/>
                  <a:pt x="f930" y="f46"/>
                  <a:pt x="f68" y="f56"/>
                </a:cubicBezTo>
                <a:cubicBezTo>
                  <a:pt x="f811" y="f452"/>
                  <a:pt x="f224" y="f454"/>
                  <a:pt x="f1000" y="f709"/>
                </a:cubicBezTo>
                <a:cubicBezTo>
                  <a:pt x="f1000" y="f452"/>
                  <a:pt x="f1000" y="f56"/>
                  <a:pt x="f817" y="f46"/>
                </a:cubicBezTo>
                <a:cubicBezTo>
                  <a:pt x="f818" y="f38"/>
                  <a:pt x="f226" y="f446"/>
                  <a:pt x="f1230" y="f438"/>
                </a:cubicBezTo>
                <a:cubicBezTo>
                  <a:pt x="f228" y="f418"/>
                  <a:pt x="f1230" y="f407"/>
                  <a:pt x="f929" y="f1218"/>
                </a:cubicBezTo>
                <a:close/>
                <a:moveTo>
                  <a:pt x="f845" y="f767"/>
                </a:moveTo>
                <a:cubicBezTo>
                  <a:pt x="f845" y="f951"/>
                  <a:pt x="f845" y="f949"/>
                  <a:pt x="f845" y="f161"/>
                </a:cubicBezTo>
                <a:cubicBezTo>
                  <a:pt x="f1231" y="f1126"/>
                  <a:pt x="f681" y="f1126"/>
                  <a:pt x="f680" y="f92"/>
                </a:cubicBezTo>
                <a:cubicBezTo>
                  <a:pt x="f680" y="f171"/>
                  <a:pt x="f680" y="f99"/>
                  <a:pt x="f679" y="f1128"/>
                </a:cubicBezTo>
                <a:cubicBezTo>
                  <a:pt x="f1232" y="f154"/>
                  <a:pt x="f677" y="f106"/>
                  <a:pt x="f850" y="f147"/>
                </a:cubicBezTo>
                <a:cubicBezTo>
                  <a:pt x="f1226" y="f154"/>
                  <a:pt x="f1225" y="f95"/>
                  <a:pt x="f1233" y="f1092"/>
                </a:cubicBezTo>
                <a:cubicBezTo>
                  <a:pt x="f660" y="f165"/>
                  <a:pt x="f1234" y="f159"/>
                  <a:pt x="f663" y="f86"/>
                </a:cubicBezTo>
                <a:cubicBezTo>
                  <a:pt x="f670" y="f161"/>
                  <a:pt x="f1235" y="f949"/>
                  <a:pt x="f845" y="f767"/>
                </a:cubicBezTo>
                <a:close/>
                <a:moveTo>
                  <a:pt x="f1236" y="f1146"/>
                </a:moveTo>
                <a:cubicBezTo>
                  <a:pt x="f957" y="f1107"/>
                  <a:pt x="f1237" y="f150"/>
                  <a:pt x="f975" y="f103"/>
                </a:cubicBezTo>
                <a:cubicBezTo>
                  <a:pt x="f537" y="f749"/>
                  <a:pt x="f958" y="f117"/>
                  <a:pt x="f1238" y="f121"/>
                </a:cubicBezTo>
                <a:cubicBezTo>
                  <a:pt x="f1239" y="f117"/>
                  <a:pt x="f1240" y="f538"/>
                  <a:pt x="f1236" y="f1146"/>
                </a:cubicBezTo>
                <a:close/>
                <a:moveTo>
                  <a:pt x="f820" y="f835"/>
                </a:moveTo>
                <a:cubicBezTo>
                  <a:pt x="f705" y="f835"/>
                  <a:pt x="f706" y="f781"/>
                  <a:pt x="f706" y="f781"/>
                </a:cubicBezTo>
                <a:cubicBezTo>
                  <a:pt x="f1241" y="f1123"/>
                  <a:pt x="f707" y="f197"/>
                  <a:pt x="f708" y="f82"/>
                </a:cubicBezTo>
                <a:cubicBezTo>
                  <a:pt x="f710" y="f837"/>
                  <a:pt x="f711" y="f841"/>
                  <a:pt x="f1242" y="f55"/>
                </a:cubicBezTo>
                <a:cubicBezTo>
                  <a:pt x="f708" y="f956"/>
                  <a:pt x="f705" y="f956"/>
                  <a:pt x="f704" y="f770"/>
                </a:cubicBezTo>
                <a:cubicBezTo>
                  <a:pt x="f704" y="f837"/>
                  <a:pt x="f825" y="f844"/>
                  <a:pt x="f1243" y="f841"/>
                </a:cubicBezTo>
                <a:cubicBezTo>
                  <a:pt x="f829" y="f1123"/>
                  <a:pt x="f1244" y="f197"/>
                  <a:pt x="f820" y="f835"/>
                </a:cubicBezTo>
                <a:close/>
                <a:moveTo>
                  <a:pt x="f708" y="f734"/>
                </a:moveTo>
                <a:cubicBezTo>
                  <a:pt x="f1245" y="f561"/>
                  <a:pt x="f823" y="f559"/>
                  <a:pt x="f702" y="f559"/>
                </a:cubicBezTo>
                <a:cubicBezTo>
                  <a:pt x="f829" y="f559"/>
                  <a:pt x="f700" y="f734"/>
                  <a:pt x="f1246" y="f563"/>
                </a:cubicBezTo>
                <a:cubicBezTo>
                  <a:pt x="f1246" y="f566"/>
                  <a:pt x="f1246" y="f498"/>
                  <a:pt x="f1246" y="f513"/>
                </a:cubicBezTo>
                <a:cubicBezTo>
                  <a:pt x="f1243" y="f498"/>
                  <a:pt x="f703" y="f566"/>
                  <a:pt x="f708" y="f734"/>
                </a:cubicBezTo>
                <a:close/>
                <a:moveTo>
                  <a:pt x="f758" y="f125"/>
                </a:moveTo>
                <a:cubicBezTo>
                  <a:pt x="f95" y="f136"/>
                  <a:pt x="f54" y="f136"/>
                  <a:pt x="f178" y="f511"/>
                </a:cubicBezTo>
                <a:cubicBezTo>
                  <a:pt x="f54" y="f508"/>
                  <a:pt x="f99" y="f50"/>
                  <a:pt x="f758" y="f125"/>
                </a:cubicBezTo>
                <a:close/>
              </a:path>
            </a:pathLst>
          </a:custGeom>
          <a:solidFill>
            <a:srgbClr val="A72424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4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831423BE-0077-82EE-0989-759100A153D7}"/>
              </a:ext>
            </a:extLst>
          </p:cNvPr>
          <p:cNvSpPr/>
          <p:nvPr/>
        </p:nvSpPr>
        <p:spPr>
          <a:xfrm>
            <a:off x="-14328" y="63495"/>
            <a:ext cx="1440244" cy="933126"/>
          </a:xfrm>
          <a:custGeom>
            <a:avLst/>
            <a:gdLst>
              <a:gd name="f0" fmla="val 10800000"/>
              <a:gd name="f1" fmla="val 5400000"/>
              <a:gd name="f2" fmla="val 360"/>
              <a:gd name="f3" fmla="val 180"/>
              <a:gd name="f4" fmla="val w"/>
              <a:gd name="f5" fmla="val h"/>
              <a:gd name="f6" fmla="val 0"/>
              <a:gd name="f7" fmla="val 1590"/>
              <a:gd name="f8" fmla="val 1029"/>
              <a:gd name="f9" fmla="val 250"/>
              <a:gd name="f10" fmla="val 6"/>
              <a:gd name="f11" fmla="val 243"/>
              <a:gd name="f12" fmla="val 12"/>
              <a:gd name="f13" fmla="val 245"/>
              <a:gd name="f14" fmla="val 19"/>
              <a:gd name="f15" fmla="val 248"/>
              <a:gd name="f16" fmla="val 93"/>
              <a:gd name="f17" fmla="val 273"/>
              <a:gd name="f18" fmla="val 168"/>
              <a:gd name="f19" fmla="val 298"/>
              <a:gd name="f20" fmla="val 239"/>
              <a:gd name="f21" fmla="val 331"/>
              <a:gd name="f22" fmla="val 336"/>
              <a:gd name="f23" fmla="val 261"/>
              <a:gd name="f24" fmla="val 338"/>
              <a:gd name="f25" fmla="val 272"/>
              <a:gd name="f26" fmla="val 341"/>
              <a:gd name="f27" fmla="val 280"/>
              <a:gd name="f28" fmla="val 344"/>
              <a:gd name="f29" fmla="val 288"/>
              <a:gd name="f30" fmla="val 343"/>
              <a:gd name="f31" fmla="val 296"/>
              <a:gd name="f32" fmla="val 339"/>
              <a:gd name="f33" fmla="val 301"/>
              <a:gd name="f34" fmla="val 337"/>
              <a:gd name="f35" fmla="val 305"/>
              <a:gd name="f36" fmla="val 307"/>
              <a:gd name="f37" fmla="val 308"/>
              <a:gd name="f38" fmla="val 347"/>
              <a:gd name="f39" fmla="val 312"/>
              <a:gd name="f40" fmla="val 351"/>
              <a:gd name="f41" fmla="val 315"/>
              <a:gd name="f42" fmla="val 352"/>
              <a:gd name="f43" fmla="val 333"/>
              <a:gd name="f44" fmla="val 355"/>
              <a:gd name="f45" fmla="val 359"/>
              <a:gd name="f46" fmla="val 369"/>
              <a:gd name="f47" fmla="val 412"/>
              <a:gd name="f48" fmla="val 361"/>
              <a:gd name="f49" fmla="val 456"/>
              <a:gd name="f50" fmla="val 499"/>
              <a:gd name="f51" fmla="val 363"/>
              <a:gd name="f52" fmla="val 534"/>
              <a:gd name="f53" fmla="val 365"/>
              <a:gd name="f54" fmla="val 570"/>
              <a:gd name="f55" fmla="val 605"/>
              <a:gd name="f56" fmla="val 371"/>
              <a:gd name="f57" fmla="val 619"/>
              <a:gd name="f58" fmla="val 372"/>
              <a:gd name="f59" fmla="val 633"/>
              <a:gd name="f60" fmla="val 647"/>
              <a:gd name="f61" fmla="val 659"/>
              <a:gd name="f62" fmla="val 368"/>
              <a:gd name="f63" fmla="val 668"/>
              <a:gd name="f64" fmla="val 672"/>
              <a:gd name="f65" fmla="val 349"/>
              <a:gd name="f66" fmla="val 677"/>
              <a:gd name="f67" fmla="val 335"/>
              <a:gd name="f68" fmla="val 682"/>
              <a:gd name="f69" fmla="val 320"/>
              <a:gd name="f70" fmla="val 685"/>
              <a:gd name="f71" fmla="val 306"/>
              <a:gd name="f72" fmla="val 688"/>
              <a:gd name="f73" fmla="val 690"/>
              <a:gd name="f74" fmla="val 270"/>
              <a:gd name="f75" fmla="val 693"/>
              <a:gd name="f76" fmla="val 252"/>
              <a:gd name="f77" fmla="val 679"/>
              <a:gd name="f78" fmla="val 663"/>
              <a:gd name="f79" fmla="val 650"/>
              <a:gd name="f80" fmla="val 640"/>
              <a:gd name="f81" fmla="val 627"/>
              <a:gd name="f82" fmla="val 615"/>
              <a:gd name="f83" fmla="val 614"/>
              <a:gd name="f84" fmla="val 602"/>
              <a:gd name="f85" fmla="val 265"/>
              <a:gd name="f86" fmla="val 589"/>
              <a:gd name="f87" fmla="val 260"/>
              <a:gd name="f88" fmla="val 577"/>
              <a:gd name="f89" fmla="val 255"/>
              <a:gd name="f90" fmla="val 573"/>
              <a:gd name="f91" fmla="val 253"/>
              <a:gd name="f92" fmla="val 569"/>
              <a:gd name="f93" fmla="val 251"/>
              <a:gd name="f94" fmla="val 563"/>
              <a:gd name="f95" fmla="val 566"/>
              <a:gd name="f96" fmla="val 246"/>
              <a:gd name="f97" fmla="val 568"/>
              <a:gd name="f98" fmla="val 244"/>
              <a:gd name="f99" fmla="val 565"/>
              <a:gd name="f100" fmla="val 240"/>
              <a:gd name="f101" fmla="val 560"/>
              <a:gd name="f102" fmla="val 235"/>
              <a:gd name="f103" fmla="val 555"/>
              <a:gd name="f104" fmla="val 231"/>
              <a:gd name="f105" fmla="val 554"/>
              <a:gd name="f106" fmla="val 552"/>
              <a:gd name="f107" fmla="val 551"/>
              <a:gd name="f108" fmla="val 230"/>
              <a:gd name="f109" fmla="val 540"/>
              <a:gd name="f110" fmla="val 227"/>
              <a:gd name="f111" fmla="val 530"/>
              <a:gd name="f112" fmla="val 223"/>
              <a:gd name="f113" fmla="val 517"/>
              <a:gd name="f114" fmla="val 219"/>
              <a:gd name="f115" fmla="val 524"/>
              <a:gd name="f116" fmla="val 216"/>
              <a:gd name="f117" fmla="val 528"/>
              <a:gd name="f118" fmla="val 213"/>
              <a:gd name="f119" fmla="val 535"/>
              <a:gd name="f120" fmla="val 210"/>
              <a:gd name="f121" fmla="val 523"/>
              <a:gd name="f122" fmla="val 205"/>
              <a:gd name="f123" fmla="val 512"/>
              <a:gd name="f124" fmla="val 201"/>
              <a:gd name="f125" fmla="val 500"/>
              <a:gd name="f126" fmla="val 195"/>
              <a:gd name="f127" fmla="val 504"/>
              <a:gd name="f128" fmla="val 193"/>
              <a:gd name="f129" fmla="val 509"/>
              <a:gd name="f130" fmla="val 190"/>
              <a:gd name="f131" fmla="val 515"/>
              <a:gd name="f132" fmla="val 187"/>
              <a:gd name="f133" fmla="val 511"/>
              <a:gd name="f134" fmla="val 184"/>
              <a:gd name="f135" fmla="val 182"/>
              <a:gd name="f136" fmla="val 506"/>
              <a:gd name="f137" fmla="val 501"/>
              <a:gd name="f138" fmla="val 176"/>
              <a:gd name="f139" fmla="val 172"/>
              <a:gd name="f140" fmla="val 507"/>
              <a:gd name="f141" fmla="val 170"/>
              <a:gd name="f142" fmla="val 167"/>
              <a:gd name="f143" fmla="val 531"/>
              <a:gd name="f144" fmla="val 166"/>
              <a:gd name="f145" fmla="val 539"/>
              <a:gd name="f146" fmla="val 544"/>
              <a:gd name="f147" fmla="val 545"/>
              <a:gd name="f148" fmla="val 547"/>
              <a:gd name="f149" fmla="val 165"/>
              <a:gd name="f150" fmla="val 549"/>
              <a:gd name="f151" fmla="val 164"/>
              <a:gd name="f152" fmla="val 163"/>
              <a:gd name="f153" fmla="val 162"/>
              <a:gd name="f154" fmla="val 557"/>
              <a:gd name="f155" fmla="val 574"/>
              <a:gd name="f156" fmla="val 169"/>
              <a:gd name="f157" fmla="val 580"/>
              <a:gd name="f158" fmla="val 171"/>
              <a:gd name="f159" fmla="val 588"/>
              <a:gd name="f160" fmla="val 174"/>
              <a:gd name="f161" fmla="val 591"/>
              <a:gd name="f162" fmla="val 595"/>
              <a:gd name="f163" fmla="val 161"/>
              <a:gd name="f164" fmla="val 156"/>
              <a:gd name="f165" fmla="val 583"/>
              <a:gd name="f166" fmla="val 152"/>
              <a:gd name="f167" fmla="val 578"/>
              <a:gd name="f168" fmla="val 148"/>
              <a:gd name="f169" fmla="val 572"/>
              <a:gd name="f170" fmla="val 146"/>
              <a:gd name="f171" fmla="val 567"/>
              <a:gd name="f172" fmla="val 143"/>
              <a:gd name="f173" fmla="val 135"/>
              <a:gd name="f174" fmla="val 127"/>
              <a:gd name="f175" fmla="val 120"/>
              <a:gd name="f176" fmla="val 571"/>
              <a:gd name="f177" fmla="val 111"/>
              <a:gd name="f178" fmla="val 576"/>
              <a:gd name="f179" fmla="val 105"/>
              <a:gd name="f180" fmla="val 100"/>
              <a:gd name="f181" fmla="val 97"/>
              <a:gd name="f182" fmla="val 590"/>
              <a:gd name="f183" fmla="val 88"/>
              <a:gd name="f184" fmla="val 81"/>
              <a:gd name="f185" fmla="val 75"/>
              <a:gd name="f186" fmla="val 599"/>
              <a:gd name="f187" fmla="val 77"/>
              <a:gd name="f188" fmla="val 598"/>
              <a:gd name="f189" fmla="val 71"/>
              <a:gd name="f190" fmla="val 64"/>
              <a:gd name="f191" fmla="val 58"/>
              <a:gd name="f192" fmla="val 600"/>
              <a:gd name="f193" fmla="val 57"/>
              <a:gd name="f194" fmla="val 601"/>
              <a:gd name="f195" fmla="val 610"/>
              <a:gd name="f196" fmla="val 66"/>
              <a:gd name="f197" fmla="val 618"/>
              <a:gd name="f198" fmla="val 626"/>
              <a:gd name="f199" fmla="val 56"/>
              <a:gd name="f200" fmla="val 629"/>
              <a:gd name="f201" fmla="val 54"/>
              <a:gd name="f202" fmla="val 53"/>
              <a:gd name="f203" fmla="val 637"/>
              <a:gd name="f204" fmla="val 51"/>
              <a:gd name="f205" fmla="val 49"/>
              <a:gd name="f206" fmla="val 644"/>
              <a:gd name="f207" fmla="val 47"/>
              <a:gd name="f208" fmla="val 44"/>
              <a:gd name="f209" fmla="val 646"/>
              <a:gd name="f210" fmla="val 32"/>
              <a:gd name="f211" fmla="val 658"/>
              <a:gd name="f212" fmla="val 31"/>
              <a:gd name="f213" fmla="val 666"/>
              <a:gd name="f214" fmla="val 26"/>
              <a:gd name="f215" fmla="val 24"/>
              <a:gd name="f216" fmla="val 673"/>
              <a:gd name="f217" fmla="val 27"/>
              <a:gd name="f218" fmla="val 29"/>
              <a:gd name="f219" fmla="val 686"/>
              <a:gd name="f220" fmla="val 33"/>
              <a:gd name="f221" fmla="val 689"/>
              <a:gd name="f222" fmla="val 695"/>
              <a:gd name="f223" fmla="val 30"/>
              <a:gd name="f224" fmla="val 701"/>
              <a:gd name="f225" fmla="val 34"/>
              <a:gd name="f226" fmla="val 706"/>
              <a:gd name="f227" fmla="val 39"/>
              <a:gd name="f228" fmla="val 715"/>
              <a:gd name="f229" fmla="val 48"/>
              <a:gd name="f230" fmla="val 720"/>
              <a:gd name="f231" fmla="val 728"/>
              <a:gd name="f232" fmla="val 37"/>
              <a:gd name="f233" fmla="val 731"/>
              <a:gd name="f234" fmla="val 734"/>
              <a:gd name="f235" fmla="val 738"/>
              <a:gd name="f236" fmla="val 23"/>
              <a:gd name="f237" fmla="val 739"/>
              <a:gd name="f238" fmla="val 21"/>
              <a:gd name="f239" fmla="val 744"/>
              <a:gd name="f240" fmla="val 20"/>
              <a:gd name="f241" fmla="val 745"/>
              <a:gd name="f242" fmla="val 750"/>
              <a:gd name="f243" fmla="val 753"/>
              <a:gd name="f244" fmla="val 757"/>
              <a:gd name="f245" fmla="val 761"/>
              <a:gd name="f246" fmla="val 18"/>
              <a:gd name="f247" fmla="val 764"/>
              <a:gd name="f248" fmla="val 15"/>
              <a:gd name="f249" fmla="val 768"/>
              <a:gd name="f250" fmla="val 773"/>
              <a:gd name="f251" fmla="val 9"/>
              <a:gd name="f252" fmla="val 777"/>
              <a:gd name="f253" fmla="val 782"/>
              <a:gd name="f254" fmla="val 11"/>
              <a:gd name="f255" fmla="val 784"/>
              <a:gd name="f256" fmla="val 788"/>
              <a:gd name="f257" fmla="val 792"/>
              <a:gd name="f258" fmla="val 10"/>
              <a:gd name="f259" fmla="val 797"/>
              <a:gd name="f260" fmla="val 802"/>
              <a:gd name="f261" fmla="val 8"/>
              <a:gd name="f262" fmla="val 807"/>
              <a:gd name="f263" fmla="val 7"/>
              <a:gd name="f264" fmla="val 809"/>
              <a:gd name="f265" fmla="val 811"/>
              <a:gd name="f266" fmla="val 813"/>
              <a:gd name="f267" fmla="val 5"/>
              <a:gd name="f268" fmla="val 819"/>
              <a:gd name="f269" fmla="val 2"/>
              <a:gd name="f270" fmla="val 824"/>
              <a:gd name="f271" fmla="val 829"/>
              <a:gd name="f272" fmla="val 4"/>
              <a:gd name="f273" fmla="val 832"/>
              <a:gd name="f274" fmla="val 835"/>
              <a:gd name="f275" fmla="val 3"/>
              <a:gd name="f276" fmla="val 839"/>
              <a:gd name="f277" fmla="val 841"/>
              <a:gd name="f278" fmla="val 1"/>
              <a:gd name="f279" fmla="val 844"/>
              <a:gd name="f280" fmla="val 846"/>
              <a:gd name="f281" fmla="val 849"/>
              <a:gd name="f282" fmla="val 852"/>
              <a:gd name="f283" fmla="val 855"/>
              <a:gd name="f284" fmla="val 867"/>
              <a:gd name="f285" fmla="val 877"/>
              <a:gd name="f286" fmla="val 882"/>
              <a:gd name="f287" fmla="val 17"/>
              <a:gd name="f288" fmla="val 883"/>
              <a:gd name="f289" fmla="val 888"/>
              <a:gd name="f290" fmla="val 894"/>
              <a:gd name="f291" fmla="val 902"/>
              <a:gd name="f292" fmla="val 900"/>
              <a:gd name="f293" fmla="val 35"/>
              <a:gd name="f294" fmla="val 898"/>
              <a:gd name="f295" fmla="val 40"/>
              <a:gd name="f296" fmla="val 899"/>
              <a:gd name="f297" fmla="val 42"/>
              <a:gd name="f298" fmla="val 904"/>
              <a:gd name="f299" fmla="val 917"/>
              <a:gd name="f300" fmla="val 918"/>
              <a:gd name="f301" fmla="val 909"/>
              <a:gd name="f302" fmla="val 61"/>
              <a:gd name="f303" fmla="val 908"/>
              <a:gd name="f304" fmla="val 62"/>
              <a:gd name="f305" fmla="val 907"/>
              <a:gd name="f306" fmla="val 912"/>
              <a:gd name="f307" fmla="val 68"/>
              <a:gd name="f308" fmla="val 913"/>
              <a:gd name="f309" fmla="val 72"/>
              <a:gd name="f310" fmla="val 78"/>
              <a:gd name="f311" fmla="val 79"/>
              <a:gd name="f312" fmla="val 906"/>
              <a:gd name="f313" fmla="val 83"/>
              <a:gd name="f314" fmla="val 84"/>
              <a:gd name="f315" fmla="val 911"/>
              <a:gd name="f316" fmla="val 915"/>
              <a:gd name="f317" fmla="val 920"/>
              <a:gd name="f318" fmla="val 96"/>
              <a:gd name="f319" fmla="val 926"/>
              <a:gd name="f320" fmla="val 923"/>
              <a:gd name="f321" fmla="val 103"/>
              <a:gd name="f322" fmla="val 919"/>
              <a:gd name="f323" fmla="val 107"/>
              <a:gd name="f324" fmla="val 108"/>
              <a:gd name="f325" fmla="val 110"/>
              <a:gd name="f326" fmla="val 113"/>
              <a:gd name="f327" fmla="val 117"/>
              <a:gd name="f328" fmla="val 119"/>
              <a:gd name="f329" fmla="val 121"/>
              <a:gd name="f330" fmla="val 122"/>
              <a:gd name="f331" fmla="val 124"/>
              <a:gd name="f332" fmla="val 887"/>
              <a:gd name="f333" fmla="val 881"/>
              <a:gd name="f334" fmla="val 130"/>
              <a:gd name="f335" fmla="val 874"/>
              <a:gd name="f336" fmla="val 134"/>
              <a:gd name="f337" fmla="val 880"/>
              <a:gd name="f338" fmla="val 144"/>
              <a:gd name="f339" fmla="val 892"/>
              <a:gd name="f340" fmla="val 140"/>
              <a:gd name="f341" fmla="val 131"/>
              <a:gd name="f342" fmla="val 933"/>
              <a:gd name="f343" fmla="val 954"/>
              <a:gd name="f344" fmla="val 133"/>
              <a:gd name="f345" fmla="val 959"/>
              <a:gd name="f346" fmla="val 963"/>
              <a:gd name="f347" fmla="val 136"/>
              <a:gd name="f348" fmla="val 968"/>
              <a:gd name="f349" fmla="val 138"/>
              <a:gd name="f350" fmla="val 962"/>
              <a:gd name="f351" fmla="val 964"/>
              <a:gd name="f352" fmla="val 147"/>
              <a:gd name="f353" fmla="val 971"/>
              <a:gd name="f354" fmla="val 149"/>
              <a:gd name="f355" fmla="val 975"/>
              <a:gd name="f356" fmla="val 150"/>
              <a:gd name="f357" fmla="val 978"/>
              <a:gd name="f358" fmla="val 151"/>
              <a:gd name="f359" fmla="val 982"/>
              <a:gd name="f360" fmla="val 153"/>
              <a:gd name="f361" fmla="val 985"/>
              <a:gd name="f362" fmla="val 154"/>
              <a:gd name="f363" fmla="val 989"/>
              <a:gd name="f364" fmla="val 988"/>
              <a:gd name="f365" fmla="val 160"/>
              <a:gd name="f366" fmla="val 993"/>
              <a:gd name="f367" fmla="val 996"/>
              <a:gd name="f368" fmla="val 1000"/>
              <a:gd name="f369" fmla="val 1005"/>
              <a:gd name="f370" fmla="val 175"/>
              <a:gd name="f371" fmla="val 1007"/>
              <a:gd name="f372" fmla="val 179"/>
              <a:gd name="f373" fmla="val 1011"/>
              <a:gd name="f374" fmla="val 188"/>
              <a:gd name="f375" fmla="val 1016"/>
              <a:gd name="f376" fmla="val 196"/>
              <a:gd name="f377" fmla="val 1027"/>
              <a:gd name="f378" fmla="val 197"/>
              <a:gd name="f379" fmla="val 1018"/>
              <a:gd name="f380" fmla="val 209"/>
              <a:gd name="f381" fmla="val 1004"/>
              <a:gd name="f382" fmla="val 204"/>
              <a:gd name="f383" fmla="val 994"/>
              <a:gd name="f384" fmla="val 995"/>
              <a:gd name="f385" fmla="val 215"/>
              <a:gd name="f386" fmla="val 998"/>
              <a:gd name="f387" fmla="val 220"/>
              <a:gd name="f388" fmla="val 990"/>
              <a:gd name="f389" fmla="val 218"/>
              <a:gd name="f390" fmla="val 221"/>
              <a:gd name="f391" fmla="val 992"/>
              <a:gd name="f392" fmla="val 225"/>
              <a:gd name="f393" fmla="val 228"/>
              <a:gd name="f394" fmla="val 234"/>
              <a:gd name="f395" fmla="val 997"/>
              <a:gd name="f396" fmla="val 237"/>
              <a:gd name="f397" fmla="val 238"/>
              <a:gd name="f398" fmla="val 991"/>
              <a:gd name="f399" fmla="val 983"/>
              <a:gd name="f400" fmla="val 977"/>
              <a:gd name="f401" fmla="val 236"/>
              <a:gd name="f402" fmla="val 972"/>
              <a:gd name="f403" fmla="val 973"/>
              <a:gd name="f404" fmla="val 249"/>
              <a:gd name="f405" fmla="val 969"/>
              <a:gd name="f406" fmla="val 268"/>
              <a:gd name="f407" fmla="val 277"/>
              <a:gd name="f408" fmla="val 976"/>
              <a:gd name="f409" fmla="val 284"/>
              <a:gd name="f410" fmla="val 965"/>
              <a:gd name="f411" fmla="val 286"/>
              <a:gd name="f412" fmla="val 955"/>
              <a:gd name="f413" fmla="val 945"/>
              <a:gd name="f414" fmla="val 287"/>
              <a:gd name="f415" fmla="val 935"/>
              <a:gd name="f416" fmla="val 930"/>
              <a:gd name="f417" fmla="val 927"/>
              <a:gd name="f418" fmla="val 290"/>
              <a:gd name="f419" fmla="val 293"/>
              <a:gd name="f420" fmla="val 928"/>
              <a:gd name="f421" fmla="val 295"/>
              <a:gd name="f422" fmla="val 921"/>
              <a:gd name="f423" fmla="val 916"/>
              <a:gd name="f424" fmla="val 294"/>
              <a:gd name="f425" fmla="val 291"/>
              <a:gd name="f426" fmla="val 283"/>
              <a:gd name="f427" fmla="val 897"/>
              <a:gd name="f428" fmla="val 279"/>
              <a:gd name="f429" fmla="val 267"/>
              <a:gd name="f430" fmla="val 863"/>
              <a:gd name="f431" fmla="val 850"/>
              <a:gd name="f432" fmla="val 861"/>
              <a:gd name="f433" fmla="val 871"/>
              <a:gd name="f434" fmla="val 297"/>
              <a:gd name="f435" fmla="val 879"/>
              <a:gd name="f436" fmla="val 299"/>
              <a:gd name="f437" fmla="val 885"/>
              <a:gd name="f438" fmla="val 303"/>
              <a:gd name="f439" fmla="val 311"/>
              <a:gd name="f440" fmla="val 314"/>
              <a:gd name="f441" fmla="val 893"/>
              <a:gd name="f442" fmla="val 319"/>
              <a:gd name="f443" fmla="val 896"/>
              <a:gd name="f444" fmla="val 321"/>
              <a:gd name="f445" fmla="val 323"/>
              <a:gd name="f446" fmla="val 325"/>
              <a:gd name="f447" fmla="val 346"/>
              <a:gd name="f448" fmla="val 924"/>
              <a:gd name="f449" fmla="val 922"/>
              <a:gd name="f450" fmla="val 364"/>
              <a:gd name="f451" fmla="val 366"/>
              <a:gd name="f452" fmla="val 373"/>
              <a:gd name="f453" fmla="val 895"/>
              <a:gd name="f454" fmla="val 374"/>
              <a:gd name="f455" fmla="val 878"/>
              <a:gd name="f456" fmla="val 370"/>
              <a:gd name="f457" fmla="val 378"/>
              <a:gd name="f458" fmla="val 394"/>
              <a:gd name="f459" fmla="val 395"/>
              <a:gd name="f460" fmla="val 392"/>
              <a:gd name="f461" fmla="val 854"/>
              <a:gd name="f462" fmla="val 390"/>
              <a:gd name="f463" fmla="val 389"/>
              <a:gd name="f464" fmla="val 837"/>
              <a:gd name="f465" fmla="val 380"/>
              <a:gd name="f466" fmla="val 385"/>
              <a:gd name="f467" fmla="val 838"/>
              <a:gd name="f468" fmla="val 393"/>
              <a:gd name="f469" fmla="val 401"/>
              <a:gd name="f470" fmla="val 836"/>
              <a:gd name="f471" fmla="val 403"/>
              <a:gd name="f472" fmla="val 400"/>
              <a:gd name="f473" fmla="val 822"/>
              <a:gd name="f474" fmla="val 398"/>
              <a:gd name="f475" fmla="val 816"/>
              <a:gd name="f476" fmla="val 810"/>
              <a:gd name="f477" fmla="val 808"/>
              <a:gd name="f478" fmla="val 391"/>
              <a:gd name="f479" fmla="val 806"/>
              <a:gd name="f480" fmla="val 803"/>
              <a:gd name="f481" fmla="val 388"/>
              <a:gd name="f482" fmla="val 396"/>
              <a:gd name="f483" fmla="val 800"/>
              <a:gd name="f484" fmla="val 796"/>
              <a:gd name="f485" fmla="val 794"/>
              <a:gd name="f486" fmla="val 397"/>
              <a:gd name="f487" fmla="val 775"/>
              <a:gd name="f488" fmla="val 780"/>
              <a:gd name="f489" fmla="val 825"/>
              <a:gd name="f490" fmla="val 419"/>
              <a:gd name="f491" fmla="val 869"/>
              <a:gd name="f492" fmla="val 438"/>
              <a:gd name="f493" fmla="val 914"/>
              <a:gd name="f494" fmla="val 457"/>
              <a:gd name="f495" fmla="val 950"/>
              <a:gd name="f496" fmla="val 472"/>
              <a:gd name="f497" fmla="val 986"/>
              <a:gd name="f498" fmla="val 487"/>
              <a:gd name="f499" fmla="val 1022"/>
              <a:gd name="f500" fmla="val 502"/>
              <a:gd name="f501" fmla="val 1024"/>
              <a:gd name="f502" fmla="val 503"/>
              <a:gd name="f503" fmla="val 505"/>
              <a:gd name="f504" fmla="val 1033"/>
              <a:gd name="f505" fmla="val 491"/>
              <a:gd name="f506" fmla="val 1043"/>
              <a:gd name="f507" fmla="val 494"/>
              <a:gd name="f508" fmla="val 498"/>
              <a:gd name="f509" fmla="val 1044"/>
              <a:gd name="f510" fmla="val 1051"/>
              <a:gd name="f511" fmla="val 496"/>
              <a:gd name="f512" fmla="val 1057"/>
              <a:gd name="f513" fmla="val 488"/>
              <a:gd name="f514" fmla="val 1068"/>
              <a:gd name="f515" fmla="val 1069"/>
              <a:gd name="f516" fmla="val 490"/>
              <a:gd name="f517" fmla="val 492"/>
              <a:gd name="f518" fmla="val 1070"/>
              <a:gd name="f519" fmla="val 493"/>
              <a:gd name="f520" fmla="val 1081"/>
              <a:gd name="f521" fmla="val 1093"/>
              <a:gd name="f522" fmla="val 1104"/>
              <a:gd name="f523" fmla="val 1105"/>
              <a:gd name="f524" fmla="val 1103"/>
              <a:gd name="f525" fmla="val 1101"/>
              <a:gd name="f526" fmla="val 1098"/>
              <a:gd name="f527" fmla="val 1111"/>
              <a:gd name="f528" fmla="val 1123"/>
              <a:gd name="f529" fmla="val 513"/>
              <a:gd name="f530" fmla="val 1135"/>
              <a:gd name="f531" fmla="val 516"/>
              <a:gd name="f532" fmla="val 1148"/>
              <a:gd name="f533" fmla="val 519"/>
              <a:gd name="f534" fmla="val 1161"/>
              <a:gd name="f535" fmla="val 1173"/>
              <a:gd name="f536" fmla="val 529"/>
              <a:gd name="f537" fmla="val 1180"/>
              <a:gd name="f538" fmla="val 532"/>
              <a:gd name="f539" fmla="val 1185"/>
              <a:gd name="f540" fmla="val 538"/>
              <a:gd name="f541" fmla="val 1191"/>
              <a:gd name="f542" fmla="val 543"/>
              <a:gd name="f543" fmla="val 1199"/>
              <a:gd name="f544" fmla="val 1205"/>
              <a:gd name="f545" fmla="val 1214"/>
              <a:gd name="f546" fmla="val 546"/>
              <a:gd name="f547" fmla="val 1223"/>
              <a:gd name="f548" fmla="val 541"/>
              <a:gd name="f549" fmla="val 1231"/>
              <a:gd name="f550" fmla="val 1239"/>
              <a:gd name="f551" fmla="val 1244"/>
              <a:gd name="f552" fmla="val 526"/>
              <a:gd name="f553" fmla="val 1248"/>
              <a:gd name="f554" fmla="val 521"/>
              <a:gd name="f555" fmla="val 1251"/>
              <a:gd name="f556" fmla="val 1261"/>
              <a:gd name="f557" fmla="val 1259"/>
              <a:gd name="f558" fmla="val 1247"/>
              <a:gd name="f559" fmla="val 482"/>
              <a:gd name="f560" fmla="val 1241"/>
              <a:gd name="f561" fmla="val 483"/>
              <a:gd name="f562" fmla="val 1235"/>
              <a:gd name="f563" fmla="val 485"/>
              <a:gd name="f564" fmla="val 1230"/>
              <a:gd name="f565" fmla="val 1228"/>
              <a:gd name="f566" fmla="val 486"/>
              <a:gd name="f567" fmla="val 1225"/>
              <a:gd name="f568" fmla="val 480"/>
              <a:gd name="f569" fmla="val 1227"/>
              <a:gd name="f570" fmla="val 477"/>
              <a:gd name="f571" fmla="val 1233"/>
              <a:gd name="f572" fmla="val 475"/>
              <a:gd name="f573" fmla="val 1238"/>
              <a:gd name="f574" fmla="val 473"/>
              <a:gd name="f575" fmla="val 463"/>
              <a:gd name="f576" fmla="val 1246"/>
              <a:gd name="f577" fmla="val 461"/>
              <a:gd name="f578" fmla="val 1237"/>
              <a:gd name="f579" fmla="val 458"/>
              <a:gd name="f580" fmla="val 1232"/>
              <a:gd name="f581" fmla="val 459"/>
              <a:gd name="f582" fmla="val 1226"/>
              <a:gd name="f583" fmla="val 460"/>
              <a:gd name="f584" fmla="val 1220"/>
              <a:gd name="f585" fmla="val 1218"/>
              <a:gd name="f586" fmla="val 454"/>
              <a:gd name="f587" fmla="val 1219"/>
              <a:gd name="f588" fmla="val 452"/>
              <a:gd name="f589" fmla="val 1222"/>
              <a:gd name="f590" fmla="val 444"/>
              <a:gd name="f591" fmla="val 1229"/>
              <a:gd name="f592" fmla="val 446"/>
              <a:gd name="f593" fmla="val 448"/>
              <a:gd name="f594" fmla="val 1236"/>
              <a:gd name="f595" fmla="val 443"/>
              <a:gd name="f596" fmla="val 439"/>
              <a:gd name="f597" fmla="val 435"/>
              <a:gd name="f598" fmla="val 429"/>
              <a:gd name="f599" fmla="val 428"/>
              <a:gd name="f600" fmla="val 1216"/>
              <a:gd name="f601" fmla="val 1213"/>
              <a:gd name="f602" fmla="val 1210"/>
              <a:gd name="f603" fmla="val 430"/>
              <a:gd name="f604" fmla="val 1208"/>
              <a:gd name="f605" fmla="val 1207"/>
              <a:gd name="f606" fmla="val 1204"/>
              <a:gd name="f607" fmla="val 421"/>
              <a:gd name="f608" fmla="val 426"/>
              <a:gd name="f609" fmla="val 1242"/>
              <a:gd name="f610" fmla="val 432"/>
              <a:gd name="f611" fmla="val 450"/>
              <a:gd name="f612" fmla="val 1250"/>
              <a:gd name="f613" fmla="val 1254"/>
              <a:gd name="f614" fmla="val 474"/>
              <a:gd name="f615" fmla="val 476"/>
              <a:gd name="f616" fmla="val 1255"/>
              <a:gd name="f617" fmla="val 1267"/>
              <a:gd name="f618" fmla="val 1265"/>
              <a:gd name="f619" fmla="val 1263"/>
              <a:gd name="f620" fmla="val 1262"/>
              <a:gd name="f621" fmla="val 1264"/>
              <a:gd name="f622" fmla="val 1270"/>
              <a:gd name="f623" fmla="val 1273"/>
              <a:gd name="f624" fmla="val 1276"/>
              <a:gd name="f625" fmla="val 479"/>
              <a:gd name="f626" fmla="val 1280"/>
              <a:gd name="f627" fmla="val 1271"/>
              <a:gd name="f628" fmla="val 471"/>
              <a:gd name="f629" fmla="val 1274"/>
              <a:gd name="f630" fmla="val 464"/>
              <a:gd name="f631" fmla="val 1269"/>
              <a:gd name="f632" fmla="val 441"/>
              <a:gd name="f633" fmla="val 440"/>
              <a:gd name="f634" fmla="val 442"/>
              <a:gd name="f635" fmla="val 1275"/>
              <a:gd name="f636" fmla="val 433"/>
              <a:gd name="f637" fmla="val 423"/>
              <a:gd name="f638" fmla="val 1272"/>
              <a:gd name="f639" fmla="val 411"/>
              <a:gd name="f640" fmla="val 1277"/>
              <a:gd name="f641" fmla="val 413"/>
              <a:gd name="f642" fmla="val 1281"/>
              <a:gd name="f643" fmla="val 414"/>
              <a:gd name="f644" fmla="val 1285"/>
              <a:gd name="f645" fmla="val 415"/>
              <a:gd name="f646" fmla="val 1287"/>
              <a:gd name="f647" fmla="val 410"/>
              <a:gd name="f648" fmla="val 1289"/>
              <a:gd name="f649" fmla="val 1291"/>
              <a:gd name="f650" fmla="val 1292"/>
              <a:gd name="f651" fmla="val 383"/>
              <a:gd name="f652" fmla="val 1294"/>
              <a:gd name="f653" fmla="val 375"/>
              <a:gd name="f654" fmla="val 1295"/>
              <a:gd name="f655" fmla="val 1296"/>
              <a:gd name="f656" fmla="val 1297"/>
              <a:gd name="f657" fmla="val 1304"/>
              <a:gd name="f658" fmla="val 382"/>
              <a:gd name="f659" fmla="val 1309"/>
              <a:gd name="f660" fmla="val 1318"/>
              <a:gd name="f661" fmla="val 1327"/>
              <a:gd name="f662" fmla="val 402"/>
              <a:gd name="f663" fmla="val 1329"/>
              <a:gd name="f664" fmla="val 1337"/>
              <a:gd name="f665" fmla="val 409"/>
              <a:gd name="f666" fmla="val 1340"/>
              <a:gd name="f667" fmla="val 405"/>
              <a:gd name="f668" fmla="val 1342"/>
              <a:gd name="f669" fmla="val 406"/>
              <a:gd name="f670" fmla="val 1344"/>
              <a:gd name="f671" fmla="val 407"/>
              <a:gd name="f672" fmla="val 1345"/>
              <a:gd name="f673" fmla="val 1346"/>
              <a:gd name="f674" fmla="val 399"/>
              <a:gd name="f675" fmla="val 1347"/>
              <a:gd name="f676" fmla="val 1349"/>
              <a:gd name="f677" fmla="val 1351"/>
              <a:gd name="f678" fmla="val 1352"/>
              <a:gd name="f679" fmla="val 1355"/>
              <a:gd name="f680" fmla="val 1356"/>
              <a:gd name="f681" fmla="val 1359"/>
              <a:gd name="f682" fmla="val 1362"/>
              <a:gd name="f683" fmla="val 1365"/>
              <a:gd name="f684" fmla="val 404"/>
              <a:gd name="f685" fmla="val 1371"/>
              <a:gd name="f686" fmla="val 1377"/>
              <a:gd name="f687" fmla="val 387"/>
              <a:gd name="f688" fmla="val 1383"/>
              <a:gd name="f689" fmla="val 1386"/>
              <a:gd name="f690" fmla="val 1388"/>
              <a:gd name="f691" fmla="val 386"/>
              <a:gd name="f692" fmla="val 1390"/>
              <a:gd name="f693" fmla="val 1395"/>
              <a:gd name="f694" fmla="val 1399"/>
              <a:gd name="f695" fmla="val 1404"/>
              <a:gd name="f696" fmla="val 379"/>
              <a:gd name="f697" fmla="val 1405"/>
              <a:gd name="f698" fmla="val 1407"/>
              <a:gd name="f699" fmla="val 381"/>
              <a:gd name="f700" fmla="val 1410"/>
              <a:gd name="f701" fmla="val 1414"/>
              <a:gd name="f702" fmla="val 1419"/>
              <a:gd name="f703" fmla="val 1425"/>
              <a:gd name="f704" fmla="val 1427"/>
              <a:gd name="f705" fmla="val 1432"/>
              <a:gd name="f706" fmla="val 1433"/>
              <a:gd name="f707" fmla="val 1435"/>
              <a:gd name="f708" fmla="val 1436"/>
              <a:gd name="f709" fmla="val 376"/>
              <a:gd name="f710" fmla="val 1437"/>
              <a:gd name="f711" fmla="val 1438"/>
              <a:gd name="f712" fmla="val 1442"/>
              <a:gd name="f713" fmla="val 1444"/>
              <a:gd name="f714" fmla="val 1453"/>
              <a:gd name="f715" fmla="val 1451"/>
              <a:gd name="f716" fmla="val 1448"/>
              <a:gd name="f717" fmla="val 436"/>
              <a:gd name="f718" fmla="val 1447"/>
              <a:gd name="f719" fmla="val 445"/>
              <a:gd name="f720" fmla="val 1452"/>
              <a:gd name="f721" fmla="val 1458"/>
              <a:gd name="f722" fmla="val 1460"/>
              <a:gd name="f723" fmla="val 451"/>
              <a:gd name="f724" fmla="val 1464"/>
              <a:gd name="f725" fmla="val 1462"/>
              <a:gd name="f726" fmla="val 462"/>
              <a:gd name="f727" fmla="val 468"/>
              <a:gd name="f728" fmla="val 1467"/>
              <a:gd name="f729" fmla="val 466"/>
              <a:gd name="f730" fmla="val 1469"/>
              <a:gd name="f731" fmla="val 1468"/>
              <a:gd name="f732" fmla="val 1470"/>
              <a:gd name="f733" fmla="val 1477"/>
              <a:gd name="f734" fmla="val 484"/>
              <a:gd name="f735" fmla="val 1484"/>
              <a:gd name="f736" fmla="val 1486"/>
              <a:gd name="f737" fmla="val 1483"/>
              <a:gd name="f738" fmla="val 497"/>
              <a:gd name="f739" fmla="val 1480"/>
              <a:gd name="f740" fmla="val 1481"/>
              <a:gd name="f741" fmla="val 1487"/>
              <a:gd name="f742" fmla="val 1490"/>
              <a:gd name="f743" fmla="val 1493"/>
              <a:gd name="f744" fmla="val 520"/>
              <a:gd name="f745" fmla="val 1491"/>
              <a:gd name="f746" fmla="val 527"/>
              <a:gd name="f747" fmla="val 533"/>
              <a:gd name="f748" fmla="val 1475"/>
              <a:gd name="f749" fmla="val 537"/>
              <a:gd name="f750" fmla="val 550"/>
              <a:gd name="f751" fmla="val 1465"/>
              <a:gd name="f752" fmla="val 553"/>
              <a:gd name="f753" fmla="val 1461"/>
              <a:gd name="f754" fmla="val 1457"/>
              <a:gd name="f755" fmla="val 556"/>
              <a:gd name="f756" fmla="val 558"/>
              <a:gd name="f757" fmla="val 1450"/>
              <a:gd name="f758" fmla="val 559"/>
              <a:gd name="f759" fmla="val 1454"/>
              <a:gd name="f760" fmla="val 564"/>
              <a:gd name="f761" fmla="val 1456"/>
              <a:gd name="f762" fmla="val 1459"/>
              <a:gd name="f763" fmla="val 1463"/>
              <a:gd name="f764" fmla="val 579"/>
              <a:gd name="f765" fmla="val 582"/>
              <a:gd name="f766" fmla="val 585"/>
              <a:gd name="f767" fmla="val 594"/>
              <a:gd name="f768" fmla="val 1466"/>
              <a:gd name="f769" fmla="val 597"/>
              <a:gd name="f770" fmla="val 603"/>
              <a:gd name="f771" fmla="val 1473"/>
              <a:gd name="f772" fmla="val 1479"/>
              <a:gd name="f773" fmla="val 1485"/>
              <a:gd name="f774" fmla="val 607"/>
              <a:gd name="f775" fmla="val 1495"/>
              <a:gd name="f776" fmla="val 611"/>
              <a:gd name="f777" fmla="val 1496"/>
              <a:gd name="f778" fmla="val 1500"/>
              <a:gd name="f779" fmla="val 623"/>
              <a:gd name="f780" fmla="val 1509"/>
              <a:gd name="f781" fmla="val 624"/>
              <a:gd name="f782" fmla="val 1512"/>
              <a:gd name="f783" fmla="val 1515"/>
              <a:gd name="f784" fmla="val 1517"/>
              <a:gd name="f785" fmla="val 1513"/>
              <a:gd name="f786" fmla="val 631"/>
              <a:gd name="f787" fmla="val 1510"/>
              <a:gd name="f788" fmla="val 632"/>
              <a:gd name="f789" fmla="val 1502"/>
              <a:gd name="f790" fmla="val 636"/>
              <a:gd name="f791" fmla="val 639"/>
              <a:gd name="f792" fmla="val 1488"/>
              <a:gd name="f793" fmla="val 649"/>
              <a:gd name="f794" fmla="val 652"/>
              <a:gd name="f795" fmla="val 1494"/>
              <a:gd name="f796" fmla="val 655"/>
              <a:gd name="f797" fmla="val 657"/>
              <a:gd name="f798" fmla="val 660"/>
              <a:gd name="f799" fmla="val 667"/>
              <a:gd name="f800" fmla="val 1497"/>
              <a:gd name="f801" fmla="val 669"/>
              <a:gd name="f802" fmla="val 675"/>
              <a:gd name="f803" fmla="val 681"/>
              <a:gd name="f804" fmla="val 1499"/>
              <a:gd name="f805" fmla="val 1501"/>
              <a:gd name="f806" fmla="val 696"/>
              <a:gd name="f807" fmla="val 684"/>
              <a:gd name="f808" fmla="val 1476"/>
              <a:gd name="f809" fmla="val 698"/>
              <a:gd name="f810" fmla="val 694"/>
              <a:gd name="f811" fmla="val 691"/>
              <a:gd name="f812" fmla="val 1446"/>
              <a:gd name="f813" fmla="val 683"/>
              <a:gd name="f814" fmla="val 702"/>
              <a:gd name="f815" fmla="val 1439"/>
              <a:gd name="f816" fmla="val 713"/>
              <a:gd name="f817" fmla="val 710"/>
              <a:gd name="f818" fmla="val 707"/>
              <a:gd name="f819" fmla="val 704"/>
              <a:gd name="f820" fmla="val 1431"/>
              <a:gd name="f821" fmla="val 1426"/>
              <a:gd name="f822" fmla="val 680"/>
              <a:gd name="f823" fmla="val 1424"/>
              <a:gd name="f824" fmla="val 670"/>
              <a:gd name="f825" fmla="val 1420"/>
              <a:gd name="f826" fmla="val 662"/>
              <a:gd name="f827" fmla="val 1417"/>
              <a:gd name="f828" fmla="val 653"/>
              <a:gd name="f829" fmla="val 1415"/>
              <a:gd name="f830" fmla="val 642"/>
              <a:gd name="f831" fmla="val 1418"/>
              <a:gd name="f832" fmla="val 635"/>
              <a:gd name="f833" fmla="val 1421"/>
              <a:gd name="f834" fmla="val 1423"/>
              <a:gd name="f835" fmla="val 625"/>
              <a:gd name="f836" fmla="val 1397"/>
              <a:gd name="f837" fmla="val 612"/>
              <a:gd name="f838" fmla="val 1392"/>
              <a:gd name="f839" fmla="val 1387"/>
              <a:gd name="f840" fmla="val 1385"/>
              <a:gd name="f841" fmla="val 609"/>
              <a:gd name="f842" fmla="val 608"/>
              <a:gd name="f843" fmla="val 1378"/>
              <a:gd name="f844" fmla="val 606"/>
              <a:gd name="f845" fmla="val 1373"/>
              <a:gd name="f846" fmla="val 1368"/>
              <a:gd name="f847" fmla="val 1336"/>
              <a:gd name="f848" fmla="val 1319"/>
              <a:gd name="f849" fmla="val 1339"/>
              <a:gd name="f850" fmla="val 1348"/>
              <a:gd name="f851" fmla="val 1364"/>
              <a:gd name="f852" fmla="val 742"/>
              <a:gd name="f853" fmla="val 769"/>
              <a:gd name="f854" fmla="val 845"/>
              <a:gd name="f855" fmla="val 853"/>
              <a:gd name="f856" fmla="val 1507"/>
              <a:gd name="f857" fmla="val 860"/>
              <a:gd name="f858" fmla="val 866"/>
              <a:gd name="f859" fmla="val 1529"/>
              <a:gd name="f860" fmla="val 1545"/>
              <a:gd name="f861" fmla="val 1562"/>
              <a:gd name="f862" fmla="val 1582"/>
              <a:gd name="f863" fmla="val 870"/>
              <a:gd name="f864" fmla="val 1587"/>
              <a:gd name="f865" fmla="val 1578"/>
              <a:gd name="f866" fmla="val 833"/>
              <a:gd name="f867" fmla="val 1575"/>
              <a:gd name="f868" fmla="val 828"/>
              <a:gd name="f869" fmla="val 826"/>
              <a:gd name="f870" fmla="val 1580"/>
              <a:gd name="f871" fmla="val 823"/>
              <a:gd name="f872" fmla="val 1589"/>
              <a:gd name="f873" fmla="val 843"/>
              <a:gd name="f874" fmla="val 1588"/>
              <a:gd name="f875" fmla="val 876"/>
              <a:gd name="f876" fmla="val 1569"/>
              <a:gd name="f877" fmla="val 1557"/>
              <a:gd name="f878" fmla="val 1534"/>
              <a:gd name="f879" fmla="val 1531"/>
              <a:gd name="f880" fmla="val 1524"/>
              <a:gd name="f881" fmla="val 1533"/>
              <a:gd name="f882" fmla="val 1540"/>
              <a:gd name="f883" fmla="val 910"/>
              <a:gd name="f884" fmla="val 1549"/>
              <a:gd name="f885" fmla="val 1559"/>
              <a:gd name="f886" fmla="val 940"/>
              <a:gd name="f887" fmla="val 1568"/>
              <a:gd name="f888" fmla="val 958"/>
              <a:gd name="f889" fmla="val 979"/>
              <a:gd name="f890" fmla="val 1570"/>
              <a:gd name="f891" fmla="val 1003"/>
              <a:gd name="f892" fmla="val 1561"/>
              <a:gd name="f893" fmla="val 1014"/>
              <a:gd name="f894" fmla="val 1556"/>
              <a:gd name="f895" fmla="val 1547"/>
              <a:gd name="f896" fmla="val 1538"/>
              <a:gd name="f897" fmla="val 1527"/>
              <a:gd name="f898" fmla="val 1025"/>
              <a:gd name="f899" fmla="val 1521"/>
              <a:gd name="f900" fmla="val 1520"/>
              <a:gd name="f901" fmla="val 1006"/>
              <a:gd name="f902" fmla="val 1519"/>
              <a:gd name="f903" fmla="val 1522"/>
              <a:gd name="f904" fmla="val 981"/>
              <a:gd name="f905" fmla="val 1526"/>
              <a:gd name="f906" fmla="val 980"/>
              <a:gd name="f907" fmla="val 1532"/>
              <a:gd name="f908" fmla="val 1523"/>
              <a:gd name="f909" fmla="val 1001"/>
              <a:gd name="f910" fmla="val 1023"/>
              <a:gd name="f911" fmla="val 1553"/>
              <a:gd name="f912" fmla="val 1015"/>
              <a:gd name="f913" fmla="val 1564"/>
              <a:gd name="f914" fmla="val 1563"/>
              <a:gd name="f915" fmla="val 1554"/>
              <a:gd name="f916" fmla="val 943"/>
              <a:gd name="f917" fmla="val 1539"/>
              <a:gd name="f918" fmla="val 1528"/>
              <a:gd name="f919" fmla="val 886"/>
              <a:gd name="f920" fmla="val 1514"/>
              <a:gd name="f921" fmla="val 1503"/>
              <a:gd name="f922" fmla="val 856"/>
              <a:gd name="f923" fmla="val 842"/>
              <a:gd name="f924" fmla="val 1471"/>
              <a:gd name="f925" fmla="val 1422"/>
              <a:gd name="f926" fmla="val 765"/>
              <a:gd name="f927" fmla="val 732"/>
              <a:gd name="f928" fmla="val 1381"/>
              <a:gd name="f929" fmla="val 705"/>
              <a:gd name="f930" fmla="val 676"/>
              <a:gd name="f931" fmla="val 648"/>
              <a:gd name="f932" fmla="val 1335"/>
              <a:gd name="f933" fmla="val 630"/>
              <a:gd name="f934" fmla="val 1322"/>
              <a:gd name="f935" fmla="val 1308"/>
              <a:gd name="f936" fmla="val 596"/>
              <a:gd name="f937" fmla="val 1306"/>
              <a:gd name="f938" fmla="val 1305"/>
              <a:gd name="f939" fmla="val 1258"/>
              <a:gd name="f940" fmla="val 1211"/>
              <a:gd name="f941" fmla="val 1163"/>
              <a:gd name="f942" fmla="val 1165"/>
              <a:gd name="f943" fmla="val 1177"/>
              <a:gd name="f944" fmla="val 1170"/>
              <a:gd name="f945" fmla="val 1178"/>
              <a:gd name="f946" fmla="val 1186"/>
              <a:gd name="f947" fmla="val 1194"/>
              <a:gd name="f948" fmla="val 587"/>
              <a:gd name="f949" fmla="val 592"/>
              <a:gd name="f950" fmla="val 1179"/>
              <a:gd name="f951" fmla="val 593"/>
              <a:gd name="f952" fmla="val 1172"/>
              <a:gd name="f953" fmla="val 1168"/>
              <a:gd name="f954" fmla="val 1164"/>
              <a:gd name="f955" fmla="val 1158"/>
              <a:gd name="f956" fmla="val 604"/>
              <a:gd name="f957" fmla="val 1155"/>
              <a:gd name="f958" fmla="val 1162"/>
              <a:gd name="f959" fmla="val 1171"/>
              <a:gd name="f960" fmla="val 617"/>
              <a:gd name="f961" fmla="val 620"/>
              <a:gd name="f962" fmla="val 1184"/>
              <a:gd name="f963" fmla="val 1198"/>
              <a:gd name="f964" fmla="val 1209"/>
              <a:gd name="f965" fmla="val 1200"/>
              <a:gd name="f966" fmla="val 643"/>
              <a:gd name="f967" fmla="val 1182"/>
              <a:gd name="f968" fmla="val 656"/>
              <a:gd name="f969" fmla="val 1196"/>
              <a:gd name="f970" fmla="val 671"/>
              <a:gd name="f971" fmla="val 1203"/>
              <a:gd name="f972" fmla="val 674"/>
              <a:gd name="f973" fmla="val 1202"/>
              <a:gd name="f974" fmla="val 1189"/>
              <a:gd name="f975" fmla="val 1195"/>
              <a:gd name="f976" fmla="val 1197"/>
              <a:gd name="f977" fmla="val 1201"/>
              <a:gd name="f978" fmla="val 1206"/>
              <a:gd name="f979" fmla="val 717"/>
              <a:gd name="f980" fmla="val 721"/>
              <a:gd name="f981" fmla="val 723"/>
              <a:gd name="f982" fmla="val 726"/>
              <a:gd name="f983" fmla="val 735"/>
              <a:gd name="f984" fmla="val 1212"/>
              <a:gd name="f985" fmla="val 746"/>
              <a:gd name="f986" fmla="val 751"/>
              <a:gd name="f987" fmla="val 752"/>
              <a:gd name="f988" fmla="val 749"/>
              <a:gd name="f989" fmla="val 1176"/>
              <a:gd name="f990" fmla="val 748"/>
              <a:gd name="f991" fmla="val 755"/>
              <a:gd name="f992" fmla="val 760"/>
              <a:gd name="f993" fmla="val 1110"/>
              <a:gd name="f994" fmla="val 736"/>
              <a:gd name="f995" fmla="val 1097"/>
              <a:gd name="f996" fmla="val 725"/>
              <a:gd name="f997" fmla="val 1092"/>
              <a:gd name="f998" fmla="val 718"/>
              <a:gd name="f999" fmla="val 1086"/>
              <a:gd name="f1000" fmla="val 711"/>
              <a:gd name="f1001" fmla="val 1080"/>
              <a:gd name="f1002" fmla="val 1071"/>
              <a:gd name="f1003" fmla="val 703"/>
              <a:gd name="f1004" fmla="val 1066"/>
              <a:gd name="f1005" fmla="val 1064"/>
              <a:gd name="f1006" fmla="val 708"/>
              <a:gd name="f1007" fmla="val 1065"/>
              <a:gd name="f1008" fmla="val 714"/>
              <a:gd name="f1009" fmla="val 1067"/>
              <a:gd name="f1010" fmla="val 1073"/>
              <a:gd name="f1011" fmla="val 1077"/>
              <a:gd name="f1012" fmla="val 741"/>
              <a:gd name="f1013" fmla="val 1079"/>
              <a:gd name="f1014" fmla="val 1083"/>
              <a:gd name="f1015" fmla="val 762"/>
              <a:gd name="f1016" fmla="val 1075"/>
              <a:gd name="f1017" fmla="val 767"/>
              <a:gd name="f1018" fmla="val 1074"/>
              <a:gd name="f1019" fmla="val 778"/>
              <a:gd name="f1020" fmla="val 786"/>
              <a:gd name="f1021" fmla="val 795"/>
              <a:gd name="f1022" fmla="val 801"/>
              <a:gd name="f1023" fmla="val 1061"/>
              <a:gd name="f1024" fmla="val 1056"/>
              <a:gd name="f1025" fmla="val 1055"/>
              <a:gd name="f1026" fmla="val 799"/>
              <a:gd name="f1027" fmla="val 1054"/>
              <a:gd name="f1028" fmla="val 1053"/>
              <a:gd name="f1029" fmla="val 805"/>
              <a:gd name="f1030" fmla="val 1049"/>
              <a:gd name="f1031" fmla="val 1046"/>
              <a:gd name="f1032" fmla="val 1041"/>
              <a:gd name="f1033" fmla="val 820"/>
              <a:gd name="f1034" fmla="val 1038"/>
              <a:gd name="f1035" fmla="val 818"/>
              <a:gd name="f1036" fmla="val 1035"/>
              <a:gd name="f1037" fmla="val 1034"/>
              <a:gd name="f1038" fmla="val 830"/>
              <a:gd name="f1039" fmla="val 1032"/>
              <a:gd name="f1040" fmla="val 1030"/>
              <a:gd name="f1041" fmla="val 1021"/>
              <a:gd name="f1042" fmla="val 1019"/>
              <a:gd name="f1043" fmla="val 1017"/>
              <a:gd name="f1044" fmla="val 840"/>
              <a:gd name="f1045" fmla="val 999"/>
              <a:gd name="f1046" fmla="val 970"/>
              <a:gd name="f1047" fmla="val 966"/>
              <a:gd name="f1048" fmla="val 961"/>
              <a:gd name="f1049" fmla="val 960"/>
              <a:gd name="f1050" fmla="val 956"/>
              <a:gd name="f1051" fmla="val 821"/>
              <a:gd name="f1052" fmla="val 953"/>
              <a:gd name="f1053" fmla="val 949"/>
              <a:gd name="f1054" fmla="val 827"/>
              <a:gd name="f1055" fmla="val 941"/>
              <a:gd name="f1056" fmla="val 938"/>
              <a:gd name="f1057" fmla="val 937"/>
              <a:gd name="f1058" fmla="val 814"/>
              <a:gd name="f1059" fmla="val 939"/>
              <a:gd name="f1060" fmla="val 934"/>
              <a:gd name="f1061" fmla="val 790"/>
              <a:gd name="f1062" fmla="val 793"/>
              <a:gd name="f1063" fmla="val 787"/>
              <a:gd name="f1064" fmla="val 756"/>
              <a:gd name="f1065" fmla="val 754"/>
              <a:gd name="f1066" fmla="val 747"/>
              <a:gd name="f1067" fmla="val 737"/>
              <a:gd name="f1068" fmla="val 730"/>
              <a:gd name="f1069" fmla="val 722"/>
              <a:gd name="f1070" fmla="val 716"/>
              <a:gd name="f1071" fmla="val 932"/>
              <a:gd name="f1072" fmla="val 931"/>
              <a:gd name="f1073" fmla="val 929"/>
              <a:gd name="f1074" fmla="val 697"/>
              <a:gd name="f1075" fmla="val 891"/>
              <a:gd name="f1076" fmla="val 873"/>
              <a:gd name="f1077" fmla="val 868"/>
              <a:gd name="f1078" fmla="val 729"/>
              <a:gd name="f1079" fmla="val 858"/>
              <a:gd name="f1080" fmla="val 831"/>
              <a:gd name="f1081" fmla="val 834"/>
              <a:gd name="f1082" fmla="val 661"/>
              <a:gd name="f1083" fmla="val 641"/>
              <a:gd name="f1084" fmla="val 622"/>
              <a:gd name="f1085" fmla="val 851"/>
              <a:gd name="f1086" fmla="val 859"/>
              <a:gd name="f1087" fmla="val 862"/>
              <a:gd name="f1088" fmla="val 613"/>
              <a:gd name="f1089" fmla="val 864"/>
              <a:gd name="f1090" fmla="val 586"/>
              <a:gd name="f1091" fmla="val 581"/>
              <a:gd name="f1092" fmla="val 575"/>
              <a:gd name="f1093" fmla="val 865"/>
              <a:gd name="f1094" fmla="val 884"/>
              <a:gd name="f1095" fmla="val 901"/>
              <a:gd name="f1096" fmla="val 525"/>
              <a:gd name="f1097" fmla="val 510"/>
              <a:gd name="f1098" fmla="val 508"/>
              <a:gd name="f1099" fmla="val 925"/>
              <a:gd name="f1100" fmla="val 946"/>
              <a:gd name="f1101" fmla="val 948"/>
              <a:gd name="f1102" fmla="val 952"/>
              <a:gd name="f1103" fmla="val 957"/>
              <a:gd name="f1104" fmla="val 514"/>
              <a:gd name="f1105" fmla="val 974"/>
              <a:gd name="f1106" fmla="val 548"/>
              <a:gd name="f1107" fmla="val 542"/>
              <a:gd name="f1108" fmla="val 518"/>
              <a:gd name="f1109" fmla="val 987"/>
              <a:gd name="f1110" fmla="val 889"/>
              <a:gd name="f1111" fmla="val 815"/>
              <a:gd name="f1112" fmla="val 417"/>
              <a:gd name="f1113" fmla="val 776"/>
              <a:gd name="f1114" fmla="val 774"/>
              <a:gd name="f1115" fmla="val 416"/>
              <a:gd name="f1116" fmla="val 422"/>
              <a:gd name="f1117" fmla="val 687"/>
              <a:gd name="f1118" fmla="val 616"/>
              <a:gd name="f1119" fmla="val 418"/>
              <a:gd name="f1120" fmla="val 455"/>
              <a:gd name="f1121" fmla="val 522"/>
              <a:gd name="f1122" fmla="val 638"/>
              <a:gd name="f1123" fmla="val 621"/>
              <a:gd name="f1124" fmla="val 628"/>
              <a:gd name="f1125" fmla="val 561"/>
              <a:gd name="f1126" fmla="val 584"/>
              <a:gd name="f1127" fmla="val 384"/>
              <a:gd name="f1128" fmla="val 562"/>
              <a:gd name="f1129" fmla="val 437"/>
              <a:gd name="f1130" fmla="val 357"/>
              <a:gd name="f1131" fmla="val 324"/>
              <a:gd name="f1132" fmla="val 300"/>
              <a:gd name="f1133" fmla="val 292"/>
              <a:gd name="f1134" fmla="val 316"/>
              <a:gd name="f1135" fmla="val 326"/>
              <a:gd name="f1136" fmla="val 353"/>
              <a:gd name="f1137" fmla="val 408"/>
              <a:gd name="f1138" fmla="val 354"/>
              <a:gd name="f1139" fmla="val 425"/>
              <a:gd name="f1140" fmla="val 342"/>
              <a:gd name="f1141" fmla="val 431"/>
              <a:gd name="f1142" fmla="val 332"/>
              <a:gd name="f1143" fmla="val 356"/>
              <a:gd name="f1144" fmla="val 453"/>
              <a:gd name="f1145" fmla="val 434"/>
              <a:gd name="f1146" fmla="val 536"/>
              <a:gd name="f1147" fmla="val 469"/>
              <a:gd name="f1148" fmla="val 362"/>
              <a:gd name="f1149" fmla="val 334"/>
              <a:gd name="f1150" fmla="val 330"/>
              <a:gd name="f1151" fmla="val 340"/>
              <a:gd name="f1152" fmla="val 358"/>
              <a:gd name="f1153" fmla="val 377"/>
              <a:gd name="f1154" fmla="val 654"/>
              <a:gd name="f1155" fmla="val 467"/>
              <a:gd name="f1156" fmla="val 478"/>
              <a:gd name="f1157" fmla="val 470"/>
              <a:gd name="f1158" fmla="val 447"/>
              <a:gd name="f1159" fmla="val 699"/>
              <a:gd name="f1160" fmla="val 724"/>
              <a:gd name="f1161" fmla="val 427"/>
              <a:gd name="f1162" fmla="val 420"/>
              <a:gd name="f1163" fmla="val 763"/>
              <a:gd name="f1164" fmla="val 770"/>
              <a:gd name="f1165" fmla="val 783"/>
              <a:gd name="f1166" fmla="val 779"/>
              <a:gd name="f1167" fmla="val 766"/>
              <a:gd name="f1168" fmla="val 310"/>
              <a:gd name="f1169" fmla="val 743"/>
              <a:gd name="f1170" fmla="val 271"/>
              <a:gd name="f1171" fmla="val 262"/>
              <a:gd name="f1172" fmla="val 263"/>
              <a:gd name="f1173" fmla="val 266"/>
              <a:gd name="f1174" fmla="val 719"/>
              <a:gd name="f1175" fmla="val 727"/>
              <a:gd name="f1176" fmla="val 276"/>
              <a:gd name="f1177" fmla="val 281"/>
              <a:gd name="f1178" fmla="val 278"/>
              <a:gd name="f1179" fmla="val 759"/>
              <a:gd name="f1180" fmla="val 282"/>
              <a:gd name="f1181" fmla="val 285"/>
              <a:gd name="f1182" fmla="val 259"/>
              <a:gd name="f1183" fmla="val 258"/>
              <a:gd name="f1184" fmla="val 758"/>
              <a:gd name="f1185" fmla="val 256"/>
              <a:gd name="f1186" fmla="val 212"/>
              <a:gd name="f1187" fmla="val 199"/>
              <a:gd name="f1188" fmla="val 185"/>
              <a:gd name="f1189" fmla="val 177"/>
              <a:gd name="f1190" fmla="val 173"/>
              <a:gd name="f1191" fmla="val 709"/>
              <a:gd name="f1192" fmla="val 159"/>
              <a:gd name="f1193" fmla="val 692"/>
              <a:gd name="f1194" fmla="val 678"/>
              <a:gd name="f1195" fmla="val 145"/>
              <a:gd name="f1196" fmla="val 142"/>
              <a:gd name="f1197" fmla="val 129"/>
              <a:gd name="f1198" fmla="val 128"/>
              <a:gd name="f1199" fmla="val 123"/>
              <a:gd name="f1200" fmla="val 495"/>
              <a:gd name="f1201" fmla="val 158"/>
              <a:gd name="f1202" fmla="val 449"/>
              <a:gd name="f1203" fmla="val 157"/>
              <a:gd name="f1204" fmla="val 191"/>
              <a:gd name="f1205" fmla="val 194"/>
              <a:gd name="f1206" fmla="val 192"/>
              <a:gd name="f1207" fmla="val 189"/>
              <a:gd name="f1208" fmla="val 186"/>
              <a:gd name="f1209" fmla="val 178"/>
              <a:gd name="f1210" fmla="val 181"/>
              <a:gd name="f1211" fmla="val 198"/>
              <a:gd name="f1212" fmla="val 200"/>
              <a:gd name="f1213" fmla="val 214"/>
              <a:gd name="f1214" fmla="val 226"/>
              <a:gd name="f1215" fmla="val 229"/>
              <a:gd name="f1216" fmla="val 257"/>
              <a:gd name="f1217" fmla="val 328"/>
              <a:gd name="f1218" fmla="val 264"/>
              <a:gd name="f1219" fmla="val 254"/>
              <a:gd name="f1220" fmla="val 1256"/>
              <a:gd name="f1221" fmla="val 1234"/>
              <a:gd name="f1222" fmla="val 1283"/>
              <a:gd name="f1223" fmla="val 1293"/>
              <a:gd name="f1224" fmla="val 1313"/>
              <a:gd name="f1225" fmla="val 1330"/>
              <a:gd name="f1226" fmla="val 1338"/>
              <a:gd name="f1227" fmla="val 1332"/>
              <a:gd name="f1228" fmla="val 1301"/>
              <a:gd name="f1229" fmla="val 700"/>
              <a:gd name="f1230" fmla="val 712"/>
              <a:gd name="f1231" fmla="val 1360"/>
              <a:gd name="f1232" fmla="val 1353"/>
              <a:gd name="f1233" fmla="val 1324"/>
              <a:gd name="f1234" fmla="val 1320"/>
              <a:gd name="f1235" fmla="val 1358"/>
              <a:gd name="f1236" fmla="val 1136"/>
              <a:gd name="f1237" fmla="val 1174"/>
              <a:gd name="f1238" fmla="val 1141"/>
              <a:gd name="f1239" fmla="val 1139"/>
              <a:gd name="f1240" fmla="val 1138"/>
              <a:gd name="f1241" fmla="val 1434"/>
              <a:gd name="f1242" fmla="val 1440"/>
              <a:gd name="f1243" fmla="val 1416"/>
              <a:gd name="f1244" fmla="val 1428"/>
              <a:gd name="f1245" fmla="val 1429"/>
              <a:gd name="f1246" fmla="val 1406"/>
              <a:gd name="f1247" fmla="+- 0 0 -90"/>
              <a:gd name="f1248" fmla="*/ f4 1 1590"/>
              <a:gd name="f1249" fmla="*/ f5 1 1029"/>
              <a:gd name="f1250" fmla="val f6"/>
              <a:gd name="f1251" fmla="val f7"/>
              <a:gd name="f1252" fmla="val f8"/>
              <a:gd name="f1253" fmla="*/ f1247 f0 1"/>
              <a:gd name="f1254" fmla="+- f1252 0 f1250"/>
              <a:gd name="f1255" fmla="+- f1251 0 f1250"/>
              <a:gd name="f1256" fmla="*/ f1253 1 f3"/>
              <a:gd name="f1257" fmla="*/ f1255 1 1590"/>
              <a:gd name="f1258" fmla="*/ f1254 1 1029"/>
              <a:gd name="f1259" fmla="*/ 499 f1255 1"/>
              <a:gd name="f1260" fmla="*/ 363 f1254 1"/>
              <a:gd name="f1261" fmla="*/ 577 f1255 1"/>
              <a:gd name="f1262" fmla="*/ 255 f1254 1"/>
              <a:gd name="f1263" fmla="*/ 506 f1255 1"/>
              <a:gd name="f1264" fmla="*/ 180 f1254 1"/>
              <a:gd name="f1265" fmla="*/ 567 f1255 1"/>
              <a:gd name="f1266" fmla="*/ 143 f1254 1"/>
              <a:gd name="f1267" fmla="*/ 644 f1255 1"/>
              <a:gd name="f1268" fmla="*/ 44 f1254 1"/>
              <a:gd name="f1269" fmla="*/ 768 f1255 1"/>
              <a:gd name="f1270" fmla="*/ 12 f1254 1"/>
              <a:gd name="f1271" fmla="*/ 882 f1255 1"/>
              <a:gd name="f1272" fmla="*/ 17 f1254 1"/>
              <a:gd name="f1273" fmla="*/ 919 f1255 1"/>
              <a:gd name="f1274" fmla="*/ 105 f1254 1"/>
              <a:gd name="f1275" fmla="*/ 982 f1255 1"/>
              <a:gd name="f1276" fmla="*/ 153 f1254 1"/>
              <a:gd name="f1277" fmla="*/ 997 f1255 1"/>
              <a:gd name="f1278" fmla="*/ 237 f1254 1"/>
              <a:gd name="f1279" fmla="*/ 912 f1255 1"/>
              <a:gd name="f1280" fmla="*/ 291 f1254 1"/>
              <a:gd name="f1281" fmla="*/ 913 f1255 1"/>
              <a:gd name="f1282" fmla="*/ 366 f1254 1"/>
              <a:gd name="f1283" fmla="*/ 803 f1255 1"/>
              <a:gd name="f1284" fmla="*/ 394 f1254 1"/>
              <a:gd name="f1285" fmla="*/ 1044 f1255 1"/>
              <a:gd name="f1286" fmla="*/ 503 f1254 1"/>
              <a:gd name="f1287" fmla="*/ 1214 f1255 1"/>
              <a:gd name="f1288" fmla="*/ 546 f1254 1"/>
              <a:gd name="f1289" fmla="*/ 1220 f1255 1"/>
              <a:gd name="f1290" fmla="*/ 460 f1254 1"/>
              <a:gd name="f1291" fmla="*/ 1250 f1255 1"/>
              <a:gd name="f1292" fmla="*/ 474 f1254 1"/>
              <a:gd name="f1293" fmla="*/ 1261 f1255 1"/>
              <a:gd name="f1294" fmla="*/ 441 f1254 1"/>
              <a:gd name="f1295" fmla="*/ 1337 f1255 1"/>
              <a:gd name="f1296" fmla="*/ 419 f1254 1"/>
              <a:gd name="f1297" fmla="*/ 1390 f1255 1"/>
              <a:gd name="f1298" fmla="*/ 389 f1254 1"/>
              <a:gd name="f1299" fmla="*/ 1447 f1255 1"/>
              <a:gd name="f1300" fmla="*/ 443 f1254 1"/>
              <a:gd name="f1301" fmla="*/ 1484 f1255 1"/>
              <a:gd name="f1302" fmla="*/ 516 f1254 1"/>
              <a:gd name="f1303" fmla="*/ 1457 f1255 1"/>
              <a:gd name="f1304" fmla="*/ 585 f1254 1"/>
              <a:gd name="f1305" fmla="*/ 1483 f1255 1"/>
              <a:gd name="f1306" fmla="*/ 644 f1254 1"/>
              <a:gd name="f1307" fmla="*/ 1439 f1255 1"/>
              <a:gd name="f1308" fmla="*/ 713 f1254 1"/>
              <a:gd name="f1309" fmla="*/ 1368 f1255 1"/>
              <a:gd name="f1310" fmla="*/ 602 f1254 1"/>
              <a:gd name="f1311" fmla="*/ 1580 f1255 1"/>
              <a:gd name="f1312" fmla="*/ 823 f1254 1"/>
              <a:gd name="f1313" fmla="*/ 1520 f1255 1"/>
              <a:gd name="f1314" fmla="*/ 1006 f1254 1"/>
              <a:gd name="f1315" fmla="*/ 1471 f1255 1"/>
              <a:gd name="f1316" fmla="*/ 829 f1254 1"/>
              <a:gd name="f1317" fmla="*/ 1172 f1255 1"/>
              <a:gd name="f1318" fmla="*/ 594 f1254 1"/>
              <a:gd name="f1319" fmla="*/ 1207 f1255 1"/>
              <a:gd name="f1320" fmla="*/ 684 f1254 1"/>
              <a:gd name="f1321" fmla="*/ 1180 f1255 1"/>
              <a:gd name="f1322" fmla="*/ 749 f1254 1"/>
              <a:gd name="f1323" fmla="*/ 1075 f1255 1"/>
              <a:gd name="f1324" fmla="*/ 767 f1254 1"/>
              <a:gd name="f1325" fmla="*/ 822 f1254 1"/>
              <a:gd name="f1326" fmla="*/ 961 f1255 1"/>
              <a:gd name="f1327" fmla="*/ 838 f1254 1"/>
              <a:gd name="f1328" fmla="*/ 911 f1255 1"/>
              <a:gd name="f1329" fmla="*/ 782 f1254 1"/>
              <a:gd name="f1330" fmla="*/ 908 f1255 1"/>
              <a:gd name="f1331" fmla="*/ 711 f1254 1"/>
              <a:gd name="f1332" fmla="*/ 825 f1255 1"/>
              <a:gd name="f1333" fmla="*/ 679 f1254 1"/>
              <a:gd name="f1334" fmla="*/ 829 f1255 1"/>
              <a:gd name="f1335" fmla="*/ 589 f1254 1"/>
              <a:gd name="f1336" fmla="*/ 894 f1255 1"/>
              <a:gd name="f1337" fmla="*/ 506 f1254 1"/>
              <a:gd name="f1338" fmla="*/ 1024 f1255 1"/>
              <a:gd name="f1339" fmla="*/ 527 f1254 1"/>
              <a:gd name="f1340" fmla="*/ 590 f1255 1"/>
              <a:gd name="f1341" fmla="*/ 493 f1254 1"/>
              <a:gd name="f1342" fmla="*/ 594 f1255 1"/>
              <a:gd name="f1343" fmla="*/ 550 f1254 1"/>
              <a:gd name="f1344" fmla="*/ 553 f1255 1"/>
              <a:gd name="f1345" fmla="*/ 286 f1255 1"/>
              <a:gd name="f1346" fmla="*/ 395 f1254 1"/>
              <a:gd name="f1347" fmla="*/ 368 f1255 1"/>
              <a:gd name="f1348" fmla="*/ 445 f1254 1"/>
              <a:gd name="f1349" fmla="*/ 416 f1255 1"/>
              <a:gd name="f1350" fmla="*/ 592 f1254 1"/>
              <a:gd name="f1351" fmla="*/ 445 f1255 1"/>
              <a:gd name="f1352" fmla="*/ 638 f1254 1"/>
              <a:gd name="f1353" fmla="*/ 435 f1255 1"/>
              <a:gd name="f1354" fmla="*/ 738 f1254 1"/>
              <a:gd name="f1355" fmla="*/ 301 f1255 1"/>
              <a:gd name="f1356" fmla="*/ 732 f1254 1"/>
              <a:gd name="f1357" fmla="*/ 278 f1255 1"/>
              <a:gd name="f1358" fmla="*/ 766 f1254 1"/>
              <a:gd name="f1359" fmla="*/ 150 f1255 1"/>
              <a:gd name="f1360" fmla="*/ 682 f1254 1"/>
              <a:gd name="f1361" fmla="*/ 159 f1255 1"/>
              <a:gd name="f1362" fmla="*/ 454 f1254 1"/>
              <a:gd name="f1363" fmla="*/ 193 f1255 1"/>
              <a:gd name="f1364" fmla="*/ 500 f1254 1"/>
              <a:gd name="f1365" fmla="*/ 8 f1255 1"/>
              <a:gd name="f1366" fmla="*/ 261 f1254 1"/>
              <a:gd name="f1367" fmla="*/ 1322 f1255 1"/>
              <a:gd name="f1368" fmla="*/ 542 f1254 1"/>
              <a:gd name="f1369" fmla="*/ 682 f1255 1"/>
              <a:gd name="f1370" fmla="*/ 371 f1254 1"/>
              <a:gd name="f1371" fmla="*/ 1348 f1255 1"/>
              <a:gd name="f1372" fmla="*/ 545 f1254 1"/>
              <a:gd name="f1373" fmla="*/ 1433 f1255 1"/>
              <a:gd name="f1374" fmla="*/ 624 f1254 1"/>
              <a:gd name="f1375" fmla="*/ 1406 f1255 1"/>
              <a:gd name="f1376" fmla="*/ 488 f1254 1"/>
              <a:gd name="f1377" fmla="+- f1256 0 f1"/>
              <a:gd name="f1378" fmla="*/ f1259 1 1590"/>
              <a:gd name="f1379" fmla="*/ f1260 1 1029"/>
              <a:gd name="f1380" fmla="*/ f1261 1 1590"/>
              <a:gd name="f1381" fmla="*/ f1262 1 1029"/>
              <a:gd name="f1382" fmla="*/ f1263 1 1590"/>
              <a:gd name="f1383" fmla="*/ f1264 1 1029"/>
              <a:gd name="f1384" fmla="*/ f1265 1 1590"/>
              <a:gd name="f1385" fmla="*/ f1266 1 1029"/>
              <a:gd name="f1386" fmla="*/ f1267 1 1590"/>
              <a:gd name="f1387" fmla="*/ f1268 1 1029"/>
              <a:gd name="f1388" fmla="*/ f1269 1 1590"/>
              <a:gd name="f1389" fmla="*/ f1270 1 1029"/>
              <a:gd name="f1390" fmla="*/ f1271 1 1590"/>
              <a:gd name="f1391" fmla="*/ f1272 1 1029"/>
              <a:gd name="f1392" fmla="*/ f1273 1 1590"/>
              <a:gd name="f1393" fmla="*/ f1274 1 1029"/>
              <a:gd name="f1394" fmla="*/ f1275 1 1590"/>
              <a:gd name="f1395" fmla="*/ f1276 1 1029"/>
              <a:gd name="f1396" fmla="*/ f1277 1 1590"/>
              <a:gd name="f1397" fmla="*/ f1278 1 1029"/>
              <a:gd name="f1398" fmla="*/ f1279 1 1590"/>
              <a:gd name="f1399" fmla="*/ f1280 1 1029"/>
              <a:gd name="f1400" fmla="*/ f1281 1 1590"/>
              <a:gd name="f1401" fmla="*/ f1282 1 1029"/>
              <a:gd name="f1402" fmla="*/ f1283 1 1590"/>
              <a:gd name="f1403" fmla="*/ f1284 1 1029"/>
              <a:gd name="f1404" fmla="*/ f1285 1 1590"/>
              <a:gd name="f1405" fmla="*/ f1286 1 1029"/>
              <a:gd name="f1406" fmla="*/ f1287 1 1590"/>
              <a:gd name="f1407" fmla="*/ f1288 1 1029"/>
              <a:gd name="f1408" fmla="*/ f1289 1 1590"/>
              <a:gd name="f1409" fmla="*/ f1290 1 1029"/>
              <a:gd name="f1410" fmla="*/ f1291 1 1590"/>
              <a:gd name="f1411" fmla="*/ f1292 1 1029"/>
              <a:gd name="f1412" fmla="*/ f1293 1 1590"/>
              <a:gd name="f1413" fmla="*/ f1294 1 1029"/>
              <a:gd name="f1414" fmla="*/ f1295 1 1590"/>
              <a:gd name="f1415" fmla="*/ f1296 1 1029"/>
              <a:gd name="f1416" fmla="*/ f1297 1 1590"/>
              <a:gd name="f1417" fmla="*/ f1298 1 1029"/>
              <a:gd name="f1418" fmla="*/ f1299 1 1590"/>
              <a:gd name="f1419" fmla="*/ f1300 1 1029"/>
              <a:gd name="f1420" fmla="*/ f1301 1 1590"/>
              <a:gd name="f1421" fmla="*/ f1302 1 1029"/>
              <a:gd name="f1422" fmla="*/ f1303 1 1590"/>
              <a:gd name="f1423" fmla="*/ f1304 1 1029"/>
              <a:gd name="f1424" fmla="*/ f1305 1 1590"/>
              <a:gd name="f1425" fmla="*/ f1306 1 1029"/>
              <a:gd name="f1426" fmla="*/ f1307 1 1590"/>
              <a:gd name="f1427" fmla="*/ f1308 1 1029"/>
              <a:gd name="f1428" fmla="*/ f1309 1 1590"/>
              <a:gd name="f1429" fmla="*/ f1310 1 1029"/>
              <a:gd name="f1430" fmla="*/ f1311 1 1590"/>
              <a:gd name="f1431" fmla="*/ f1312 1 1029"/>
              <a:gd name="f1432" fmla="*/ f1313 1 1590"/>
              <a:gd name="f1433" fmla="*/ f1314 1 1029"/>
              <a:gd name="f1434" fmla="*/ f1315 1 1590"/>
              <a:gd name="f1435" fmla="*/ f1316 1 1029"/>
              <a:gd name="f1436" fmla="*/ f1317 1 1590"/>
              <a:gd name="f1437" fmla="*/ f1318 1 1029"/>
              <a:gd name="f1438" fmla="*/ f1319 1 1590"/>
              <a:gd name="f1439" fmla="*/ f1320 1 1029"/>
              <a:gd name="f1440" fmla="*/ f1321 1 1590"/>
              <a:gd name="f1441" fmla="*/ f1322 1 1029"/>
              <a:gd name="f1442" fmla="*/ f1323 1 1590"/>
              <a:gd name="f1443" fmla="*/ f1324 1 1029"/>
              <a:gd name="f1444" fmla="*/ f1325 1 1029"/>
              <a:gd name="f1445" fmla="*/ f1326 1 1590"/>
              <a:gd name="f1446" fmla="*/ f1327 1 1029"/>
              <a:gd name="f1447" fmla="*/ f1328 1 1590"/>
              <a:gd name="f1448" fmla="*/ f1329 1 1029"/>
              <a:gd name="f1449" fmla="*/ f1330 1 1590"/>
              <a:gd name="f1450" fmla="*/ f1331 1 1029"/>
              <a:gd name="f1451" fmla="*/ f1332 1 1590"/>
              <a:gd name="f1452" fmla="*/ f1333 1 1029"/>
              <a:gd name="f1453" fmla="*/ f1334 1 1590"/>
              <a:gd name="f1454" fmla="*/ f1335 1 1029"/>
              <a:gd name="f1455" fmla="*/ f1336 1 1590"/>
              <a:gd name="f1456" fmla="*/ f1337 1 1029"/>
              <a:gd name="f1457" fmla="*/ f1338 1 1590"/>
              <a:gd name="f1458" fmla="*/ f1339 1 1029"/>
              <a:gd name="f1459" fmla="*/ f1340 1 1590"/>
              <a:gd name="f1460" fmla="*/ f1341 1 1029"/>
              <a:gd name="f1461" fmla="*/ f1342 1 1590"/>
              <a:gd name="f1462" fmla="*/ f1343 1 1029"/>
              <a:gd name="f1463" fmla="*/ f1344 1 1590"/>
              <a:gd name="f1464" fmla="*/ f1345 1 1590"/>
              <a:gd name="f1465" fmla="*/ f1346 1 1029"/>
              <a:gd name="f1466" fmla="*/ f1347 1 1590"/>
              <a:gd name="f1467" fmla="*/ f1348 1 1029"/>
              <a:gd name="f1468" fmla="*/ f1349 1 1590"/>
              <a:gd name="f1469" fmla="*/ f1350 1 1029"/>
              <a:gd name="f1470" fmla="*/ f1351 1 1590"/>
              <a:gd name="f1471" fmla="*/ f1352 1 1029"/>
              <a:gd name="f1472" fmla="*/ f1353 1 1590"/>
              <a:gd name="f1473" fmla="*/ f1354 1 1029"/>
              <a:gd name="f1474" fmla="*/ f1355 1 1590"/>
              <a:gd name="f1475" fmla="*/ f1356 1 1029"/>
              <a:gd name="f1476" fmla="*/ f1357 1 1590"/>
              <a:gd name="f1477" fmla="*/ f1358 1 1029"/>
              <a:gd name="f1478" fmla="*/ f1359 1 1590"/>
              <a:gd name="f1479" fmla="*/ f1360 1 1029"/>
              <a:gd name="f1480" fmla="*/ f1361 1 1590"/>
              <a:gd name="f1481" fmla="*/ f1362 1 1029"/>
              <a:gd name="f1482" fmla="*/ f1363 1 1590"/>
              <a:gd name="f1483" fmla="*/ f1364 1 1029"/>
              <a:gd name="f1484" fmla="*/ f1365 1 1590"/>
              <a:gd name="f1485" fmla="*/ f1366 1 1029"/>
              <a:gd name="f1486" fmla="*/ f1367 1 1590"/>
              <a:gd name="f1487" fmla="*/ f1368 1 1029"/>
              <a:gd name="f1488" fmla="*/ f1369 1 1590"/>
              <a:gd name="f1489" fmla="*/ f1370 1 1029"/>
              <a:gd name="f1490" fmla="*/ f1371 1 1590"/>
              <a:gd name="f1491" fmla="*/ f1372 1 1029"/>
              <a:gd name="f1492" fmla="*/ f1373 1 1590"/>
              <a:gd name="f1493" fmla="*/ f1374 1 1029"/>
              <a:gd name="f1494" fmla="*/ f1375 1 1590"/>
              <a:gd name="f1495" fmla="*/ f1376 1 1029"/>
              <a:gd name="f1496" fmla="*/ 0 1 f1257"/>
              <a:gd name="f1497" fmla="*/ f1251 1 f1257"/>
              <a:gd name="f1498" fmla="*/ 0 1 f1258"/>
              <a:gd name="f1499" fmla="*/ f1252 1 f1258"/>
              <a:gd name="f1500" fmla="*/ f1378 1 f1257"/>
              <a:gd name="f1501" fmla="*/ f1379 1 f1258"/>
              <a:gd name="f1502" fmla="*/ f1380 1 f1257"/>
              <a:gd name="f1503" fmla="*/ f1381 1 f1258"/>
              <a:gd name="f1504" fmla="*/ f1382 1 f1257"/>
              <a:gd name="f1505" fmla="*/ f1383 1 f1258"/>
              <a:gd name="f1506" fmla="*/ f1384 1 f1257"/>
              <a:gd name="f1507" fmla="*/ f1385 1 f1258"/>
              <a:gd name="f1508" fmla="*/ f1386 1 f1257"/>
              <a:gd name="f1509" fmla="*/ f1387 1 f1258"/>
              <a:gd name="f1510" fmla="*/ f1388 1 f1257"/>
              <a:gd name="f1511" fmla="*/ f1389 1 f1258"/>
              <a:gd name="f1512" fmla="*/ f1390 1 f1257"/>
              <a:gd name="f1513" fmla="*/ f1391 1 f1258"/>
              <a:gd name="f1514" fmla="*/ f1392 1 f1257"/>
              <a:gd name="f1515" fmla="*/ f1393 1 f1258"/>
              <a:gd name="f1516" fmla="*/ f1394 1 f1257"/>
              <a:gd name="f1517" fmla="*/ f1395 1 f1258"/>
              <a:gd name="f1518" fmla="*/ f1396 1 f1257"/>
              <a:gd name="f1519" fmla="*/ f1397 1 f1258"/>
              <a:gd name="f1520" fmla="*/ f1398 1 f1257"/>
              <a:gd name="f1521" fmla="*/ f1399 1 f1258"/>
              <a:gd name="f1522" fmla="*/ f1400 1 f1257"/>
              <a:gd name="f1523" fmla="*/ f1401 1 f1258"/>
              <a:gd name="f1524" fmla="*/ f1402 1 f1257"/>
              <a:gd name="f1525" fmla="*/ f1403 1 f1258"/>
              <a:gd name="f1526" fmla="*/ f1404 1 f1257"/>
              <a:gd name="f1527" fmla="*/ f1405 1 f1258"/>
              <a:gd name="f1528" fmla="*/ f1406 1 f1257"/>
              <a:gd name="f1529" fmla="*/ f1407 1 f1258"/>
              <a:gd name="f1530" fmla="*/ f1408 1 f1257"/>
              <a:gd name="f1531" fmla="*/ f1409 1 f1258"/>
              <a:gd name="f1532" fmla="*/ f1410 1 f1257"/>
              <a:gd name="f1533" fmla="*/ f1411 1 f1258"/>
              <a:gd name="f1534" fmla="*/ f1412 1 f1257"/>
              <a:gd name="f1535" fmla="*/ f1413 1 f1258"/>
              <a:gd name="f1536" fmla="*/ f1414 1 f1257"/>
              <a:gd name="f1537" fmla="*/ f1415 1 f1258"/>
              <a:gd name="f1538" fmla="*/ f1416 1 f1257"/>
              <a:gd name="f1539" fmla="*/ f1417 1 f1258"/>
              <a:gd name="f1540" fmla="*/ f1418 1 f1257"/>
              <a:gd name="f1541" fmla="*/ f1419 1 f1258"/>
              <a:gd name="f1542" fmla="*/ f1420 1 f1257"/>
              <a:gd name="f1543" fmla="*/ f1421 1 f1258"/>
              <a:gd name="f1544" fmla="*/ f1422 1 f1257"/>
              <a:gd name="f1545" fmla="*/ f1423 1 f1258"/>
              <a:gd name="f1546" fmla="*/ f1424 1 f1257"/>
              <a:gd name="f1547" fmla="*/ f1425 1 f1258"/>
              <a:gd name="f1548" fmla="*/ f1426 1 f1257"/>
              <a:gd name="f1549" fmla="*/ f1427 1 f1258"/>
              <a:gd name="f1550" fmla="*/ f1428 1 f1257"/>
              <a:gd name="f1551" fmla="*/ f1429 1 f1258"/>
              <a:gd name="f1552" fmla="*/ f1430 1 f1257"/>
              <a:gd name="f1553" fmla="*/ f1431 1 f1258"/>
              <a:gd name="f1554" fmla="*/ f1432 1 f1257"/>
              <a:gd name="f1555" fmla="*/ f1433 1 f1258"/>
              <a:gd name="f1556" fmla="*/ f1434 1 f1257"/>
              <a:gd name="f1557" fmla="*/ f1435 1 f1258"/>
              <a:gd name="f1558" fmla="*/ f1436 1 f1257"/>
              <a:gd name="f1559" fmla="*/ f1437 1 f1258"/>
              <a:gd name="f1560" fmla="*/ f1438 1 f1257"/>
              <a:gd name="f1561" fmla="*/ f1439 1 f1258"/>
              <a:gd name="f1562" fmla="*/ f1440 1 f1257"/>
              <a:gd name="f1563" fmla="*/ f1441 1 f1258"/>
              <a:gd name="f1564" fmla="*/ f1442 1 f1257"/>
              <a:gd name="f1565" fmla="*/ f1443 1 f1258"/>
              <a:gd name="f1566" fmla="*/ f1444 1 f1258"/>
              <a:gd name="f1567" fmla="*/ f1445 1 f1257"/>
              <a:gd name="f1568" fmla="*/ f1446 1 f1258"/>
              <a:gd name="f1569" fmla="*/ f1447 1 f1257"/>
              <a:gd name="f1570" fmla="*/ f1448 1 f1258"/>
              <a:gd name="f1571" fmla="*/ f1449 1 f1257"/>
              <a:gd name="f1572" fmla="*/ f1450 1 f1258"/>
              <a:gd name="f1573" fmla="*/ f1451 1 f1257"/>
              <a:gd name="f1574" fmla="*/ f1452 1 f1258"/>
              <a:gd name="f1575" fmla="*/ f1453 1 f1257"/>
              <a:gd name="f1576" fmla="*/ f1454 1 f1258"/>
              <a:gd name="f1577" fmla="*/ f1455 1 f1257"/>
              <a:gd name="f1578" fmla="*/ f1456 1 f1258"/>
              <a:gd name="f1579" fmla="*/ f1457 1 f1257"/>
              <a:gd name="f1580" fmla="*/ f1458 1 f1258"/>
              <a:gd name="f1581" fmla="*/ f1459 1 f1257"/>
              <a:gd name="f1582" fmla="*/ f1460 1 f1258"/>
              <a:gd name="f1583" fmla="*/ f1461 1 f1257"/>
              <a:gd name="f1584" fmla="*/ f1462 1 f1258"/>
              <a:gd name="f1585" fmla="*/ f1463 1 f1257"/>
              <a:gd name="f1586" fmla="*/ f1464 1 f1257"/>
              <a:gd name="f1587" fmla="*/ f1465 1 f1258"/>
              <a:gd name="f1588" fmla="*/ f1466 1 f1257"/>
              <a:gd name="f1589" fmla="*/ f1467 1 f1258"/>
              <a:gd name="f1590" fmla="*/ f1468 1 f1257"/>
              <a:gd name="f1591" fmla="*/ f1469 1 f1258"/>
              <a:gd name="f1592" fmla="*/ f1470 1 f1257"/>
              <a:gd name="f1593" fmla="*/ f1471 1 f1258"/>
              <a:gd name="f1594" fmla="*/ f1472 1 f1257"/>
              <a:gd name="f1595" fmla="*/ f1473 1 f1258"/>
              <a:gd name="f1596" fmla="*/ f1474 1 f1257"/>
              <a:gd name="f1597" fmla="*/ f1475 1 f1258"/>
              <a:gd name="f1598" fmla="*/ f1476 1 f1257"/>
              <a:gd name="f1599" fmla="*/ f1477 1 f1258"/>
              <a:gd name="f1600" fmla="*/ f1478 1 f1257"/>
              <a:gd name="f1601" fmla="*/ f1479 1 f1258"/>
              <a:gd name="f1602" fmla="*/ f1480 1 f1257"/>
              <a:gd name="f1603" fmla="*/ f1481 1 f1258"/>
              <a:gd name="f1604" fmla="*/ f1482 1 f1257"/>
              <a:gd name="f1605" fmla="*/ f1483 1 f1258"/>
              <a:gd name="f1606" fmla="*/ f1484 1 f1257"/>
              <a:gd name="f1607" fmla="*/ f1485 1 f1258"/>
              <a:gd name="f1608" fmla="*/ f1486 1 f1257"/>
              <a:gd name="f1609" fmla="*/ f1487 1 f1258"/>
              <a:gd name="f1610" fmla="*/ f1488 1 f1257"/>
              <a:gd name="f1611" fmla="*/ f1489 1 f1258"/>
              <a:gd name="f1612" fmla="*/ f1490 1 f1257"/>
              <a:gd name="f1613" fmla="*/ f1491 1 f1258"/>
              <a:gd name="f1614" fmla="*/ f1492 1 f1257"/>
              <a:gd name="f1615" fmla="*/ f1493 1 f1258"/>
              <a:gd name="f1616" fmla="*/ f1494 1 f1257"/>
              <a:gd name="f1617" fmla="*/ f1495 1 f1258"/>
              <a:gd name="f1618" fmla="*/ f1496 f1248 1"/>
              <a:gd name="f1619" fmla="*/ f1497 f1248 1"/>
              <a:gd name="f1620" fmla="*/ f1499 f1249 1"/>
              <a:gd name="f1621" fmla="*/ f1498 f1249 1"/>
              <a:gd name="f1622" fmla="*/ f1500 f1248 1"/>
              <a:gd name="f1623" fmla="*/ f1501 f1249 1"/>
              <a:gd name="f1624" fmla="*/ f1502 f1248 1"/>
              <a:gd name="f1625" fmla="*/ f1503 f1249 1"/>
              <a:gd name="f1626" fmla="*/ f1504 f1248 1"/>
              <a:gd name="f1627" fmla="*/ f1505 f1249 1"/>
              <a:gd name="f1628" fmla="*/ f1506 f1248 1"/>
              <a:gd name="f1629" fmla="*/ f1507 f1249 1"/>
              <a:gd name="f1630" fmla="*/ f1508 f1248 1"/>
              <a:gd name="f1631" fmla="*/ f1509 f1249 1"/>
              <a:gd name="f1632" fmla="*/ f1510 f1248 1"/>
              <a:gd name="f1633" fmla="*/ f1511 f1249 1"/>
              <a:gd name="f1634" fmla="*/ f1512 f1248 1"/>
              <a:gd name="f1635" fmla="*/ f1513 f1249 1"/>
              <a:gd name="f1636" fmla="*/ f1514 f1248 1"/>
              <a:gd name="f1637" fmla="*/ f1515 f1249 1"/>
              <a:gd name="f1638" fmla="*/ f1516 f1248 1"/>
              <a:gd name="f1639" fmla="*/ f1517 f1249 1"/>
              <a:gd name="f1640" fmla="*/ f1518 f1248 1"/>
              <a:gd name="f1641" fmla="*/ f1519 f1249 1"/>
              <a:gd name="f1642" fmla="*/ f1520 f1248 1"/>
              <a:gd name="f1643" fmla="*/ f1521 f1249 1"/>
              <a:gd name="f1644" fmla="*/ f1522 f1248 1"/>
              <a:gd name="f1645" fmla="*/ f1523 f1249 1"/>
              <a:gd name="f1646" fmla="*/ f1524 f1248 1"/>
              <a:gd name="f1647" fmla="*/ f1525 f1249 1"/>
              <a:gd name="f1648" fmla="*/ f1526 f1248 1"/>
              <a:gd name="f1649" fmla="*/ f1527 f1249 1"/>
              <a:gd name="f1650" fmla="*/ f1528 f1248 1"/>
              <a:gd name="f1651" fmla="*/ f1529 f1249 1"/>
              <a:gd name="f1652" fmla="*/ f1530 f1248 1"/>
              <a:gd name="f1653" fmla="*/ f1531 f1249 1"/>
              <a:gd name="f1654" fmla="*/ f1532 f1248 1"/>
              <a:gd name="f1655" fmla="*/ f1533 f1249 1"/>
              <a:gd name="f1656" fmla="*/ f1534 f1248 1"/>
              <a:gd name="f1657" fmla="*/ f1535 f1249 1"/>
              <a:gd name="f1658" fmla="*/ f1536 f1248 1"/>
              <a:gd name="f1659" fmla="*/ f1537 f1249 1"/>
              <a:gd name="f1660" fmla="*/ f1538 f1248 1"/>
              <a:gd name="f1661" fmla="*/ f1539 f1249 1"/>
              <a:gd name="f1662" fmla="*/ f1540 f1248 1"/>
              <a:gd name="f1663" fmla="*/ f1541 f1249 1"/>
              <a:gd name="f1664" fmla="*/ f1542 f1248 1"/>
              <a:gd name="f1665" fmla="*/ f1543 f1249 1"/>
              <a:gd name="f1666" fmla="*/ f1544 f1248 1"/>
              <a:gd name="f1667" fmla="*/ f1545 f1249 1"/>
              <a:gd name="f1668" fmla="*/ f1546 f1248 1"/>
              <a:gd name="f1669" fmla="*/ f1547 f1249 1"/>
              <a:gd name="f1670" fmla="*/ f1548 f1248 1"/>
              <a:gd name="f1671" fmla="*/ f1549 f1249 1"/>
              <a:gd name="f1672" fmla="*/ f1550 f1248 1"/>
              <a:gd name="f1673" fmla="*/ f1551 f1249 1"/>
              <a:gd name="f1674" fmla="*/ f1552 f1248 1"/>
              <a:gd name="f1675" fmla="*/ f1553 f1249 1"/>
              <a:gd name="f1676" fmla="*/ f1554 f1248 1"/>
              <a:gd name="f1677" fmla="*/ f1555 f1249 1"/>
              <a:gd name="f1678" fmla="*/ f1556 f1248 1"/>
              <a:gd name="f1679" fmla="*/ f1557 f1249 1"/>
              <a:gd name="f1680" fmla="*/ f1558 f1248 1"/>
              <a:gd name="f1681" fmla="*/ f1559 f1249 1"/>
              <a:gd name="f1682" fmla="*/ f1560 f1248 1"/>
              <a:gd name="f1683" fmla="*/ f1561 f1249 1"/>
              <a:gd name="f1684" fmla="*/ f1562 f1248 1"/>
              <a:gd name="f1685" fmla="*/ f1563 f1249 1"/>
              <a:gd name="f1686" fmla="*/ f1564 f1248 1"/>
              <a:gd name="f1687" fmla="*/ f1565 f1249 1"/>
              <a:gd name="f1688" fmla="*/ f1566 f1249 1"/>
              <a:gd name="f1689" fmla="*/ f1567 f1248 1"/>
              <a:gd name="f1690" fmla="*/ f1568 f1249 1"/>
              <a:gd name="f1691" fmla="*/ f1569 f1248 1"/>
              <a:gd name="f1692" fmla="*/ f1570 f1249 1"/>
              <a:gd name="f1693" fmla="*/ f1571 f1248 1"/>
              <a:gd name="f1694" fmla="*/ f1572 f1249 1"/>
              <a:gd name="f1695" fmla="*/ f1573 f1248 1"/>
              <a:gd name="f1696" fmla="*/ f1574 f1249 1"/>
              <a:gd name="f1697" fmla="*/ f1575 f1248 1"/>
              <a:gd name="f1698" fmla="*/ f1576 f1249 1"/>
              <a:gd name="f1699" fmla="*/ f1577 f1248 1"/>
              <a:gd name="f1700" fmla="*/ f1578 f1249 1"/>
              <a:gd name="f1701" fmla="*/ f1579 f1248 1"/>
              <a:gd name="f1702" fmla="*/ f1580 f1249 1"/>
              <a:gd name="f1703" fmla="*/ f1581 f1248 1"/>
              <a:gd name="f1704" fmla="*/ f1582 f1249 1"/>
              <a:gd name="f1705" fmla="*/ f1583 f1248 1"/>
              <a:gd name="f1706" fmla="*/ f1584 f1249 1"/>
              <a:gd name="f1707" fmla="*/ f1585 f1248 1"/>
              <a:gd name="f1708" fmla="*/ f1586 f1248 1"/>
              <a:gd name="f1709" fmla="*/ f1587 f1249 1"/>
              <a:gd name="f1710" fmla="*/ f1588 f1248 1"/>
              <a:gd name="f1711" fmla="*/ f1589 f1249 1"/>
              <a:gd name="f1712" fmla="*/ f1590 f1248 1"/>
              <a:gd name="f1713" fmla="*/ f1591 f1249 1"/>
              <a:gd name="f1714" fmla="*/ f1592 f1248 1"/>
              <a:gd name="f1715" fmla="*/ f1593 f1249 1"/>
              <a:gd name="f1716" fmla="*/ f1594 f1248 1"/>
              <a:gd name="f1717" fmla="*/ f1595 f1249 1"/>
              <a:gd name="f1718" fmla="*/ f1596 f1248 1"/>
              <a:gd name="f1719" fmla="*/ f1597 f1249 1"/>
              <a:gd name="f1720" fmla="*/ f1598 f1248 1"/>
              <a:gd name="f1721" fmla="*/ f1599 f1249 1"/>
              <a:gd name="f1722" fmla="*/ f1600 f1248 1"/>
              <a:gd name="f1723" fmla="*/ f1601 f1249 1"/>
              <a:gd name="f1724" fmla="*/ f1602 f1248 1"/>
              <a:gd name="f1725" fmla="*/ f1603 f1249 1"/>
              <a:gd name="f1726" fmla="*/ f1604 f1248 1"/>
              <a:gd name="f1727" fmla="*/ f1605 f1249 1"/>
              <a:gd name="f1728" fmla="*/ f1606 f1248 1"/>
              <a:gd name="f1729" fmla="*/ f1607 f1249 1"/>
              <a:gd name="f1730" fmla="*/ f1608 f1248 1"/>
              <a:gd name="f1731" fmla="*/ f1609 f1249 1"/>
              <a:gd name="f1732" fmla="*/ f1610 f1248 1"/>
              <a:gd name="f1733" fmla="*/ f1611 f1249 1"/>
              <a:gd name="f1734" fmla="*/ f1612 f1248 1"/>
              <a:gd name="f1735" fmla="*/ f1613 f1249 1"/>
              <a:gd name="f1736" fmla="*/ f1614 f1248 1"/>
              <a:gd name="f1737" fmla="*/ f1615 f1249 1"/>
              <a:gd name="f1738" fmla="*/ f1616 f1248 1"/>
              <a:gd name="f1739" fmla="*/ f1617 f124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1377">
                <a:pos x="f1622" y="f1623"/>
              </a:cxn>
              <a:cxn ang="f1377">
                <a:pos x="f1624" y="f1625"/>
              </a:cxn>
              <a:cxn ang="f1377">
                <a:pos x="f1626" y="f1627"/>
              </a:cxn>
              <a:cxn ang="f1377">
                <a:pos x="f1628" y="f1629"/>
              </a:cxn>
              <a:cxn ang="f1377">
                <a:pos x="f1630" y="f1631"/>
              </a:cxn>
              <a:cxn ang="f1377">
                <a:pos x="f1632" y="f1633"/>
              </a:cxn>
              <a:cxn ang="f1377">
                <a:pos x="f1634" y="f1635"/>
              </a:cxn>
              <a:cxn ang="f1377">
                <a:pos x="f1636" y="f1637"/>
              </a:cxn>
              <a:cxn ang="f1377">
                <a:pos x="f1638" y="f1639"/>
              </a:cxn>
              <a:cxn ang="f1377">
                <a:pos x="f1640" y="f1641"/>
              </a:cxn>
              <a:cxn ang="f1377">
                <a:pos x="f1642" y="f1643"/>
              </a:cxn>
              <a:cxn ang="f1377">
                <a:pos x="f1644" y="f1645"/>
              </a:cxn>
              <a:cxn ang="f1377">
                <a:pos x="f1646" y="f1647"/>
              </a:cxn>
              <a:cxn ang="f1377">
                <a:pos x="f1648" y="f1649"/>
              </a:cxn>
              <a:cxn ang="f1377">
                <a:pos x="f1650" y="f1651"/>
              </a:cxn>
              <a:cxn ang="f1377">
                <a:pos x="f1652" y="f1653"/>
              </a:cxn>
              <a:cxn ang="f1377">
                <a:pos x="f1654" y="f1655"/>
              </a:cxn>
              <a:cxn ang="f1377">
                <a:pos x="f1656" y="f1657"/>
              </a:cxn>
              <a:cxn ang="f1377">
                <a:pos x="f1658" y="f1659"/>
              </a:cxn>
              <a:cxn ang="f1377">
                <a:pos x="f1660" y="f1661"/>
              </a:cxn>
              <a:cxn ang="f1377">
                <a:pos x="f1662" y="f1663"/>
              </a:cxn>
              <a:cxn ang="f1377">
                <a:pos x="f1664" y="f1665"/>
              </a:cxn>
              <a:cxn ang="f1377">
                <a:pos x="f1666" y="f1667"/>
              </a:cxn>
              <a:cxn ang="f1377">
                <a:pos x="f1668" y="f1669"/>
              </a:cxn>
              <a:cxn ang="f1377">
                <a:pos x="f1670" y="f1671"/>
              </a:cxn>
              <a:cxn ang="f1377">
                <a:pos x="f1672" y="f1673"/>
              </a:cxn>
              <a:cxn ang="f1377">
                <a:pos x="f1674" y="f1675"/>
              </a:cxn>
              <a:cxn ang="f1377">
                <a:pos x="f1676" y="f1677"/>
              </a:cxn>
              <a:cxn ang="f1377">
                <a:pos x="f1678" y="f1679"/>
              </a:cxn>
              <a:cxn ang="f1377">
                <a:pos x="f1680" y="f1681"/>
              </a:cxn>
              <a:cxn ang="f1377">
                <a:pos x="f1682" y="f1683"/>
              </a:cxn>
              <a:cxn ang="f1377">
                <a:pos x="f1684" y="f1685"/>
              </a:cxn>
              <a:cxn ang="f1377">
                <a:pos x="f1686" y="f1687"/>
              </a:cxn>
              <a:cxn ang="f1377">
                <a:pos x="f1648" y="f1688"/>
              </a:cxn>
              <a:cxn ang="f1377">
                <a:pos x="f1689" y="f1690"/>
              </a:cxn>
              <a:cxn ang="f1377">
                <a:pos x="f1691" y="f1692"/>
              </a:cxn>
              <a:cxn ang="f1377">
                <a:pos x="f1693" y="f1694"/>
              </a:cxn>
              <a:cxn ang="f1377">
                <a:pos x="f1695" y="f1696"/>
              </a:cxn>
              <a:cxn ang="f1377">
                <a:pos x="f1697" y="f1698"/>
              </a:cxn>
              <a:cxn ang="f1377">
                <a:pos x="f1699" y="f1700"/>
              </a:cxn>
              <a:cxn ang="f1377">
                <a:pos x="f1701" y="f1702"/>
              </a:cxn>
              <a:cxn ang="f1377">
                <a:pos x="f1703" y="f1704"/>
              </a:cxn>
              <a:cxn ang="f1377">
                <a:pos x="f1705" y="f1706"/>
              </a:cxn>
              <a:cxn ang="f1377">
                <a:pos x="f1707" y="f1649"/>
              </a:cxn>
              <a:cxn ang="f1377">
                <a:pos x="f1708" y="f1709"/>
              </a:cxn>
              <a:cxn ang="f1377">
                <a:pos x="f1710" y="f1711"/>
              </a:cxn>
              <a:cxn ang="f1377">
                <a:pos x="f1712" y="f1713"/>
              </a:cxn>
              <a:cxn ang="f1377">
                <a:pos x="f1714" y="f1715"/>
              </a:cxn>
              <a:cxn ang="f1377">
                <a:pos x="f1716" y="f1717"/>
              </a:cxn>
              <a:cxn ang="f1377">
                <a:pos x="f1718" y="f1719"/>
              </a:cxn>
              <a:cxn ang="f1377">
                <a:pos x="f1720" y="f1721"/>
              </a:cxn>
              <a:cxn ang="f1377">
                <a:pos x="f1722" y="f1723"/>
              </a:cxn>
              <a:cxn ang="f1377">
                <a:pos x="f1724" y="f1725"/>
              </a:cxn>
              <a:cxn ang="f1377">
                <a:pos x="f1726" y="f1727"/>
              </a:cxn>
              <a:cxn ang="f1377">
                <a:pos x="f1728" y="f1729"/>
              </a:cxn>
              <a:cxn ang="f1377">
                <a:pos x="f1730" y="f1731"/>
              </a:cxn>
              <a:cxn ang="f1377">
                <a:pos x="f1732" y="f1733"/>
              </a:cxn>
              <a:cxn ang="f1377">
                <a:pos x="f1734" y="f1735"/>
              </a:cxn>
              <a:cxn ang="f1377">
                <a:pos x="f1736" y="f1737"/>
              </a:cxn>
              <a:cxn ang="f1377">
                <a:pos x="f1738" y="f1739"/>
              </a:cxn>
            </a:cxnLst>
            <a:rect l="f1618" t="f1621" r="f1619" b="f1620"/>
            <a:pathLst>
              <a:path w="1590" h="1029">
                <a:moveTo>
                  <a:pt x="f6" y="f9"/>
                </a:moveTo>
                <a:cubicBezTo>
                  <a:pt x="f10" y="f11"/>
                  <a:pt x="f12" y="f13"/>
                  <a:pt x="f14" y="f15"/>
                </a:cubicBezTo>
                <a:cubicBezTo>
                  <a:pt x="f16" y="f17"/>
                  <a:pt x="f18" y="f19"/>
                  <a:pt x="f20" y="f21"/>
                </a:cubicBezTo>
                <a:cubicBezTo>
                  <a:pt x="f9" y="f22"/>
                  <a:pt x="f23" y="f24"/>
                  <a:pt x="f25" y="f26"/>
                </a:cubicBezTo>
                <a:cubicBezTo>
                  <a:pt x="f27" y="f28"/>
                  <a:pt x="f29" y="f30"/>
                  <a:pt x="f31" y="f32"/>
                </a:cubicBezTo>
                <a:cubicBezTo>
                  <a:pt x="f33" y="f34"/>
                  <a:pt x="f35" y="f34"/>
                  <a:pt x="f36" y="f28"/>
                </a:cubicBezTo>
                <a:cubicBezTo>
                  <a:pt x="f37" y="f38"/>
                  <a:pt x="f39" y="f40"/>
                  <a:pt x="f41" y="f42"/>
                </a:cubicBezTo>
                <a:cubicBezTo>
                  <a:pt x="f43" y="f44"/>
                  <a:pt x="f40" y="f45"/>
                  <a:pt x="f46" y="f45"/>
                </a:cubicBezTo>
                <a:cubicBezTo>
                  <a:pt x="f47" y="f48"/>
                  <a:pt x="f49" y="f48"/>
                  <a:pt x="f50" y="f51"/>
                </a:cubicBezTo>
                <a:cubicBezTo>
                  <a:pt x="f52" y="f53"/>
                  <a:pt x="f54" y="f46"/>
                  <a:pt x="f55" y="f56"/>
                </a:cubicBezTo>
                <a:cubicBezTo>
                  <a:pt x="f57" y="f58"/>
                  <a:pt x="f59" y="f56"/>
                  <a:pt x="f60" y="f46"/>
                </a:cubicBezTo>
                <a:cubicBezTo>
                  <a:pt x="f61" y="f62"/>
                  <a:pt x="f63" y="f2"/>
                  <a:pt x="f64" y="f65"/>
                </a:cubicBezTo>
                <a:cubicBezTo>
                  <a:pt x="f66" y="f67"/>
                  <a:pt x="f68" y="f69"/>
                  <a:pt x="f70" y="f71"/>
                </a:cubicBezTo>
                <a:cubicBezTo>
                  <a:pt x="f72" y="f29"/>
                  <a:pt x="f73" y="f74"/>
                  <a:pt x="f75" y="f76"/>
                </a:cubicBezTo>
                <a:cubicBezTo>
                  <a:pt x="f77" y="f76"/>
                  <a:pt x="f78" y="f15"/>
                  <a:pt x="f79" y="f23"/>
                </a:cubicBezTo>
                <a:cubicBezTo>
                  <a:pt x="f80" y="f74"/>
                  <a:pt x="f81" y="f74"/>
                  <a:pt x="f82" y="f74"/>
                </a:cubicBezTo>
                <a:cubicBezTo>
                  <a:pt x="f83" y="f74"/>
                  <a:pt x="f83" y="f74"/>
                  <a:pt x="f83" y="f74"/>
                </a:cubicBezTo>
                <a:cubicBezTo>
                  <a:pt x="f84" y="f85"/>
                  <a:pt x="f86" y="f87"/>
                  <a:pt x="f88" y="f89"/>
                </a:cubicBezTo>
                <a:cubicBezTo>
                  <a:pt x="f90" y="f91"/>
                  <a:pt x="f92" y="f93"/>
                  <a:pt x="f94" y="f15"/>
                </a:cubicBezTo>
                <a:cubicBezTo>
                  <a:pt x="f95" y="f96"/>
                  <a:pt x="f97" y="f13"/>
                  <a:pt x="f54" y="f98"/>
                </a:cubicBezTo>
                <a:cubicBezTo>
                  <a:pt x="f99" y="f100"/>
                  <a:pt x="f101" y="f102"/>
                  <a:pt x="f103" y="f104"/>
                </a:cubicBezTo>
                <a:cubicBezTo>
                  <a:pt x="f105" y="f104"/>
                  <a:pt x="f106" y="f104"/>
                  <a:pt x="f107" y="f108"/>
                </a:cubicBezTo>
                <a:cubicBezTo>
                  <a:pt x="f109" y="f110"/>
                  <a:pt x="f111" y="f112"/>
                  <a:pt x="f113" y="f114"/>
                </a:cubicBezTo>
                <a:cubicBezTo>
                  <a:pt x="f115" y="f116"/>
                  <a:pt x="f117" y="f118"/>
                  <a:pt x="f119" y="f120"/>
                </a:cubicBezTo>
                <a:cubicBezTo>
                  <a:pt x="f121" y="f122"/>
                  <a:pt x="f123" y="f124"/>
                  <a:pt x="f125" y="f126"/>
                </a:cubicBezTo>
                <a:cubicBezTo>
                  <a:pt x="f127" y="f128"/>
                  <a:pt x="f129" y="f130"/>
                  <a:pt x="f131" y="f132"/>
                </a:cubicBezTo>
                <a:cubicBezTo>
                  <a:pt x="f133" y="f134"/>
                  <a:pt x="f129" y="f135"/>
                  <a:pt x="f136" y="f3"/>
                </a:cubicBezTo>
                <a:cubicBezTo>
                  <a:pt x="f137" y="f138"/>
                  <a:pt x="f137" y="f139"/>
                  <a:pt x="f140" y="f141"/>
                </a:cubicBezTo>
                <a:cubicBezTo>
                  <a:pt x="f131" y="f18"/>
                  <a:pt x="f121" y="f142"/>
                  <a:pt x="f143" y="f144"/>
                </a:cubicBezTo>
                <a:cubicBezTo>
                  <a:pt x="f119" y="f144"/>
                  <a:pt x="f145" y="f142"/>
                  <a:pt x="f146" y="f142"/>
                </a:cubicBezTo>
                <a:cubicBezTo>
                  <a:pt x="f147" y="f142"/>
                  <a:pt x="f148" y="f149"/>
                  <a:pt x="f150" y="f151"/>
                </a:cubicBezTo>
                <a:cubicBezTo>
                  <a:pt x="f150" y="f152"/>
                  <a:pt x="f150" y="f152"/>
                  <a:pt x="f150" y="f153"/>
                </a:cubicBezTo>
                <a:cubicBezTo>
                  <a:pt x="f154" y="f151"/>
                  <a:pt x="f95" y="f142"/>
                  <a:pt x="f155" y="f156"/>
                </a:cubicBezTo>
                <a:cubicBezTo>
                  <a:pt x="f157" y="f158"/>
                  <a:pt x="f159" y="f160"/>
                  <a:pt x="f161" y="f18"/>
                </a:cubicBezTo>
                <a:cubicBezTo>
                  <a:pt x="f162" y="f163"/>
                  <a:pt x="f86" y="f164"/>
                  <a:pt x="f165" y="f166"/>
                </a:cubicBezTo>
                <a:cubicBezTo>
                  <a:pt x="f167" y="f168"/>
                  <a:pt x="f169" y="f170"/>
                  <a:pt x="f171" y="f172"/>
                </a:cubicBezTo>
                <a:cubicBezTo>
                  <a:pt x="f97" y="f173"/>
                  <a:pt x="f54" y="f174"/>
                  <a:pt x="f54" y="f175"/>
                </a:cubicBezTo>
                <a:cubicBezTo>
                  <a:pt x="f176" y="f177"/>
                  <a:pt x="f178" y="f179"/>
                  <a:pt x="f165" y="f180"/>
                </a:cubicBezTo>
                <a:cubicBezTo>
                  <a:pt x="f159" y="f181"/>
                  <a:pt x="f182" y="f16"/>
                  <a:pt x="f86" y="f183"/>
                </a:cubicBezTo>
                <a:cubicBezTo>
                  <a:pt x="f159" y="f184"/>
                  <a:pt x="f86" y="f185"/>
                  <a:pt x="f186" y="f187"/>
                </a:cubicBezTo>
                <a:cubicBezTo>
                  <a:pt x="f188" y="f189"/>
                  <a:pt x="f188" y="f190"/>
                  <a:pt x="f188" y="f191"/>
                </a:cubicBezTo>
                <a:cubicBezTo>
                  <a:pt x="f192" y="f191"/>
                  <a:pt x="f192" y="f193"/>
                  <a:pt x="f194" y="f191"/>
                </a:cubicBezTo>
                <a:cubicBezTo>
                  <a:pt x="f195" y="f196"/>
                  <a:pt x="f197" y="f190"/>
                  <a:pt x="f198" y="f199"/>
                </a:cubicBezTo>
                <a:cubicBezTo>
                  <a:pt x="f200" y="f201"/>
                  <a:pt x="f59" y="f202"/>
                  <a:pt x="f203" y="f204"/>
                </a:cubicBezTo>
                <a:cubicBezTo>
                  <a:pt x="f80" y="f205"/>
                  <a:pt x="f206" y="f207"/>
                  <a:pt x="f206" y="f208"/>
                </a:cubicBezTo>
                <a:cubicBezTo>
                  <a:pt x="f209" y="f210"/>
                  <a:pt x="f211" y="f212"/>
                  <a:pt x="f213" y="f214"/>
                </a:cubicBezTo>
                <a:cubicBezTo>
                  <a:pt x="f63" y="f215"/>
                  <a:pt x="f216" y="f217"/>
                  <a:pt x="f66" y="f218"/>
                </a:cubicBezTo>
                <a:cubicBezTo>
                  <a:pt x="f68" y="f210"/>
                  <a:pt x="f219" y="f220"/>
                  <a:pt x="f221" y="f215"/>
                </a:cubicBezTo>
                <a:cubicBezTo>
                  <a:pt x="f222" y="f223"/>
                  <a:pt x="f224" y="f225"/>
                  <a:pt x="f226" y="f227"/>
                </a:cubicBezTo>
                <a:cubicBezTo>
                  <a:pt x="f228" y="f229"/>
                  <a:pt x="f230" y="f229"/>
                  <a:pt x="f231" y="f232"/>
                </a:cubicBezTo>
                <a:cubicBezTo>
                  <a:pt x="f233" y="f210"/>
                  <a:pt x="f234" y="f217"/>
                  <a:pt x="f235" y="f236"/>
                </a:cubicBezTo>
                <a:cubicBezTo>
                  <a:pt x="f237" y="f238"/>
                  <a:pt x="f239" y="f240"/>
                  <a:pt x="f241" y="f238"/>
                </a:cubicBezTo>
                <a:cubicBezTo>
                  <a:pt x="f242" y="f215"/>
                  <a:pt x="f243" y="f236"/>
                  <a:pt x="f244" y="f240"/>
                </a:cubicBezTo>
                <a:cubicBezTo>
                  <a:pt x="f245" y="f246"/>
                  <a:pt x="f247" y="f248"/>
                  <a:pt x="f249" y="f12"/>
                </a:cubicBezTo>
                <a:cubicBezTo>
                  <a:pt x="f250" y="f251"/>
                  <a:pt x="f252" y="f251"/>
                  <a:pt x="f253" y="f254"/>
                </a:cubicBezTo>
                <a:cubicBezTo>
                  <a:pt x="f255" y="f12"/>
                  <a:pt x="f256" y="f254"/>
                  <a:pt x="f257" y="f258"/>
                </a:cubicBezTo>
                <a:cubicBezTo>
                  <a:pt x="f259" y="f251"/>
                  <a:pt x="f260" y="f261"/>
                  <a:pt x="f262" y="f263"/>
                </a:cubicBezTo>
                <a:cubicBezTo>
                  <a:pt x="f264" y="f10"/>
                  <a:pt x="f265" y="f10"/>
                  <a:pt x="f266" y="f267"/>
                </a:cubicBezTo>
                <a:cubicBezTo>
                  <a:pt x="f268" y="f269"/>
                  <a:pt x="f270" y="f269"/>
                  <a:pt x="f271" y="f272"/>
                </a:cubicBezTo>
                <a:cubicBezTo>
                  <a:pt x="f273" y="f267"/>
                  <a:pt x="f274" y="f275"/>
                  <a:pt x="f276" y="f269"/>
                </a:cubicBezTo>
                <a:cubicBezTo>
                  <a:pt x="f277" y="f278"/>
                  <a:pt x="f279" y="f6"/>
                  <a:pt x="f280" y="f6"/>
                </a:cubicBezTo>
                <a:cubicBezTo>
                  <a:pt x="f281" y="f278"/>
                  <a:pt x="f282" y="f269"/>
                  <a:pt x="f283" y="f269"/>
                </a:cubicBezTo>
                <a:cubicBezTo>
                  <a:pt x="f284" y="f278"/>
                  <a:pt x="f285" y="f275"/>
                  <a:pt x="f286" y="f287"/>
                </a:cubicBezTo>
                <a:cubicBezTo>
                  <a:pt x="f288" y="f236"/>
                  <a:pt x="f289" y="f217"/>
                  <a:pt x="f290" y="f214"/>
                </a:cubicBezTo>
                <a:cubicBezTo>
                  <a:pt x="f291" y="f214"/>
                  <a:pt x="f291" y="f223"/>
                  <a:pt x="f292" y="f293"/>
                </a:cubicBezTo>
                <a:cubicBezTo>
                  <a:pt x="f294" y="f295"/>
                  <a:pt x="f296" y="f297"/>
                  <a:pt x="f298" y="f208"/>
                </a:cubicBezTo>
                <a:cubicBezTo>
                  <a:pt x="f299" y="f229"/>
                  <a:pt x="f300" y="f204"/>
                  <a:pt x="f301" y="f302"/>
                </a:cubicBezTo>
                <a:cubicBezTo>
                  <a:pt x="f303" y="f302"/>
                  <a:pt x="f303" y="f304"/>
                  <a:pt x="f305" y="f190"/>
                </a:cubicBezTo>
                <a:cubicBezTo>
                  <a:pt x="f306" y="f307"/>
                  <a:pt x="f308" y="f309"/>
                  <a:pt x="f303" y="f310"/>
                </a:cubicBezTo>
                <a:cubicBezTo>
                  <a:pt x="f305" y="f311"/>
                  <a:pt x="f312" y="f313"/>
                  <a:pt x="f305" y="f314"/>
                </a:cubicBezTo>
                <a:cubicBezTo>
                  <a:pt x="f315" y="f183"/>
                  <a:pt x="f316" y="f16"/>
                  <a:pt x="f317" y="f318"/>
                </a:cubicBezTo>
                <a:cubicBezTo>
                  <a:pt x="f319" y="f180"/>
                  <a:pt x="f320" y="f321"/>
                  <a:pt x="f322" y="f179"/>
                </a:cubicBezTo>
                <a:cubicBezTo>
                  <a:pt x="f316" y="f323"/>
                  <a:pt x="f315" y="f324"/>
                  <a:pt x="f312" y="f325"/>
                </a:cubicBezTo>
                <a:cubicBezTo>
                  <a:pt x="f306" y="f326"/>
                  <a:pt x="f306" y="f327"/>
                  <a:pt x="f312" y="f328"/>
                </a:cubicBezTo>
                <a:cubicBezTo>
                  <a:pt x="f291" y="f329"/>
                  <a:pt x="f294" y="f330"/>
                  <a:pt x="f290" y="f331"/>
                </a:cubicBezTo>
                <a:cubicBezTo>
                  <a:pt x="f332" y="f174"/>
                  <a:pt x="f333" y="f334"/>
                  <a:pt x="f335" y="f336"/>
                </a:cubicBezTo>
                <a:cubicBezTo>
                  <a:pt x="f337" y="f338"/>
                  <a:pt x="f286" y="f338"/>
                  <a:pt x="f339" y="f340"/>
                </a:cubicBezTo>
                <a:cubicBezTo>
                  <a:pt x="f306" y="f341"/>
                  <a:pt x="f342" y="f341"/>
                  <a:pt x="f343" y="f344"/>
                </a:cubicBezTo>
                <a:cubicBezTo>
                  <a:pt x="f345" y="f336"/>
                  <a:pt x="f346" y="f347"/>
                  <a:pt x="f348" y="f349"/>
                </a:cubicBezTo>
                <a:cubicBezTo>
                  <a:pt x="f350" y="f338"/>
                  <a:pt x="f351" y="f352"/>
                  <a:pt x="f353" y="f354"/>
                </a:cubicBezTo>
                <a:cubicBezTo>
                  <a:pt x="f355" y="f356"/>
                  <a:pt x="f357" y="f358"/>
                  <a:pt x="f359" y="f360"/>
                </a:cubicBezTo>
                <a:cubicBezTo>
                  <a:pt x="f361" y="f362"/>
                  <a:pt x="f363" y="f362"/>
                  <a:pt x="f364" y="f365"/>
                </a:cubicBezTo>
                <a:cubicBezTo>
                  <a:pt x="f364" y="f153"/>
                  <a:pt x="f366" y="f149"/>
                  <a:pt x="f367" y="f142"/>
                </a:cubicBezTo>
                <a:cubicBezTo>
                  <a:pt x="f368" y="f158"/>
                  <a:pt x="f369" y="f370"/>
                  <a:pt x="f371" y="f372"/>
                </a:cubicBezTo>
                <a:cubicBezTo>
                  <a:pt x="f373" y="f374"/>
                  <a:pt x="f375" y="f376"/>
                  <a:pt x="f377" y="f378"/>
                </a:cubicBezTo>
                <a:cubicBezTo>
                  <a:pt x="f379" y="f380"/>
                  <a:pt x="f381" y="f382"/>
                  <a:pt x="f383" y="f380"/>
                </a:cubicBezTo>
                <a:cubicBezTo>
                  <a:pt x="f384" y="f118"/>
                  <a:pt x="f367" y="f385"/>
                  <a:pt x="f386" y="f387"/>
                </a:cubicBezTo>
                <a:cubicBezTo>
                  <a:pt x="f366" y="f114"/>
                  <a:pt x="f388" y="f389"/>
                  <a:pt x="f361" y="f116"/>
                </a:cubicBezTo>
                <a:cubicBezTo>
                  <a:pt x="f363" y="f390"/>
                  <a:pt x="f391" y="f392"/>
                  <a:pt x="f384" y="f393"/>
                </a:cubicBezTo>
                <a:cubicBezTo>
                  <a:pt x="f367" y="f104"/>
                  <a:pt x="f367" y="f394"/>
                  <a:pt x="f395" y="f396"/>
                </a:cubicBezTo>
                <a:cubicBezTo>
                  <a:pt x="f383" y="f397"/>
                  <a:pt x="f398" y="f20"/>
                  <a:pt x="f364" y="f20"/>
                </a:cubicBezTo>
                <a:cubicBezTo>
                  <a:pt x="f399" y="f397"/>
                  <a:pt x="f400" y="f401"/>
                  <a:pt x="f402" y="f102"/>
                </a:cubicBezTo>
                <a:cubicBezTo>
                  <a:pt x="f403" y="f13"/>
                  <a:pt x="f350" y="f98"/>
                  <a:pt x="f345" y="f404"/>
                </a:cubicBezTo>
                <a:cubicBezTo>
                  <a:pt x="f351" y="f89"/>
                  <a:pt x="f405" y="f23"/>
                  <a:pt x="f403" y="f406"/>
                </a:cubicBezTo>
                <a:cubicBezTo>
                  <a:pt x="f357" y="f407"/>
                  <a:pt x="f408" y="f409"/>
                  <a:pt x="f410" y="f411"/>
                </a:cubicBezTo>
                <a:cubicBezTo>
                  <a:pt x="f412" y="f29"/>
                  <a:pt x="f413" y="f414"/>
                  <a:pt x="f415" y="f29"/>
                </a:cubicBezTo>
                <a:cubicBezTo>
                  <a:pt x="f342" y="f29"/>
                  <a:pt x="f416" y="f414"/>
                  <a:pt x="f417" y="f414"/>
                </a:cubicBezTo>
                <a:cubicBezTo>
                  <a:pt x="f417" y="f418"/>
                  <a:pt x="f417" y="f419"/>
                  <a:pt x="f420" y="f421"/>
                </a:cubicBezTo>
                <a:cubicBezTo>
                  <a:pt x="f422" y="f19"/>
                  <a:pt x="f423" y="f424"/>
                  <a:pt x="f306" y="f425"/>
                </a:cubicBezTo>
                <a:cubicBezTo>
                  <a:pt x="f312" y="f414"/>
                  <a:pt x="f291" y="f426"/>
                  <a:pt x="f427" y="f428"/>
                </a:cubicBezTo>
                <a:cubicBezTo>
                  <a:pt x="f286" y="f429"/>
                  <a:pt x="f430" y="f429"/>
                  <a:pt x="f431" y="f407"/>
                </a:cubicBezTo>
                <a:cubicBezTo>
                  <a:pt x="f282" y="f418"/>
                  <a:pt x="f432" y="f424"/>
                  <a:pt x="f433" y="f434"/>
                </a:cubicBezTo>
                <a:cubicBezTo>
                  <a:pt x="f435" y="f436"/>
                  <a:pt x="f437" y="f438"/>
                  <a:pt x="f339" y="f36"/>
                </a:cubicBezTo>
                <a:cubicBezTo>
                  <a:pt x="f427" y="f439"/>
                  <a:pt x="f427" y="f440"/>
                  <a:pt x="f441" y="f442"/>
                </a:cubicBezTo>
                <a:cubicBezTo>
                  <a:pt x="f443" y="f444"/>
                  <a:pt x="f294" y="f445"/>
                  <a:pt x="f292" y="f446"/>
                </a:cubicBezTo>
                <a:cubicBezTo>
                  <a:pt x="f308" y="f43"/>
                  <a:pt x="f300" y="f447"/>
                  <a:pt x="f448" y="f45"/>
                </a:cubicBezTo>
                <a:cubicBezTo>
                  <a:pt x="f448" y="f2"/>
                  <a:pt x="f449" y="f51"/>
                  <a:pt x="f317" y="f450"/>
                </a:cubicBezTo>
                <a:cubicBezTo>
                  <a:pt x="f300" y="f53"/>
                  <a:pt x="f316" y="f53"/>
                  <a:pt x="f308" y="f451"/>
                </a:cubicBezTo>
                <a:cubicBezTo>
                  <a:pt x="f298" y="f452"/>
                  <a:pt x="f453" y="f454"/>
                  <a:pt x="f437" y="f56"/>
                </a:cubicBezTo>
                <a:cubicBezTo>
                  <a:pt x="f455" y="f456"/>
                  <a:pt x="f285" y="f58"/>
                  <a:pt x="f455" y="f457"/>
                </a:cubicBezTo>
                <a:cubicBezTo>
                  <a:pt x="f337" y="f458"/>
                  <a:pt x="f455" y="f459"/>
                  <a:pt x="f430" y="f460"/>
                </a:cubicBezTo>
                <a:cubicBezTo>
                  <a:pt x="f461" y="f462"/>
                  <a:pt x="f279" y="f463"/>
                  <a:pt x="f464" y="f465"/>
                </a:cubicBezTo>
                <a:cubicBezTo>
                  <a:pt x="f464" y="f466"/>
                  <a:pt x="f464" y="f463"/>
                  <a:pt x="f467" y="f468"/>
                </a:cubicBezTo>
                <a:cubicBezTo>
                  <a:pt x="f467" y="f469"/>
                  <a:pt x="f470" y="f471"/>
                  <a:pt x="f271" y="f472"/>
                </a:cubicBezTo>
                <a:cubicBezTo>
                  <a:pt x="f473" y="f474"/>
                  <a:pt x="f475" y="f459"/>
                  <a:pt x="f476" y="f460"/>
                </a:cubicBezTo>
                <a:cubicBezTo>
                  <a:pt x="f477" y="f478"/>
                  <a:pt x="f479" y="f463"/>
                  <a:pt x="f480" y="f481"/>
                </a:cubicBezTo>
                <a:cubicBezTo>
                  <a:pt x="f480" y="f478"/>
                  <a:pt x="f480" y="f468"/>
                  <a:pt x="f480" y="f458"/>
                </a:cubicBezTo>
                <a:cubicBezTo>
                  <a:pt x="f480" y="f482"/>
                  <a:pt x="f480" y="f472"/>
                  <a:pt x="f260" y="f472"/>
                </a:cubicBezTo>
                <a:cubicBezTo>
                  <a:pt x="f483" y="f469"/>
                  <a:pt x="f484" y="f469"/>
                  <a:pt x="f485" y="f472"/>
                </a:cubicBezTo>
                <a:cubicBezTo>
                  <a:pt x="f256" y="f486"/>
                  <a:pt x="f253" y="f468"/>
                  <a:pt x="f487" y="f463"/>
                </a:cubicBezTo>
                <a:cubicBezTo>
                  <a:pt x="f250" y="f482"/>
                  <a:pt x="f487" y="f474"/>
                  <a:pt x="f488" y="f469"/>
                </a:cubicBezTo>
                <a:cubicBezTo>
                  <a:pt x="f489" y="f490"/>
                  <a:pt x="f491" y="f492"/>
                  <a:pt x="f493" y="f494"/>
                </a:cubicBezTo>
                <a:cubicBezTo>
                  <a:pt x="f495" y="f496"/>
                  <a:pt x="f497" y="f498"/>
                  <a:pt x="f499" y="f500"/>
                </a:cubicBezTo>
                <a:cubicBezTo>
                  <a:pt x="f501" y="f502"/>
                  <a:pt x="f377" y="f127"/>
                  <a:pt x="f8" y="f503"/>
                </a:cubicBezTo>
                <a:cubicBezTo>
                  <a:pt x="f504" y="f50"/>
                  <a:pt x="f504" y="f505"/>
                  <a:pt x="f506" y="f505"/>
                </a:cubicBezTo>
                <a:cubicBezTo>
                  <a:pt x="f506" y="f507"/>
                  <a:pt x="f506" y="f508"/>
                  <a:pt x="f509" y="f502"/>
                </a:cubicBezTo>
                <a:cubicBezTo>
                  <a:pt x="f510" y="f511"/>
                  <a:pt x="f512" y="f513"/>
                  <a:pt x="f514" y="f513"/>
                </a:cubicBezTo>
                <a:cubicBezTo>
                  <a:pt x="f515" y="f516"/>
                  <a:pt x="f515" y="f517"/>
                  <a:pt x="f518" y="f519"/>
                </a:cubicBezTo>
                <a:cubicBezTo>
                  <a:pt x="f520" y="f517"/>
                  <a:pt x="f521" y="f505"/>
                  <a:pt x="f522" y="f516"/>
                </a:cubicBezTo>
                <a:cubicBezTo>
                  <a:pt x="f522" y="f505"/>
                  <a:pt x="f523" y="f517"/>
                  <a:pt x="f523" y="f519"/>
                </a:cubicBezTo>
                <a:cubicBezTo>
                  <a:pt x="f524" y="f508"/>
                  <a:pt x="f525" y="f127"/>
                  <a:pt x="f526" y="f129"/>
                </a:cubicBezTo>
                <a:cubicBezTo>
                  <a:pt x="f527" y="f133"/>
                  <a:pt x="f528" y="f529"/>
                  <a:pt x="f530" y="f531"/>
                </a:cubicBezTo>
                <a:cubicBezTo>
                  <a:pt x="f532" y="f533"/>
                  <a:pt x="f534" y="f115"/>
                  <a:pt x="f535" y="f536"/>
                </a:cubicBezTo>
                <a:cubicBezTo>
                  <a:pt x="f537" y="f538"/>
                  <a:pt x="f539" y="f540"/>
                  <a:pt x="f541" y="f542"/>
                </a:cubicBezTo>
                <a:cubicBezTo>
                  <a:pt x="f543" y="f107"/>
                  <a:pt x="f544" y="f106"/>
                  <a:pt x="f545" y="f546"/>
                </a:cubicBezTo>
                <a:cubicBezTo>
                  <a:pt x="f547" y="f548"/>
                  <a:pt x="f549" y="f119"/>
                  <a:pt x="f550" y="f536"/>
                </a:cubicBezTo>
                <a:cubicBezTo>
                  <a:pt x="f551" y="f552"/>
                  <a:pt x="f553" y="f554"/>
                  <a:pt x="f555" y="f113"/>
                </a:cubicBezTo>
                <a:cubicBezTo>
                  <a:pt x="f556" y="f127"/>
                  <a:pt x="f557" y="f505"/>
                  <a:pt x="f558" y="f559"/>
                </a:cubicBezTo>
                <a:cubicBezTo>
                  <a:pt x="f560" y="f561"/>
                  <a:pt x="f562" y="f563"/>
                  <a:pt x="f564" y="f563"/>
                </a:cubicBezTo>
                <a:cubicBezTo>
                  <a:pt x="f565" y="f566"/>
                  <a:pt x="f567" y="f561"/>
                  <a:pt x="f567" y="f559"/>
                </a:cubicBezTo>
                <a:cubicBezTo>
                  <a:pt x="f567" y="f568"/>
                  <a:pt x="f569" y="f570"/>
                  <a:pt x="f565" y="f570"/>
                </a:cubicBezTo>
                <a:cubicBezTo>
                  <a:pt x="f571" y="f572"/>
                  <a:pt x="f573" y="f574"/>
                  <a:pt x="f551" y="f496"/>
                </a:cubicBezTo>
                <a:cubicBezTo>
                  <a:pt x="f558" y="f575"/>
                  <a:pt x="f576" y="f577"/>
                  <a:pt x="f578" y="f579"/>
                </a:cubicBezTo>
                <a:cubicBezTo>
                  <a:pt x="f580" y="f581"/>
                  <a:pt x="f582" y="f583"/>
                  <a:pt x="f584" y="f583"/>
                </a:cubicBezTo>
                <a:cubicBezTo>
                  <a:pt x="f584" y="f583"/>
                  <a:pt x="f585" y="f586"/>
                  <a:pt x="f587" y="f588"/>
                </a:cubicBezTo>
                <a:cubicBezTo>
                  <a:pt x="f589" y="f590"/>
                  <a:pt x="f591" y="f592"/>
                  <a:pt x="f578" y="f593"/>
                </a:cubicBezTo>
                <a:cubicBezTo>
                  <a:pt x="f594" y="f595"/>
                  <a:pt x="f578" y="f596"/>
                  <a:pt x="f562" y="f597"/>
                </a:cubicBezTo>
                <a:cubicBezTo>
                  <a:pt x="f580" y="f598"/>
                  <a:pt x="f567" y="f599"/>
                  <a:pt x="f587" y="f599"/>
                </a:cubicBezTo>
                <a:cubicBezTo>
                  <a:pt x="f600" y="f599"/>
                  <a:pt x="f601" y="f598"/>
                  <a:pt x="f602" y="f603"/>
                </a:cubicBezTo>
                <a:cubicBezTo>
                  <a:pt x="f604" y="f603"/>
                  <a:pt x="f605" y="f599"/>
                  <a:pt x="f606" y="f599"/>
                </a:cubicBezTo>
                <a:cubicBezTo>
                  <a:pt x="f601" y="f607"/>
                  <a:pt x="f565" y="f607"/>
                  <a:pt x="f562" y="f608"/>
                </a:cubicBezTo>
                <a:cubicBezTo>
                  <a:pt x="f609" y="f610"/>
                  <a:pt x="f551" y="f492"/>
                  <a:pt x="f560" y="f611"/>
                </a:cubicBezTo>
                <a:cubicBezTo>
                  <a:pt x="f612" y="f49"/>
                  <a:pt x="f613" y="f575"/>
                  <a:pt x="f612" y="f614"/>
                </a:cubicBezTo>
                <a:cubicBezTo>
                  <a:pt x="f612" y="f572"/>
                  <a:pt x="f612" y="f615"/>
                  <a:pt x="f612" y="f615"/>
                </a:cubicBezTo>
                <a:cubicBezTo>
                  <a:pt x="f616" y="f561"/>
                  <a:pt x="f556" y="f505"/>
                  <a:pt x="f617" y="f508"/>
                </a:cubicBezTo>
                <a:cubicBezTo>
                  <a:pt x="f618" y="f507"/>
                  <a:pt x="f619" y="f516"/>
                  <a:pt x="f620" y="f566"/>
                </a:cubicBezTo>
                <a:cubicBezTo>
                  <a:pt x="f556" y="f561"/>
                  <a:pt x="f556" y="f568"/>
                  <a:pt x="f556" y="f570"/>
                </a:cubicBezTo>
                <a:cubicBezTo>
                  <a:pt x="f621" y="f570"/>
                  <a:pt x="f617" y="f615"/>
                  <a:pt x="f622" y="f570"/>
                </a:cubicBezTo>
                <a:cubicBezTo>
                  <a:pt x="f623" y="f570"/>
                  <a:pt x="f624" y="f625"/>
                  <a:pt x="f626" y="f568"/>
                </a:cubicBezTo>
                <a:cubicBezTo>
                  <a:pt x="f624" y="f572"/>
                  <a:pt x="f627" y="f628"/>
                  <a:pt x="f629" y="f630"/>
                </a:cubicBezTo>
                <a:cubicBezTo>
                  <a:pt x="f629" y="f577"/>
                  <a:pt x="f631" y="f579"/>
                  <a:pt x="f617" y="f586"/>
                </a:cubicBezTo>
                <a:cubicBezTo>
                  <a:pt x="f618" y="f611"/>
                  <a:pt x="f619" y="f592"/>
                  <a:pt x="f556" y="f632"/>
                </a:cubicBezTo>
                <a:cubicBezTo>
                  <a:pt x="f556" y="f632"/>
                  <a:pt x="f620" y="f633"/>
                  <a:pt x="f619" y="f633"/>
                </a:cubicBezTo>
                <a:cubicBezTo>
                  <a:pt x="f617" y="f632"/>
                  <a:pt x="f627" y="f634"/>
                  <a:pt x="f624" y="f595"/>
                </a:cubicBezTo>
                <a:cubicBezTo>
                  <a:pt x="f635" y="f636"/>
                  <a:pt x="f629" y="f637"/>
                  <a:pt x="f638" y="f639"/>
                </a:cubicBezTo>
                <a:cubicBezTo>
                  <a:pt x="f640" y="f641"/>
                  <a:pt x="f642" y="f643"/>
                  <a:pt x="f644" y="f645"/>
                </a:cubicBezTo>
                <a:cubicBezTo>
                  <a:pt x="f646" y="f647"/>
                  <a:pt x="f629" y="f472"/>
                  <a:pt x="f648" y="f472"/>
                </a:cubicBezTo>
                <a:cubicBezTo>
                  <a:pt x="f649" y="f460"/>
                  <a:pt x="f650" y="f651"/>
                  <a:pt x="f652" y="f653"/>
                </a:cubicBezTo>
                <a:cubicBezTo>
                  <a:pt x="f654" y="f653"/>
                  <a:pt x="f655" y="f653"/>
                  <a:pt x="f656" y="f454"/>
                </a:cubicBezTo>
                <a:cubicBezTo>
                  <a:pt x="f657" y="f658"/>
                  <a:pt x="f659" y="f468"/>
                  <a:pt x="f660" y="f486"/>
                </a:cubicBezTo>
                <a:cubicBezTo>
                  <a:pt x="f661" y="f662"/>
                  <a:pt x="f663" y="f641"/>
                  <a:pt x="f664" y="f490"/>
                </a:cubicBezTo>
                <a:cubicBezTo>
                  <a:pt x="f664" y="f643"/>
                  <a:pt x="f664" y="f665"/>
                  <a:pt x="f664" y="f471"/>
                </a:cubicBezTo>
                <a:cubicBezTo>
                  <a:pt x="f666" y="f667"/>
                  <a:pt x="f668" y="f669"/>
                  <a:pt x="f670" y="f671"/>
                </a:cubicBezTo>
                <a:cubicBezTo>
                  <a:pt x="f672" y="f669"/>
                  <a:pt x="f672" y="f667"/>
                  <a:pt x="f673" y="f667"/>
                </a:cubicBezTo>
                <a:cubicBezTo>
                  <a:pt x="f673" y="f662"/>
                  <a:pt x="f673" y="f674"/>
                  <a:pt x="f675" y="f482"/>
                </a:cubicBezTo>
                <a:cubicBezTo>
                  <a:pt x="f675" y="f458"/>
                  <a:pt x="f676" y="f478"/>
                  <a:pt x="f677" y="f462"/>
                </a:cubicBezTo>
                <a:cubicBezTo>
                  <a:pt x="f678" y="f462"/>
                  <a:pt x="f679" y="f460"/>
                  <a:pt x="f680" y="f468"/>
                </a:cubicBezTo>
                <a:cubicBezTo>
                  <a:pt x="f681" y="f482"/>
                  <a:pt x="f682" y="f674"/>
                  <a:pt x="f683" y="f684"/>
                </a:cubicBezTo>
                <a:cubicBezTo>
                  <a:pt x="f685" y="f459"/>
                  <a:pt x="f686" y="f687"/>
                  <a:pt x="f688" y="f457"/>
                </a:cubicBezTo>
                <a:cubicBezTo>
                  <a:pt x="f689" y="f651"/>
                  <a:pt x="f690" y="f691"/>
                  <a:pt x="f692" y="f463"/>
                </a:cubicBezTo>
                <a:cubicBezTo>
                  <a:pt x="f693" y="f466"/>
                  <a:pt x="f694" y="f658"/>
                  <a:pt x="f695" y="f696"/>
                </a:cubicBezTo>
                <a:cubicBezTo>
                  <a:pt x="f697" y="f457"/>
                  <a:pt x="f698" y="f699"/>
                  <a:pt x="f700" y="f651"/>
                </a:cubicBezTo>
                <a:cubicBezTo>
                  <a:pt x="f701" y="f696"/>
                  <a:pt x="f702" y="f653"/>
                  <a:pt x="f703" y="f56"/>
                </a:cubicBezTo>
                <a:cubicBezTo>
                  <a:pt x="f704" y="f456"/>
                  <a:pt x="f705" y="f46"/>
                  <a:pt x="f706" y="f56"/>
                </a:cubicBezTo>
                <a:cubicBezTo>
                  <a:pt x="f707" y="f58"/>
                  <a:pt x="f708" y="f709"/>
                  <a:pt x="f707" y="f696"/>
                </a:cubicBezTo>
                <a:cubicBezTo>
                  <a:pt x="f705" y="f463"/>
                  <a:pt x="f710" y="f674"/>
                  <a:pt x="f711" y="f665"/>
                </a:cubicBezTo>
                <a:cubicBezTo>
                  <a:pt x="f711" y="f647"/>
                  <a:pt x="f712" y="f47"/>
                  <a:pt x="f713" y="f47"/>
                </a:cubicBezTo>
                <a:cubicBezTo>
                  <a:pt x="f714" y="f641"/>
                  <a:pt x="f714" y="f645"/>
                  <a:pt x="f715" y="f637"/>
                </a:cubicBezTo>
                <a:cubicBezTo>
                  <a:pt x="f716" y="f598"/>
                  <a:pt x="f716" y="f717"/>
                  <a:pt x="f718" y="f595"/>
                </a:cubicBezTo>
                <a:cubicBezTo>
                  <a:pt x="f718" y="f719"/>
                  <a:pt x="f720" y="f593"/>
                  <a:pt x="f720" y="f593"/>
                </a:cubicBezTo>
                <a:cubicBezTo>
                  <a:pt x="f721" y="f590"/>
                  <a:pt x="f722" y="f723"/>
                  <a:pt x="f724" y="f723"/>
                </a:cubicBezTo>
                <a:cubicBezTo>
                  <a:pt x="f725" y="f49"/>
                  <a:pt x="f722" y="f726"/>
                  <a:pt x="f721" y="f727"/>
                </a:cubicBezTo>
                <a:cubicBezTo>
                  <a:pt x="f728" y="f729"/>
                  <a:pt x="f730" y="f628"/>
                  <a:pt x="f731" y="f570"/>
                </a:cubicBezTo>
                <a:cubicBezTo>
                  <a:pt x="f731" y="f561"/>
                  <a:pt x="f732" y="f563"/>
                  <a:pt x="f733" y="f734"/>
                </a:cubicBezTo>
                <a:cubicBezTo>
                  <a:pt x="f735" y="f561"/>
                  <a:pt x="f736" y="f498"/>
                  <a:pt x="f735" y="f519"/>
                </a:cubicBezTo>
                <a:cubicBezTo>
                  <a:pt x="f737" y="f738"/>
                  <a:pt x="f739" y="f125"/>
                  <a:pt x="f737" y="f503"/>
                </a:cubicBezTo>
                <a:cubicBezTo>
                  <a:pt x="f735" y="f140"/>
                  <a:pt x="f740" y="f133"/>
                  <a:pt x="f739" y="f131"/>
                </a:cubicBezTo>
                <a:cubicBezTo>
                  <a:pt x="f740" y="f131"/>
                  <a:pt x="f737" y="f131"/>
                  <a:pt x="f735" y="f531"/>
                </a:cubicBezTo>
                <a:cubicBezTo>
                  <a:pt x="f741" y="f113"/>
                  <a:pt x="f742" y="f533"/>
                  <a:pt x="f743" y="f744"/>
                </a:cubicBezTo>
                <a:cubicBezTo>
                  <a:pt x="f745" y="f121"/>
                  <a:pt x="f742" y="f746"/>
                  <a:pt x="f741" y="f536"/>
                </a:cubicBezTo>
                <a:cubicBezTo>
                  <a:pt x="f740" y="f747"/>
                  <a:pt x="f748" y="f749"/>
                  <a:pt x="f731" y="f548"/>
                </a:cubicBezTo>
                <a:cubicBezTo>
                  <a:pt x="f748" y="f150"/>
                  <a:pt x="f748" y="f750"/>
                  <a:pt x="f751" y="f752"/>
                </a:cubicBezTo>
                <a:cubicBezTo>
                  <a:pt x="f753" y="f105"/>
                  <a:pt x="f754" y="f755"/>
                  <a:pt x="f714" y="f756"/>
                </a:cubicBezTo>
                <a:cubicBezTo>
                  <a:pt x="f720" y="f756"/>
                  <a:pt x="f757" y="f758"/>
                  <a:pt x="f716" y="f101"/>
                </a:cubicBezTo>
                <a:cubicBezTo>
                  <a:pt x="f715" y="f94"/>
                  <a:pt x="f759" y="f760"/>
                  <a:pt x="f761" y="f171"/>
                </a:cubicBezTo>
                <a:cubicBezTo>
                  <a:pt x="f762" y="f92"/>
                  <a:pt x="f725" y="f90"/>
                  <a:pt x="f725" y="f178"/>
                </a:cubicBezTo>
                <a:cubicBezTo>
                  <a:pt x="f763" y="f764"/>
                  <a:pt x="f722" y="f765"/>
                  <a:pt x="f754" y="f766"/>
                </a:cubicBezTo>
                <a:cubicBezTo>
                  <a:pt x="f721" y="f767"/>
                  <a:pt x="f721" y="f767"/>
                  <a:pt x="f768" y="f162"/>
                </a:cubicBezTo>
                <a:cubicBezTo>
                  <a:pt x="f768" y="f769"/>
                  <a:pt x="f768" y="f186"/>
                  <a:pt x="f768" y="f770"/>
                </a:cubicBezTo>
                <a:cubicBezTo>
                  <a:pt x="f771" y="f770"/>
                  <a:pt x="f772" y="f770"/>
                  <a:pt x="f736" y="f770"/>
                </a:cubicBezTo>
                <a:cubicBezTo>
                  <a:pt x="f773" y="f55"/>
                  <a:pt x="f735" y="f774"/>
                  <a:pt x="f737" y="f195"/>
                </a:cubicBezTo>
                <a:cubicBezTo>
                  <a:pt x="f741" y="f195"/>
                  <a:pt x="f745" y="f195"/>
                  <a:pt x="f775" y="f776"/>
                </a:cubicBezTo>
                <a:cubicBezTo>
                  <a:pt x="f777" y="f57"/>
                  <a:pt x="f778" y="f779"/>
                  <a:pt x="f780" y="f781"/>
                </a:cubicBezTo>
                <a:cubicBezTo>
                  <a:pt x="f782" y="f781"/>
                  <a:pt x="f783" y="f198"/>
                  <a:pt x="f784" y="f81"/>
                </a:cubicBezTo>
                <a:cubicBezTo>
                  <a:pt x="f783" y="f200"/>
                  <a:pt x="f785" y="f786"/>
                  <a:pt x="f787" y="f788"/>
                </a:cubicBezTo>
                <a:cubicBezTo>
                  <a:pt x="f789" y="f790"/>
                  <a:pt x="f743" y="f791"/>
                  <a:pt x="f737" y="f206"/>
                </a:cubicBezTo>
                <a:cubicBezTo>
                  <a:pt x="f792" y="f793"/>
                  <a:pt x="f745" y="f794"/>
                  <a:pt x="f795" y="f796"/>
                </a:cubicBezTo>
                <a:cubicBezTo>
                  <a:pt x="f775" y="f797"/>
                  <a:pt x="f795" y="f798"/>
                  <a:pt x="f743" y="f78"/>
                </a:cubicBezTo>
                <a:cubicBezTo>
                  <a:pt x="f795" y="f799"/>
                  <a:pt x="f800" y="f801"/>
                  <a:pt x="f775" y="f802"/>
                </a:cubicBezTo>
                <a:cubicBezTo>
                  <a:pt x="f743" y="f803"/>
                  <a:pt x="f804" y="f221"/>
                  <a:pt x="f805" y="f806"/>
                </a:cubicBezTo>
                <a:cubicBezTo>
                  <a:pt x="f795" y="f224"/>
                  <a:pt x="f735" y="f807"/>
                  <a:pt x="f808" y="f809"/>
                </a:cubicBezTo>
                <a:cubicBezTo>
                  <a:pt x="f771" y="f806"/>
                  <a:pt x="f732" y="f810"/>
                  <a:pt x="f768" y="f811"/>
                </a:cubicBezTo>
                <a:cubicBezTo>
                  <a:pt x="f768" y="f75"/>
                  <a:pt x="f751" y="f222"/>
                  <a:pt x="f724" y="f809"/>
                </a:cubicBezTo>
                <a:cubicBezTo>
                  <a:pt x="f721" y="f75"/>
                  <a:pt x="f714" y="f72"/>
                  <a:pt x="f812" y="f813"/>
                </a:cubicBezTo>
                <a:cubicBezTo>
                  <a:pt x="f713" y="f75"/>
                  <a:pt x="f712" y="f814"/>
                  <a:pt x="f815" y="f816"/>
                </a:cubicBezTo>
                <a:cubicBezTo>
                  <a:pt x="f710" y="f817"/>
                  <a:pt x="f708" y="f818"/>
                  <a:pt x="f707" y="f819"/>
                </a:cubicBezTo>
                <a:cubicBezTo>
                  <a:pt x="f820" y="f806"/>
                  <a:pt x="f821" y="f72"/>
                  <a:pt x="f703" y="f822"/>
                </a:cubicBezTo>
                <a:cubicBezTo>
                  <a:pt x="f823" y="f824"/>
                  <a:pt x="f825" y="f826"/>
                  <a:pt x="f827" y="f828"/>
                </a:cubicBezTo>
                <a:cubicBezTo>
                  <a:pt x="f829" y="f793"/>
                  <a:pt x="f827" y="f830"/>
                  <a:pt x="f831" y="f203"/>
                </a:cubicBezTo>
                <a:cubicBezTo>
                  <a:pt x="f831" y="f832"/>
                  <a:pt x="f833" y="f59"/>
                  <a:pt x="f834" y="f788"/>
                </a:cubicBezTo>
                <a:cubicBezTo>
                  <a:pt x="f701" y="f835"/>
                  <a:pt x="f697" y="f57"/>
                  <a:pt x="f836" y="f837"/>
                </a:cubicBezTo>
                <a:cubicBezTo>
                  <a:pt x="f693" y="f776"/>
                  <a:pt x="f838" y="f776"/>
                  <a:pt x="f692" y="f776"/>
                </a:cubicBezTo>
                <a:cubicBezTo>
                  <a:pt x="f839" y="f195"/>
                  <a:pt x="f840" y="f841"/>
                  <a:pt x="f688" y="f842"/>
                </a:cubicBezTo>
                <a:cubicBezTo>
                  <a:pt x="f843" y="f844"/>
                  <a:pt x="f845" y="f770"/>
                  <a:pt x="f846" y="f84"/>
                </a:cubicBezTo>
                <a:cubicBezTo>
                  <a:pt x="f678" y="f192"/>
                  <a:pt x="f847" y="f192"/>
                  <a:pt x="f848" y="f186"/>
                </a:cubicBezTo>
                <a:cubicBezTo>
                  <a:pt x="f663" y="f837"/>
                  <a:pt x="f849" y="f781"/>
                  <a:pt x="f850" y="f203"/>
                </a:cubicBezTo>
                <a:cubicBezTo>
                  <a:pt x="f851" y="f826"/>
                  <a:pt x="f843" y="f72"/>
                  <a:pt x="f693" y="f816"/>
                </a:cubicBezTo>
                <a:cubicBezTo>
                  <a:pt x="f829" y="f852"/>
                  <a:pt x="f710" y="f853"/>
                  <a:pt x="f721" y="f259"/>
                </a:cubicBezTo>
                <a:cubicBezTo>
                  <a:pt x="f732" y="f266"/>
                  <a:pt x="f740" y="f271"/>
                  <a:pt x="f743" y="f854"/>
                </a:cubicBezTo>
                <a:cubicBezTo>
                  <a:pt x="f804" y="f855"/>
                  <a:pt x="f856" y="f857"/>
                  <a:pt x="f783" y="f858"/>
                </a:cubicBezTo>
                <a:cubicBezTo>
                  <a:pt x="f859" y="f285"/>
                  <a:pt x="f860" y="f285"/>
                  <a:pt x="f861" y="f335"/>
                </a:cubicBezTo>
                <a:cubicBezTo>
                  <a:pt x="f862" y="f863"/>
                  <a:pt x="f864" y="f280"/>
                  <a:pt x="f865" y="f866"/>
                </a:cubicBezTo>
                <a:cubicBezTo>
                  <a:pt x="f867" y="f868"/>
                  <a:pt x="f867" y="f869"/>
                  <a:pt x="f870" y="f871"/>
                </a:cubicBezTo>
                <a:cubicBezTo>
                  <a:pt x="f872" y="f273"/>
                  <a:pt x="f7" y="f873"/>
                  <a:pt x="f874" y="f283"/>
                </a:cubicBezTo>
                <a:cubicBezTo>
                  <a:pt x="f864" y="f284"/>
                  <a:pt x="f870" y="f875"/>
                  <a:pt x="f876" y="f435"/>
                </a:cubicBezTo>
                <a:cubicBezTo>
                  <a:pt x="f877" y="f286"/>
                  <a:pt x="f860" y="f333"/>
                  <a:pt x="f878" y="f286"/>
                </a:cubicBezTo>
                <a:cubicBezTo>
                  <a:pt x="f879" y="f286"/>
                  <a:pt x="f859" y="f333"/>
                  <a:pt x="f880" y="f337"/>
                </a:cubicBezTo>
                <a:cubicBezTo>
                  <a:pt x="f881" y="f453"/>
                  <a:pt x="f882" y="f883"/>
                  <a:pt x="f884" y="f320"/>
                </a:cubicBezTo>
                <a:cubicBezTo>
                  <a:pt x="f885" y="f886"/>
                  <a:pt x="f887" y="f888"/>
                  <a:pt x="f876" y="f889"/>
                </a:cubicBezTo>
                <a:cubicBezTo>
                  <a:pt x="f890" y="f398"/>
                  <a:pt x="f887" y="f891"/>
                  <a:pt x="f892" y="f893"/>
                </a:cubicBezTo>
                <a:cubicBezTo>
                  <a:pt x="f894" y="f501"/>
                  <a:pt x="f895" y="f8"/>
                  <a:pt x="f896" y="f377"/>
                </a:cubicBezTo>
                <a:cubicBezTo>
                  <a:pt x="f897" y="f898"/>
                  <a:pt x="f899" y="f379"/>
                  <a:pt x="f900" y="f901"/>
                </a:cubicBezTo>
                <a:cubicBezTo>
                  <a:pt x="f902" y="f368"/>
                  <a:pt x="f900" y="f366"/>
                  <a:pt x="f899" y="f497"/>
                </a:cubicBezTo>
                <a:cubicBezTo>
                  <a:pt x="f903" y="f904"/>
                  <a:pt x="f905" y="f906"/>
                  <a:pt x="f907" y="f399"/>
                </a:cubicBezTo>
                <a:cubicBezTo>
                  <a:pt x="f908" y="f398"/>
                  <a:pt x="f908" y="f909"/>
                  <a:pt x="f897" y="f373"/>
                </a:cubicBezTo>
                <a:cubicBezTo>
                  <a:pt x="f907" y="f910"/>
                  <a:pt x="f860" y="f898"/>
                  <a:pt x="f911" y="f912"/>
                </a:cubicBezTo>
                <a:cubicBezTo>
                  <a:pt x="f861" y="f381"/>
                  <a:pt x="f913" y="f398"/>
                  <a:pt x="f914" y="f400"/>
                </a:cubicBezTo>
                <a:cubicBezTo>
                  <a:pt x="f861" y="f345"/>
                  <a:pt x="f915" y="f916"/>
                  <a:pt x="f860" y="f420"/>
                </a:cubicBezTo>
                <a:cubicBezTo>
                  <a:pt x="f917" y="f300"/>
                  <a:pt x="f881" y="f303"/>
                  <a:pt x="f918" y="f294"/>
                </a:cubicBezTo>
                <a:cubicBezTo>
                  <a:pt x="f903" y="f919"/>
                  <a:pt x="f920" y="f875"/>
                  <a:pt x="f921" y="f858"/>
                </a:cubicBezTo>
                <a:cubicBezTo>
                  <a:pt x="f745" y="f922"/>
                  <a:pt x="f740" y="f923"/>
                  <a:pt x="f924" y="f271"/>
                </a:cubicBezTo>
                <a:cubicBezTo>
                  <a:pt x="f718" y="f259"/>
                  <a:pt x="f925" y="f926"/>
                  <a:pt x="f694" y="f927"/>
                </a:cubicBezTo>
                <a:cubicBezTo>
                  <a:pt x="f928" y="f929"/>
                  <a:pt x="f851" y="f930"/>
                  <a:pt x="f673" y="f931"/>
                </a:cubicBezTo>
                <a:cubicBezTo>
                  <a:pt x="f932" y="f933"/>
                  <a:pt x="f934" y="f83"/>
                  <a:pt x="f659" y="f769"/>
                </a:cubicBezTo>
                <a:cubicBezTo>
                  <a:pt x="f935" y="f936"/>
                  <a:pt x="f937" y="f162"/>
                  <a:pt x="f938" y="f767"/>
                </a:cubicBezTo>
                <a:cubicBezTo>
                  <a:pt x="f939" y="f165"/>
                  <a:pt x="f940" y="f176"/>
                  <a:pt x="f941" y="f758"/>
                </a:cubicBezTo>
                <a:cubicBezTo>
                  <a:pt x="f942" y="f99"/>
                  <a:pt x="f943" y="f99"/>
                  <a:pt x="f944" y="f90"/>
                </a:cubicBezTo>
                <a:cubicBezTo>
                  <a:pt x="f945" y="f167"/>
                  <a:pt x="f946" y="f765"/>
                  <a:pt x="f947" y="f948"/>
                </a:cubicBezTo>
                <a:cubicBezTo>
                  <a:pt x="f947" y="f159"/>
                  <a:pt x="f947" y="f86"/>
                  <a:pt x="f947" y="f182"/>
                </a:cubicBezTo>
                <a:cubicBezTo>
                  <a:pt x="f946" y="f949"/>
                  <a:pt x="f950" y="f951"/>
                  <a:pt x="f952" y="f767"/>
                </a:cubicBezTo>
                <a:cubicBezTo>
                  <a:pt x="f953" y="f162"/>
                  <a:pt x="f954" y="f162"/>
                  <a:pt x="f954" y="f194"/>
                </a:cubicBezTo>
                <a:cubicBezTo>
                  <a:pt x="f954" y="f770"/>
                  <a:pt x="f955" y="f956"/>
                  <a:pt x="f957" y="f844"/>
                </a:cubicBezTo>
                <a:cubicBezTo>
                  <a:pt x="f955" y="f774"/>
                  <a:pt x="f958" y="f841"/>
                  <a:pt x="f942" y="f776"/>
                </a:cubicBezTo>
                <a:cubicBezTo>
                  <a:pt x="f953" y="f83"/>
                  <a:pt x="f959" y="f960"/>
                  <a:pt x="f535" y="f961"/>
                </a:cubicBezTo>
                <a:cubicBezTo>
                  <a:pt x="f962" y="f779"/>
                  <a:pt x="f963" y="f57"/>
                  <a:pt x="f964" y="f788"/>
                </a:cubicBezTo>
                <a:cubicBezTo>
                  <a:pt x="f965" y="f203"/>
                  <a:pt x="f541" y="f966"/>
                  <a:pt x="f967" y="f931"/>
                </a:cubicBezTo>
                <a:cubicBezTo>
                  <a:pt x="f539" y="f796"/>
                  <a:pt x="f963" y="f968"/>
                  <a:pt x="f947" y="f63"/>
                </a:cubicBezTo>
                <a:cubicBezTo>
                  <a:pt x="f969" y="f801"/>
                  <a:pt x="f965" y="f970"/>
                  <a:pt x="f971" y="f972"/>
                </a:cubicBezTo>
                <a:cubicBezTo>
                  <a:pt x="f544" y="f66"/>
                  <a:pt x="f604" y="f803"/>
                  <a:pt x="f605" y="f807"/>
                </a:cubicBezTo>
                <a:cubicBezTo>
                  <a:pt x="f605" y="f219"/>
                  <a:pt x="f973" y="f221"/>
                  <a:pt x="f543" y="f73"/>
                </a:cubicBezTo>
                <a:cubicBezTo>
                  <a:pt x="f974" y="f75"/>
                  <a:pt x="f974" y="f810"/>
                  <a:pt x="f975" y="f814"/>
                </a:cubicBezTo>
                <a:cubicBezTo>
                  <a:pt x="f976" y="f929"/>
                  <a:pt x="f965" y="f818"/>
                  <a:pt x="f977" y="f817"/>
                </a:cubicBezTo>
                <a:cubicBezTo>
                  <a:pt x="f978" y="f979"/>
                  <a:pt x="f606" y="f980"/>
                  <a:pt x="f947" y="f981"/>
                </a:cubicBezTo>
                <a:cubicBezTo>
                  <a:pt x="f976" y="f982"/>
                  <a:pt x="f543" y="f231"/>
                  <a:pt x="f977" y="f233"/>
                </a:cubicBezTo>
                <a:cubicBezTo>
                  <a:pt x="f544" y="f983"/>
                  <a:pt x="f964" y="f237"/>
                  <a:pt x="f984" y="f239"/>
                </a:cubicBezTo>
                <a:cubicBezTo>
                  <a:pt x="f601" y="f985"/>
                  <a:pt x="f545" y="f242"/>
                  <a:pt x="f601" y="f986"/>
                </a:cubicBezTo>
                <a:cubicBezTo>
                  <a:pt x="f984" y="f243"/>
                  <a:pt x="f964" y="f243"/>
                  <a:pt x="f978" y="f243"/>
                </a:cubicBezTo>
                <a:cubicBezTo>
                  <a:pt x="f963" y="f987"/>
                  <a:pt x="f974" y="f242"/>
                  <a:pt x="f537" y="f988"/>
                </a:cubicBezTo>
                <a:cubicBezTo>
                  <a:pt x="f989" y="f990"/>
                  <a:pt x="f952" y="f988"/>
                  <a:pt x="f952" y="f991"/>
                </a:cubicBezTo>
                <a:cubicBezTo>
                  <a:pt x="f952" y="f992"/>
                  <a:pt x="f953" y="f245"/>
                  <a:pt x="f941" y="f992"/>
                </a:cubicBezTo>
                <a:cubicBezTo>
                  <a:pt x="f530" y="f991"/>
                  <a:pt x="f530" y="f991"/>
                  <a:pt x="f993" y="f994"/>
                </a:cubicBezTo>
                <a:cubicBezTo>
                  <a:pt x="f524" y="f233"/>
                  <a:pt x="f995" y="f996"/>
                  <a:pt x="f997" y="f998"/>
                </a:cubicBezTo>
                <a:cubicBezTo>
                  <a:pt x="f999" y="f1000"/>
                  <a:pt x="f1001" y="f226"/>
                  <a:pt x="f1002" y="f1003"/>
                </a:cubicBezTo>
                <a:cubicBezTo>
                  <a:pt x="f1004" y="f814"/>
                  <a:pt x="f1005" y="f1003"/>
                  <a:pt x="f1005" y="f1006"/>
                </a:cubicBezTo>
                <a:cubicBezTo>
                  <a:pt x="f1007" y="f1008"/>
                  <a:pt x="f1009" y="f230"/>
                  <a:pt x="f518" y="f982"/>
                </a:cubicBezTo>
                <a:cubicBezTo>
                  <a:pt x="f1010" y="f234"/>
                  <a:pt x="f1011" y="f1012"/>
                  <a:pt x="f1013" y="f988"/>
                </a:cubicBezTo>
                <a:cubicBezTo>
                  <a:pt x="f520" y="f991"/>
                  <a:pt x="f1014" y="f1015"/>
                  <a:pt x="f1016" y="f1017"/>
                </a:cubicBezTo>
                <a:cubicBezTo>
                  <a:pt x="f1018" y="f249"/>
                  <a:pt x="f1018" y="f853"/>
                  <a:pt x="f1018" y="f853"/>
                </a:cubicBezTo>
                <a:cubicBezTo>
                  <a:pt x="f1018" y="f1019"/>
                  <a:pt x="f1018" y="f1020"/>
                  <a:pt x="f1018" y="f1021"/>
                </a:cubicBezTo>
                <a:cubicBezTo>
                  <a:pt x="f1010" y="f1022"/>
                  <a:pt x="f1002" y="f262"/>
                  <a:pt x="f518" y="f266"/>
                </a:cubicBezTo>
                <a:cubicBezTo>
                  <a:pt x="f1004" y="f264"/>
                  <a:pt x="f1023" y="f479"/>
                  <a:pt x="f512" y="f260"/>
                </a:cubicBezTo>
                <a:cubicBezTo>
                  <a:pt x="f1024" y="f1022"/>
                  <a:pt x="f1024" y="f483"/>
                  <a:pt x="f1025" y="f1026"/>
                </a:cubicBezTo>
                <a:cubicBezTo>
                  <a:pt x="f1025" y="f483"/>
                  <a:pt x="f1027" y="f483"/>
                  <a:pt x="f1028" y="f483"/>
                </a:cubicBezTo>
                <a:cubicBezTo>
                  <a:pt x="f1028" y="f1029"/>
                  <a:pt x="f1027" y="f265"/>
                  <a:pt x="f1028" y="f475"/>
                </a:cubicBezTo>
                <a:cubicBezTo>
                  <a:pt x="f1028" y="f268"/>
                  <a:pt x="f1028" y="f871"/>
                  <a:pt x="f510" y="f871"/>
                </a:cubicBezTo>
                <a:cubicBezTo>
                  <a:pt x="f1030" y="f270"/>
                  <a:pt x="f1031" y="f871"/>
                  <a:pt x="f509" y="f473"/>
                </a:cubicBezTo>
                <a:cubicBezTo>
                  <a:pt x="f1032" y="f1033"/>
                  <a:pt x="f1034" y="f1035"/>
                  <a:pt x="f1036" y="f475"/>
                </a:cubicBezTo>
                <a:cubicBezTo>
                  <a:pt x="f1037" y="f871"/>
                  <a:pt x="f504" y="f1038"/>
                  <a:pt x="f1039" y="f470"/>
                </a:cubicBezTo>
                <a:cubicBezTo>
                  <a:pt x="f1040" y="f279"/>
                  <a:pt x="f8" y="f279"/>
                  <a:pt x="f910" y="f276"/>
                </a:cubicBezTo>
                <a:cubicBezTo>
                  <a:pt x="f1041" y="f467"/>
                  <a:pt x="f1042" y="f470"/>
                  <a:pt x="f379" y="f464"/>
                </a:cubicBezTo>
                <a:cubicBezTo>
                  <a:pt x="f1043" y="f467"/>
                  <a:pt x="f375" y="f1044"/>
                  <a:pt x="f912" y="f923"/>
                </a:cubicBezTo>
                <a:cubicBezTo>
                  <a:pt x="f893" y="f855"/>
                  <a:pt x="f371" y="f432"/>
                  <a:pt x="f1045" y="f433"/>
                </a:cubicBezTo>
                <a:cubicBezTo>
                  <a:pt x="f391" y="f432"/>
                  <a:pt x="f497" y="f855"/>
                  <a:pt x="f906" y="f279"/>
                </a:cubicBezTo>
                <a:cubicBezTo>
                  <a:pt x="f400" y="f276"/>
                  <a:pt x="f408" y="f274"/>
                  <a:pt x="f1046" y="f277"/>
                </a:cubicBezTo>
                <a:cubicBezTo>
                  <a:pt x="f1047" y="f854"/>
                  <a:pt x="f350" y="f873"/>
                  <a:pt x="f1048" y="f467"/>
                </a:cubicBezTo>
                <a:cubicBezTo>
                  <a:pt x="f1049" y="f273"/>
                  <a:pt x="f345" y="f869"/>
                  <a:pt x="f345" y="f268"/>
                </a:cubicBezTo>
                <a:cubicBezTo>
                  <a:pt x="f1050" y="f1051"/>
                  <a:pt x="f412" y="f871"/>
                  <a:pt x="f1052" y="f270"/>
                </a:cubicBezTo>
                <a:cubicBezTo>
                  <a:pt x="f1053" y="f869"/>
                  <a:pt x="f413" y="f1054"/>
                  <a:pt x="f1055" y="f271"/>
                </a:cubicBezTo>
                <a:cubicBezTo>
                  <a:pt x="f886" y="f489"/>
                  <a:pt x="f1056" y="f473"/>
                  <a:pt x="f1056" y="f1035"/>
                </a:cubicBezTo>
                <a:cubicBezTo>
                  <a:pt x="f1057" y="f1058"/>
                  <a:pt x="f1059" y="f476"/>
                  <a:pt x="f1060" y="f262"/>
                </a:cubicBezTo>
                <a:cubicBezTo>
                  <a:pt x="f342" y="f262"/>
                  <a:pt x="f342" y="f480"/>
                  <a:pt x="f342" y="f483"/>
                </a:cubicBezTo>
                <a:cubicBezTo>
                  <a:pt x="f342" y="f259"/>
                  <a:pt x="f342" y="f485"/>
                  <a:pt x="f342" y="f1061"/>
                </a:cubicBezTo>
                <a:cubicBezTo>
                  <a:pt x="f319" y="f485"/>
                  <a:pt x="f322" y="f259"/>
                  <a:pt x="f883" y="f1022"/>
                </a:cubicBezTo>
                <a:cubicBezTo>
                  <a:pt x="f883" y="f1062"/>
                  <a:pt x="f315" y="f1063"/>
                  <a:pt x="f315" y="f253"/>
                </a:cubicBezTo>
                <a:cubicBezTo>
                  <a:pt x="f315" y="f252"/>
                  <a:pt x="f301" y="f250"/>
                  <a:pt x="f883" y="f249"/>
                </a:cubicBezTo>
                <a:cubicBezTo>
                  <a:pt x="f883" y="f247"/>
                  <a:pt x="f306" y="f992"/>
                  <a:pt x="f493" y="f1064"/>
                </a:cubicBezTo>
                <a:cubicBezTo>
                  <a:pt x="f315" y="f991"/>
                  <a:pt x="f305" y="f991"/>
                  <a:pt x="f312" y="f1065"/>
                </a:cubicBezTo>
                <a:cubicBezTo>
                  <a:pt x="f312" y="f986"/>
                  <a:pt x="f305" y="f1066"/>
                  <a:pt x="f301" y="f239"/>
                </a:cubicBezTo>
                <a:cubicBezTo>
                  <a:pt x="f308" y="f1067"/>
                  <a:pt x="f322" y="f1068"/>
                  <a:pt x="f448" y="f1069"/>
                </a:cubicBezTo>
                <a:cubicBezTo>
                  <a:pt x="f417" y="f1070"/>
                  <a:pt x="f416" y="f817"/>
                  <a:pt x="f1071" y="f819"/>
                </a:cubicBezTo>
                <a:cubicBezTo>
                  <a:pt x="f342" y="f814"/>
                  <a:pt x="f1072" y="f809"/>
                  <a:pt x="f1073" y="f1074"/>
                </a:cubicBezTo>
                <a:cubicBezTo>
                  <a:pt x="f420" y="f806"/>
                  <a:pt x="f448" y="f1074"/>
                  <a:pt x="f449" y="f809"/>
                </a:cubicBezTo>
                <a:cubicBezTo>
                  <a:pt x="f299" y="f814"/>
                  <a:pt x="f308" y="f818"/>
                  <a:pt x="f303" y="f1000"/>
                </a:cubicBezTo>
                <a:cubicBezTo>
                  <a:pt x="f296" y="f998"/>
                  <a:pt x="f1075" y="f982"/>
                  <a:pt x="f286" y="f927"/>
                </a:cubicBezTo>
                <a:cubicBezTo>
                  <a:pt x="f455" y="f983"/>
                  <a:pt x="f1076" y="f994"/>
                  <a:pt x="f1077" y="f1067"/>
                </a:cubicBezTo>
                <a:cubicBezTo>
                  <a:pt x="f284" y="f1078"/>
                  <a:pt x="f430" y="f1068"/>
                  <a:pt x="f1079" y="f233"/>
                </a:cubicBezTo>
                <a:cubicBezTo>
                  <a:pt x="f431" y="f234"/>
                  <a:pt x="f277" y="f994"/>
                  <a:pt x="f866" y="f1067"/>
                </a:cubicBezTo>
                <a:cubicBezTo>
                  <a:pt x="f1038" y="f235"/>
                  <a:pt x="f1054" y="f235"/>
                  <a:pt x="f489" y="f1067"/>
                </a:cubicBezTo>
                <a:cubicBezTo>
                  <a:pt x="f270" y="f994"/>
                  <a:pt x="f489" y="f927"/>
                  <a:pt x="f489" y="f1078"/>
                </a:cubicBezTo>
                <a:cubicBezTo>
                  <a:pt x="f1054" y="f998"/>
                  <a:pt x="f271" y="f818"/>
                  <a:pt x="f1080" y="f222"/>
                </a:cubicBezTo>
                <a:cubicBezTo>
                  <a:pt x="f1054" y="f222"/>
                  <a:pt x="f489" y="f810"/>
                  <a:pt x="f473" y="f810"/>
                </a:cubicBezTo>
                <a:cubicBezTo>
                  <a:pt x="f268" y="f72"/>
                  <a:pt x="f473" y="f813"/>
                  <a:pt x="f489" y="f77"/>
                </a:cubicBezTo>
                <a:cubicBezTo>
                  <a:pt x="f274" y="f826"/>
                  <a:pt x="f1081" y="f1082"/>
                  <a:pt x="f475" y="f797"/>
                </a:cubicBezTo>
                <a:cubicBezTo>
                  <a:pt x="f266" y="f968"/>
                  <a:pt x="f265" y="f968"/>
                  <a:pt x="f477" y="f796"/>
                </a:cubicBezTo>
                <a:cubicBezTo>
                  <a:pt x="f265" y="f1083"/>
                  <a:pt x="f489" y="f203"/>
                  <a:pt x="f470" y="f933"/>
                </a:cubicBezTo>
                <a:cubicBezTo>
                  <a:pt x="f271" y="f198"/>
                  <a:pt x="f1080" y="f1084"/>
                  <a:pt x="f470" y="f961"/>
                </a:cubicBezTo>
                <a:cubicBezTo>
                  <a:pt x="f873" y="f197"/>
                  <a:pt x="f1085" y="f960"/>
                  <a:pt x="f1086" y="f83"/>
                </a:cubicBezTo>
                <a:cubicBezTo>
                  <a:pt x="f1087" y="f1088"/>
                  <a:pt x="f1089" y="f776"/>
                  <a:pt x="f284" y="f841"/>
                </a:cubicBezTo>
                <a:cubicBezTo>
                  <a:pt x="f1089" y="f844"/>
                  <a:pt x="f1087" y="f770"/>
                  <a:pt x="f1086" y="f84"/>
                </a:cubicBezTo>
                <a:cubicBezTo>
                  <a:pt x="f1085" y="f192"/>
                  <a:pt x="f873" y="f186"/>
                  <a:pt x="f470" y="f936"/>
                </a:cubicBezTo>
                <a:cubicBezTo>
                  <a:pt x="f866" y="f162"/>
                  <a:pt x="f271" y="f949"/>
                  <a:pt x="f271" y="f86"/>
                </a:cubicBezTo>
                <a:cubicBezTo>
                  <a:pt x="f868" y="f1090"/>
                  <a:pt x="f273" y="f165"/>
                  <a:pt x="f1081" y="f1091"/>
                </a:cubicBezTo>
                <a:cubicBezTo>
                  <a:pt x="f1044" y="f1092"/>
                  <a:pt x="f280" y="f54"/>
                  <a:pt x="f282" y="f760"/>
                </a:cubicBezTo>
                <a:cubicBezTo>
                  <a:pt x="f279" y="f752"/>
                  <a:pt x="f1085" y="f750"/>
                  <a:pt x="f433" y="f148"/>
                </a:cubicBezTo>
                <a:cubicBezTo>
                  <a:pt x="f1077" y="f542"/>
                  <a:pt x="f1093" y="f109"/>
                  <a:pt x="f1087" y="f749"/>
                </a:cubicBezTo>
                <a:cubicBezTo>
                  <a:pt x="f1077" y="f117"/>
                  <a:pt x="f285" y="f143"/>
                  <a:pt x="f919" y="f538"/>
                </a:cubicBezTo>
                <a:cubicBezTo>
                  <a:pt x="f437" y="f536"/>
                  <a:pt x="f437" y="f746"/>
                  <a:pt x="f1094" y="f121"/>
                </a:cubicBezTo>
                <a:cubicBezTo>
                  <a:pt x="f289" y="f121"/>
                  <a:pt x="f1075" y="f121"/>
                  <a:pt x="f453" y="f115"/>
                </a:cubicBezTo>
                <a:cubicBezTo>
                  <a:pt x="f1095" y="f1096"/>
                  <a:pt x="f291" y="f554"/>
                  <a:pt x="f1095" y="f113"/>
                </a:cubicBezTo>
                <a:cubicBezTo>
                  <a:pt x="f296" y="f529"/>
                  <a:pt x="f443" y="f1097"/>
                  <a:pt x="f290" y="f136"/>
                </a:cubicBezTo>
                <a:cubicBezTo>
                  <a:pt x="f298" y="f508"/>
                  <a:pt x="f493" y="f1098"/>
                  <a:pt x="f1099" y="f1098"/>
                </a:cubicBezTo>
                <a:cubicBezTo>
                  <a:pt x="f448" y="f503"/>
                  <a:pt x="f448" y="f502"/>
                  <a:pt x="f320" y="f50"/>
                </a:cubicBezTo>
                <a:cubicBezTo>
                  <a:pt x="f1071" y="f502"/>
                  <a:pt x="f1059" y="f140"/>
                  <a:pt x="f1100" y="f1097"/>
                </a:cubicBezTo>
                <a:cubicBezTo>
                  <a:pt x="f1101" y="f1098"/>
                  <a:pt x="f495" y="f136"/>
                  <a:pt x="f1102" y="f136"/>
                </a:cubicBezTo>
                <a:cubicBezTo>
                  <a:pt x="f1103" y="f1098"/>
                  <a:pt x="f346" y="f1097"/>
                  <a:pt x="f410" y="f1104"/>
                </a:cubicBezTo>
                <a:cubicBezTo>
                  <a:pt x="f1046" y="f744"/>
                  <a:pt x="f403" y="f117"/>
                  <a:pt x="f1105" y="f119"/>
                </a:cubicBezTo>
                <a:cubicBezTo>
                  <a:pt x="f357" y="f750"/>
                  <a:pt x="f388" y="f101"/>
                  <a:pt x="f368" y="f54"/>
                </a:cubicBezTo>
                <a:cubicBezTo>
                  <a:pt x="f901" y="f94"/>
                  <a:pt x="f373" y="f103"/>
                  <a:pt x="f1043" y="f1106"/>
                </a:cubicBezTo>
                <a:cubicBezTo>
                  <a:pt x="f499" y="f1107"/>
                  <a:pt x="f898" y="f119"/>
                  <a:pt x="f501" y="f746"/>
                </a:cubicBezTo>
                <a:cubicBezTo>
                  <a:pt x="f910" y="f121"/>
                  <a:pt x="f1042" y="f1108"/>
                  <a:pt x="f375" y="f113"/>
                </a:cubicBezTo>
                <a:cubicBezTo>
                  <a:pt x="f371" y="f123"/>
                  <a:pt x="f395" y="f1097"/>
                  <a:pt x="f1109" y="f136"/>
                </a:cubicBezTo>
                <a:cubicBezTo>
                  <a:pt x="f343" y="f517"/>
                  <a:pt x="f449" y="f570"/>
                  <a:pt x="f1110" y="f630"/>
                </a:cubicBezTo>
                <a:cubicBezTo>
                  <a:pt x="f282" y="f593"/>
                  <a:pt x="f1111" y="f636"/>
                  <a:pt x="f1019" y="f1112"/>
                </a:cubicBezTo>
                <a:cubicBezTo>
                  <a:pt x="f1113" y="f1112"/>
                  <a:pt x="f487" y="f645"/>
                  <a:pt x="f1114" y="f1115"/>
                </a:cubicBezTo>
                <a:cubicBezTo>
                  <a:pt x="f926" y="f1116"/>
                  <a:pt x="f244" y="f1115"/>
                  <a:pt x="f987" y="f639"/>
                </a:cubicBezTo>
                <a:cubicBezTo>
                  <a:pt x="f234" y="f468"/>
                  <a:pt x="f817" y="f460"/>
                  <a:pt x="f1117" y="f462"/>
                </a:cubicBezTo>
                <a:cubicBezTo>
                  <a:pt x="f794" y="f691"/>
                  <a:pt x="f1118" y="f466"/>
                  <a:pt x="f167" y="f651"/>
                </a:cubicBezTo>
                <a:cubicBezTo>
                  <a:pt x="f55" y="f1119"/>
                  <a:pt x="f842" y="f1120"/>
                  <a:pt x="f182" y="f519"/>
                </a:cubicBezTo>
                <a:cubicBezTo>
                  <a:pt x="f55" y="f127"/>
                  <a:pt x="f83" y="f1121"/>
                  <a:pt x="f770" y="f548"/>
                </a:cubicBezTo>
                <a:cubicBezTo>
                  <a:pt x="f844" y="f1107"/>
                  <a:pt x="f842" y="f542"/>
                  <a:pt x="f195" y="f146"/>
                </a:cubicBezTo>
                <a:cubicBezTo>
                  <a:pt x="f81" y="f107"/>
                  <a:pt x="f203" y="f760"/>
                  <a:pt x="f203" y="f165"/>
                </a:cubicBezTo>
                <a:cubicBezTo>
                  <a:pt x="f1122" y="f936"/>
                  <a:pt x="f203" y="f842"/>
                  <a:pt x="f203" y="f1084"/>
                </a:cubicBezTo>
                <a:cubicBezTo>
                  <a:pt x="f832" y="f1084"/>
                  <a:pt x="f59" y="f1084"/>
                  <a:pt x="f933" y="f1084"/>
                </a:cubicBezTo>
                <a:cubicBezTo>
                  <a:pt x="f933" y="f1123"/>
                  <a:pt x="f933" y="f1123"/>
                  <a:pt x="f933" y="f961"/>
                </a:cubicBezTo>
                <a:cubicBezTo>
                  <a:pt x="f933" y="f774"/>
                  <a:pt x="f933" y="f767"/>
                  <a:pt x="f200" y="f1091"/>
                </a:cubicBezTo>
                <a:cubicBezTo>
                  <a:pt x="f1124" y="f94"/>
                  <a:pt x="f960" y="f106"/>
                  <a:pt x="f192" y="f150"/>
                </a:cubicBezTo>
                <a:cubicBezTo>
                  <a:pt x="f188" y="f1106"/>
                  <a:pt x="f936" y="f150"/>
                  <a:pt x="f767" y="f750"/>
                </a:cubicBezTo>
                <a:cubicBezTo>
                  <a:pt x="f949" y="f107"/>
                  <a:pt x="f182" y="f752"/>
                  <a:pt x="f159" y="f105"/>
                </a:cubicBezTo>
                <a:cubicBezTo>
                  <a:pt x="f766" y="f755"/>
                  <a:pt x="f157" y="f758"/>
                  <a:pt x="f167" y="f105"/>
                </a:cubicBezTo>
                <a:cubicBezTo>
                  <a:pt x="f1092" y="f150"/>
                  <a:pt x="f88" y="f147"/>
                  <a:pt x="f1091" y="f1107"/>
                </a:cubicBezTo>
                <a:cubicBezTo>
                  <a:pt x="f165" y="f109"/>
                  <a:pt x="f1090" y="f109"/>
                  <a:pt x="f159" y="f109"/>
                </a:cubicBezTo>
                <a:cubicBezTo>
                  <a:pt x="f936" y="f540"/>
                  <a:pt x="f194" y="f747"/>
                  <a:pt x="f194" y="f1096"/>
                </a:cubicBezTo>
                <a:cubicBezTo>
                  <a:pt x="f192" y="f1104"/>
                  <a:pt x="f162" y="f136"/>
                  <a:pt x="f1090" y="f125"/>
                </a:cubicBezTo>
                <a:cubicBezTo>
                  <a:pt x="f765" y="f502"/>
                  <a:pt x="f157" y="f136"/>
                  <a:pt x="f178" y="f1098"/>
                </a:cubicBezTo>
                <a:cubicBezTo>
                  <a:pt x="f90" y="f1097"/>
                  <a:pt x="f92" y="f123"/>
                  <a:pt x="f95" y="f123"/>
                </a:cubicBezTo>
                <a:cubicBezTo>
                  <a:pt x="f101" y="f529"/>
                  <a:pt x="f752" y="f1098"/>
                  <a:pt x="f752" y="f502"/>
                </a:cubicBezTo>
                <a:cubicBezTo>
                  <a:pt x="f106" y="f738"/>
                  <a:pt x="f755" y="f507"/>
                  <a:pt x="f1125" y="f517"/>
                </a:cubicBezTo>
                <a:cubicBezTo>
                  <a:pt x="f95" y="f505"/>
                  <a:pt x="f169" y="f516"/>
                  <a:pt x="f88" y="f516"/>
                </a:cubicBezTo>
                <a:cubicBezTo>
                  <a:pt x="f765" y="f516"/>
                  <a:pt x="f1126" y="f513"/>
                  <a:pt x="f1090" y="f734"/>
                </a:cubicBezTo>
                <a:cubicBezTo>
                  <a:pt x="f186" y="f611"/>
                  <a:pt x="f936" y="f645"/>
                  <a:pt x="f92" y="f691"/>
                </a:cubicBezTo>
                <a:cubicBezTo>
                  <a:pt x="f97" y="f1127"/>
                  <a:pt x="f99" y="f651"/>
                  <a:pt x="f1128" y="f651"/>
                </a:cubicBezTo>
                <a:cubicBezTo>
                  <a:pt x="f52" y="f699"/>
                  <a:pt x="f136" y="f696"/>
                  <a:pt x="f570" y="f696"/>
                </a:cubicBezTo>
                <a:cubicBezTo>
                  <a:pt x="f1129" y="f457"/>
                  <a:pt x="f486" y="f457"/>
                  <a:pt x="f1130" y="f454"/>
                </a:cubicBezTo>
                <a:cubicBezTo>
                  <a:pt x="f447" y="f58"/>
                  <a:pt x="f67" y="f56"/>
                  <a:pt x="f1131" y="f56"/>
                </a:cubicBezTo>
                <a:cubicBezTo>
                  <a:pt x="f1132" y="f46"/>
                  <a:pt x="f434" y="f56"/>
                  <a:pt x="f411" y="f459"/>
                </a:cubicBezTo>
                <a:cubicBezTo>
                  <a:pt x="f1133" y="f468"/>
                  <a:pt x="f19" y="f460"/>
                  <a:pt x="f35" y="f462"/>
                </a:cubicBezTo>
                <a:cubicBezTo>
                  <a:pt x="f35" y="f468"/>
                  <a:pt x="f35" y="f459"/>
                  <a:pt x="f35" y="f486"/>
                </a:cubicBezTo>
                <a:cubicBezTo>
                  <a:pt x="f35" y="f486"/>
                  <a:pt x="f71" y="f486"/>
                  <a:pt x="f36" y="f486"/>
                </a:cubicBezTo>
                <a:cubicBezTo>
                  <a:pt x="f1134" y="f474"/>
                  <a:pt x="f1135" y="f486"/>
                  <a:pt x="f67" y="f474"/>
                </a:cubicBezTo>
                <a:cubicBezTo>
                  <a:pt x="f26" y="f472"/>
                  <a:pt x="f38" y="f684"/>
                  <a:pt x="f1136" y="f1137"/>
                </a:cubicBezTo>
                <a:cubicBezTo>
                  <a:pt x="f1138" y="f665"/>
                  <a:pt x="f1136" y="f645"/>
                  <a:pt x="f42" y="f1119"/>
                </a:cubicBezTo>
                <a:cubicBezTo>
                  <a:pt x="f38" y="f1139"/>
                  <a:pt x="f1140" y="f1141"/>
                  <a:pt x="f34" y="f1129"/>
                </a:cubicBezTo>
                <a:cubicBezTo>
                  <a:pt x="f67" y="f596"/>
                  <a:pt x="f43" y="f632"/>
                  <a:pt x="f1142" y="f590"/>
                </a:cubicBezTo>
                <a:cubicBezTo>
                  <a:pt x="f28" y="f1129"/>
                  <a:pt x="f1143" y="f590"/>
                  <a:pt x="f62" y="f719"/>
                </a:cubicBezTo>
                <a:cubicBezTo>
                  <a:pt x="f709" y="f592"/>
                  <a:pt x="f56" y="f1144"/>
                  <a:pt x="f456" y="f579"/>
                </a:cubicBezTo>
                <a:cubicBezTo>
                  <a:pt x="f481" y="f579"/>
                  <a:pt x="f667" y="f579"/>
                  <a:pt x="f490" y="f614"/>
                </a:cubicBezTo>
                <a:cubicBezTo>
                  <a:pt x="f645" y="f625"/>
                  <a:pt x="f647" y="f566"/>
                  <a:pt x="f669" y="f507"/>
                </a:cubicBezTo>
                <a:cubicBezTo>
                  <a:pt x="f647" y="f511"/>
                  <a:pt x="f1115" y="f508"/>
                  <a:pt x="f607" y="f125"/>
                </a:cubicBezTo>
                <a:cubicBezTo>
                  <a:pt x="f1119" y="f140"/>
                  <a:pt x="f1116" y="f129"/>
                  <a:pt x="f599" y="f529"/>
                </a:cubicBezTo>
                <a:cubicBezTo>
                  <a:pt x="f1145" y="f531"/>
                  <a:pt x="f596" y="f1121"/>
                  <a:pt x="f590" y="f746"/>
                </a:cubicBezTo>
                <a:cubicBezTo>
                  <a:pt x="f633" y="f143"/>
                  <a:pt x="f1129" y="f1146"/>
                  <a:pt x="f636" y="f109"/>
                </a:cubicBezTo>
                <a:cubicBezTo>
                  <a:pt x="f592" y="f103"/>
                  <a:pt x="f630" y="f760"/>
                  <a:pt x="f1147" y="f1090"/>
                </a:cubicBezTo>
                <a:cubicBezTo>
                  <a:pt x="f723" y="f86"/>
                  <a:pt x="f1145" y="f767"/>
                  <a:pt x="f1115" y="f949"/>
                </a:cubicBezTo>
                <a:cubicBezTo>
                  <a:pt x="f645" y="f949"/>
                  <a:pt x="f641" y="f767"/>
                  <a:pt x="f47" y="f767"/>
                </a:cubicBezTo>
                <a:cubicBezTo>
                  <a:pt x="f669" y="f162"/>
                  <a:pt x="f472" y="f769"/>
                  <a:pt x="f459" y="f936"/>
                </a:cubicBezTo>
                <a:cubicBezTo>
                  <a:pt x="f481" y="f162"/>
                  <a:pt x="f658" y="f182"/>
                  <a:pt x="f653" y="f159"/>
                </a:cubicBezTo>
                <a:cubicBezTo>
                  <a:pt x="f46" y="f1090"/>
                  <a:pt x="f1148" y="f766"/>
                  <a:pt x="f44" y="f165"/>
                </a:cubicBezTo>
                <a:cubicBezTo>
                  <a:pt x="f65" y="f765"/>
                  <a:pt x="f30" y="f765"/>
                  <a:pt x="f24" y="f1091"/>
                </a:cubicBezTo>
                <a:cubicBezTo>
                  <a:pt x="f1149" y="f1091"/>
                  <a:pt x="f1150" y="f1091"/>
                  <a:pt x="f1135" y="f1091"/>
                </a:cubicBezTo>
                <a:cubicBezTo>
                  <a:pt x="f1150" y="f186"/>
                  <a:pt x="f1151" y="f842"/>
                  <a:pt x="f1152" y="f195"/>
                </a:cubicBezTo>
                <a:cubicBezTo>
                  <a:pt x="f1153" y="f837"/>
                  <a:pt x="f486" y="f82"/>
                  <a:pt x="f1115" y="f197"/>
                </a:cubicBezTo>
                <a:cubicBezTo>
                  <a:pt x="f598" y="f961"/>
                  <a:pt x="f632" y="f1124"/>
                  <a:pt x="f719" y="f1122"/>
                </a:cubicBezTo>
                <a:cubicBezTo>
                  <a:pt x="f634" y="f791"/>
                  <a:pt x="f596" y="f1083"/>
                  <a:pt x="f636" y="f206"/>
                </a:cubicBezTo>
                <a:cubicBezTo>
                  <a:pt x="f492" y="f931"/>
                  <a:pt x="f634" y="f794"/>
                  <a:pt x="f592" y="f1154"/>
                </a:cubicBezTo>
                <a:cubicBezTo>
                  <a:pt x="f581" y="f798"/>
                  <a:pt x="f1155" y="f64"/>
                  <a:pt x="f572" y="f813"/>
                </a:cubicBezTo>
                <a:cubicBezTo>
                  <a:pt x="f1156" y="f72"/>
                  <a:pt x="f570" y="f811"/>
                  <a:pt x="f628" y="f811"/>
                </a:cubicBezTo>
                <a:cubicBezTo>
                  <a:pt x="f1157" y="f811"/>
                  <a:pt x="f1147" y="f73"/>
                  <a:pt x="f727" y="f811"/>
                </a:cubicBezTo>
                <a:cubicBezTo>
                  <a:pt x="f579" y="f809"/>
                  <a:pt x="f1158" y="f809"/>
                  <a:pt x="f597" y="f809"/>
                </a:cubicBezTo>
                <a:cubicBezTo>
                  <a:pt x="f1145" y="f809"/>
                  <a:pt x="f1145" y="f1159"/>
                  <a:pt x="f636" y="f1159"/>
                </a:cubicBezTo>
                <a:cubicBezTo>
                  <a:pt x="f1129" y="f1006"/>
                  <a:pt x="f633" y="f1070"/>
                  <a:pt x="f595" y="f1160"/>
                </a:cubicBezTo>
                <a:cubicBezTo>
                  <a:pt x="f592" y="f927"/>
                  <a:pt x="f590" y="f994"/>
                  <a:pt x="f597" y="f235"/>
                </a:cubicBezTo>
                <a:cubicBezTo>
                  <a:pt x="f1139" y="f237"/>
                  <a:pt x="f1139" y="f237"/>
                  <a:pt x="f1161" y="f242"/>
                </a:cubicBezTo>
                <a:cubicBezTo>
                  <a:pt x="f603" y="f245"/>
                  <a:pt x="f603" y="f1015"/>
                  <a:pt x="f1162" y="f1163"/>
                </a:cubicBezTo>
                <a:cubicBezTo>
                  <a:pt x="f607" y="f1164"/>
                  <a:pt x="f1116" y="f1113"/>
                  <a:pt x="f637" y="f1165"/>
                </a:cubicBezTo>
                <a:cubicBezTo>
                  <a:pt x="f669" y="f1020"/>
                  <a:pt x="f460" y="f252"/>
                  <a:pt x="f1153" y="f250"/>
                </a:cubicBezTo>
                <a:cubicBezTo>
                  <a:pt x="f709" y="f1113"/>
                  <a:pt x="f709" y="f1166"/>
                  <a:pt x="f653" y="f255"/>
                </a:cubicBezTo>
                <a:cubicBezTo>
                  <a:pt x="f53" y="f1019"/>
                  <a:pt x="f1143" y="f250"/>
                  <a:pt x="f38" y="f249"/>
                </a:cubicBezTo>
                <a:cubicBezTo>
                  <a:pt x="f28" y="f1017"/>
                  <a:pt x="f1140" y="f926"/>
                  <a:pt x="f32" y="f1017"/>
                </a:cubicBezTo>
                <a:cubicBezTo>
                  <a:pt x="f34" y="f249"/>
                  <a:pt x="f1142" y="f1167"/>
                  <a:pt x="f1150" y="f247"/>
                </a:cubicBezTo>
                <a:cubicBezTo>
                  <a:pt x="f69" y="f1065"/>
                  <a:pt x="f1168" y="f1169"/>
                  <a:pt x="f33" y="f927"/>
                </a:cubicBezTo>
                <a:cubicBezTo>
                  <a:pt x="f424" y="f1069"/>
                  <a:pt x="f414" y="f1000"/>
                  <a:pt x="f27" y="f224"/>
                </a:cubicBezTo>
                <a:cubicBezTo>
                  <a:pt x="f407" y="f809"/>
                  <a:pt x="f1170" y="f810"/>
                  <a:pt x="f406" y="f222"/>
                </a:cubicBezTo>
                <a:cubicBezTo>
                  <a:pt x="f1171" y="f1074"/>
                  <a:pt x="f23" y="f819"/>
                  <a:pt x="f1172" y="f817"/>
                </a:cubicBezTo>
                <a:cubicBezTo>
                  <a:pt x="f1173" y="f1174"/>
                  <a:pt x="f74" y="f1175"/>
                  <a:pt x="f17" y="f994"/>
                </a:cubicBezTo>
                <a:cubicBezTo>
                  <a:pt x="f1176" y="f1169"/>
                  <a:pt x="f1177" y="f988"/>
                  <a:pt x="f1178" y="f244"/>
                </a:cubicBezTo>
                <a:cubicBezTo>
                  <a:pt x="f407" y="f1179"/>
                  <a:pt x="f27" y="f245"/>
                  <a:pt x="f1177" y="f1163"/>
                </a:cubicBezTo>
                <a:cubicBezTo>
                  <a:pt x="f1180" y="f926"/>
                  <a:pt x="f409" y="f1167"/>
                  <a:pt x="f411" y="f249"/>
                </a:cubicBezTo>
                <a:cubicBezTo>
                  <a:pt x="f411" y="f249"/>
                  <a:pt x="f1181" y="f853"/>
                  <a:pt x="f1181" y="f1164"/>
                </a:cubicBezTo>
                <a:cubicBezTo>
                  <a:pt x="f1180" y="f853"/>
                  <a:pt x="f27" y="f249"/>
                  <a:pt x="f1178" y="f1167"/>
                </a:cubicBezTo>
                <a:cubicBezTo>
                  <a:pt x="f25" y="f1015"/>
                  <a:pt x="f406" y="f1064"/>
                  <a:pt x="f1182" y="f244"/>
                </a:cubicBezTo>
                <a:cubicBezTo>
                  <a:pt x="f1183" y="f1184"/>
                  <a:pt x="f1185" y="f991"/>
                  <a:pt x="f89" y="f243"/>
                </a:cubicBezTo>
                <a:cubicBezTo>
                  <a:pt x="f91" y="f990"/>
                  <a:pt x="f76" y="f1169"/>
                  <a:pt x="f9" y="f237"/>
                </a:cubicBezTo>
                <a:cubicBezTo>
                  <a:pt x="f13" y="f1078"/>
                  <a:pt x="f102" y="f982"/>
                  <a:pt x="f392" y="f996"/>
                </a:cubicBezTo>
                <a:cubicBezTo>
                  <a:pt x="f1186" y="f1160"/>
                  <a:pt x="f1187" y="f981"/>
                  <a:pt x="f1188" y="f1069"/>
                </a:cubicBezTo>
                <a:cubicBezTo>
                  <a:pt x="f1189" y="f1069"/>
                  <a:pt x="f160" y="f1174"/>
                  <a:pt x="f1190" y="f1000"/>
                </a:cubicBezTo>
                <a:cubicBezTo>
                  <a:pt x="f1190" y="f1191"/>
                  <a:pt x="f139" y="f226"/>
                  <a:pt x="f158" y="f819"/>
                </a:cubicBezTo>
                <a:cubicBezTo>
                  <a:pt x="f141" y="f1074"/>
                  <a:pt x="f144" y="f810"/>
                  <a:pt x="f1192" y="f75"/>
                </a:cubicBezTo>
                <a:cubicBezTo>
                  <a:pt x="f358" y="f1193"/>
                  <a:pt x="f354" y="f73"/>
                  <a:pt x="f356" y="f68"/>
                </a:cubicBezTo>
                <a:cubicBezTo>
                  <a:pt x="f358" y="f1194"/>
                  <a:pt x="f356" y="f802"/>
                  <a:pt x="f356" y="f64"/>
                </a:cubicBezTo>
                <a:cubicBezTo>
                  <a:pt x="f354" y="f213"/>
                  <a:pt x="f354" y="f1082"/>
                  <a:pt x="f168" y="f968"/>
                </a:cubicBezTo>
                <a:cubicBezTo>
                  <a:pt x="f352" y="f794"/>
                  <a:pt x="f1195" y="f60"/>
                  <a:pt x="f1196" y="f209"/>
                </a:cubicBezTo>
                <a:cubicBezTo>
                  <a:pt x="f344" y="f1083"/>
                  <a:pt x="f1197" y="f59"/>
                  <a:pt x="f1197" y="f779"/>
                </a:cubicBezTo>
                <a:cubicBezTo>
                  <a:pt x="f1197" y="f961"/>
                  <a:pt x="f1198" y="f960"/>
                  <a:pt x="f174" y="f83"/>
                </a:cubicBezTo>
                <a:cubicBezTo>
                  <a:pt x="f1199" y="f774"/>
                  <a:pt x="f331" y="f770"/>
                  <a:pt x="f341" y="f188"/>
                </a:cubicBezTo>
                <a:cubicBezTo>
                  <a:pt x="f352" y="f948"/>
                  <a:pt x="f354" y="f167"/>
                  <a:pt x="f338" y="f758"/>
                </a:cubicBezTo>
                <a:cubicBezTo>
                  <a:pt x="f349" y="f749"/>
                  <a:pt x="f340" y="f531"/>
                  <a:pt x="f358" y="f1200"/>
                </a:cubicBezTo>
                <a:cubicBezTo>
                  <a:pt x="f1201" y="f561"/>
                  <a:pt x="f1201" y="f727"/>
                  <a:pt x="f1192" y="f586"/>
                </a:cubicBezTo>
                <a:cubicBezTo>
                  <a:pt x="f1192" y="f1202"/>
                  <a:pt x="f166" y="f719"/>
                  <a:pt x="f356" y="f633"/>
                </a:cubicBezTo>
                <a:cubicBezTo>
                  <a:pt x="f168" y="f1145"/>
                  <a:pt x="f170" y="f599"/>
                  <a:pt x="f1195" y="f637"/>
                </a:cubicBezTo>
                <a:cubicBezTo>
                  <a:pt x="f1195" y="f1162"/>
                  <a:pt x="f168" y="f1112"/>
                  <a:pt x="f358" y="f645"/>
                </a:cubicBezTo>
                <a:cubicBezTo>
                  <a:pt x="f166" y="f637"/>
                  <a:pt x="f1203" y="f1139"/>
                  <a:pt x="f152" y="f599"/>
                </a:cubicBezTo>
                <a:cubicBezTo>
                  <a:pt x="f1190" y="f636"/>
                  <a:pt x="f135" y="f633"/>
                  <a:pt x="f1204" y="f593"/>
                </a:cubicBezTo>
                <a:cubicBezTo>
                  <a:pt x="f378" y="f588"/>
                  <a:pt x="f1205" y="f579"/>
                  <a:pt x="f1206" y="f630"/>
                </a:cubicBezTo>
                <a:cubicBezTo>
                  <a:pt x="f1207" y="f1147"/>
                  <a:pt x="f1208" y="f496"/>
                  <a:pt x="f3" y="f628"/>
                </a:cubicBezTo>
                <a:cubicBezTo>
                  <a:pt x="f1209" y="f1157"/>
                  <a:pt x="f138" y="f1157"/>
                  <a:pt x="f160" y="f1147"/>
                </a:cubicBezTo>
                <a:cubicBezTo>
                  <a:pt x="f158" y="f559"/>
                  <a:pt x="f1210" y="f738"/>
                  <a:pt x="f128" y="f125"/>
                </a:cubicBezTo>
                <a:cubicBezTo>
                  <a:pt x="f126" y="f125"/>
                  <a:pt x="f1211" y="f50"/>
                  <a:pt x="f1212" y="f508"/>
                </a:cubicBezTo>
                <a:cubicBezTo>
                  <a:pt x="f122" y="f507"/>
                  <a:pt x="f380" y="f516"/>
                  <a:pt x="f1213" y="f566"/>
                </a:cubicBezTo>
                <a:cubicBezTo>
                  <a:pt x="f390" y="f625"/>
                  <a:pt x="f1214" y="f628"/>
                  <a:pt x="f1215" y="f577"/>
                </a:cubicBezTo>
                <a:cubicBezTo>
                  <a:pt x="f102" y="f634"/>
                  <a:pt x="f11" y="f637"/>
                  <a:pt x="f76" y="f667"/>
                </a:cubicBezTo>
                <a:cubicBezTo>
                  <a:pt x="f1216" y="f459"/>
                  <a:pt x="f23" y="f459"/>
                  <a:pt x="f1173" y="f669"/>
                </a:cubicBezTo>
                <a:cubicBezTo>
                  <a:pt x="f17" y="f459"/>
                  <a:pt x="f428" y="f466"/>
                  <a:pt x="f27" y="f58"/>
                </a:cubicBezTo>
                <a:cubicBezTo>
                  <a:pt x="f27" y="f450"/>
                  <a:pt x="f407" y="f2"/>
                  <a:pt x="f74" y="f1130"/>
                </a:cubicBezTo>
                <a:cubicBezTo>
                  <a:pt x="f1204" y="f1217"/>
                  <a:pt x="f326" y="f436"/>
                  <a:pt x="f293" y="f74"/>
                </a:cubicBezTo>
                <a:cubicBezTo>
                  <a:pt x="f214" y="f429"/>
                  <a:pt x="f287" y="f1218"/>
                  <a:pt x="f261" y="f23"/>
                </a:cubicBezTo>
                <a:cubicBezTo>
                  <a:pt x="f267" y="f87"/>
                  <a:pt x="f275" y="f1183"/>
                  <a:pt x="f6" y="f1185"/>
                </a:cubicBezTo>
                <a:cubicBezTo>
                  <a:pt x="f6" y="f1219"/>
                  <a:pt x="f6" y="f76"/>
                  <a:pt x="f6" y="f9"/>
                </a:cubicBezTo>
                <a:close/>
                <a:moveTo>
                  <a:pt x="f621" y="f502"/>
                </a:moveTo>
                <a:cubicBezTo>
                  <a:pt x="f1220" y="f747"/>
                  <a:pt x="f591" y="f548"/>
                  <a:pt x="f602" y="f755"/>
                </a:cubicBezTo>
                <a:cubicBezTo>
                  <a:pt x="f1221" y="f94"/>
                  <a:pt x="f939" y="f54"/>
                  <a:pt x="f1222" y="f167"/>
                </a:cubicBezTo>
                <a:cubicBezTo>
                  <a:pt x="f1223" y="f1091"/>
                  <a:pt x="f657" y="f165"/>
                  <a:pt x="f1224" y="f155"/>
                </a:cubicBezTo>
                <a:cubicBezTo>
                  <a:pt x="f934" y="f99"/>
                  <a:pt x="f1225" y="f105"/>
                  <a:pt x="f1226" y="f542"/>
                </a:cubicBezTo>
                <a:cubicBezTo>
                  <a:pt x="f1226" y="f542"/>
                  <a:pt x="f664" y="f1107"/>
                  <a:pt x="f664" y="f1107"/>
                </a:cubicBezTo>
                <a:cubicBezTo>
                  <a:pt x="f1227" y="f1107"/>
                  <a:pt x="f661" y="f548"/>
                  <a:pt x="f934" y="f1107"/>
                </a:cubicBezTo>
                <a:cubicBezTo>
                  <a:pt x="f659" y="f148"/>
                  <a:pt x="f1228" y="f546"/>
                  <a:pt x="f654" y="f119"/>
                </a:cubicBezTo>
                <a:cubicBezTo>
                  <a:pt x="f649" y="f746"/>
                  <a:pt x="f644" y="f554"/>
                  <a:pt x="f640" y="f1108"/>
                </a:cubicBezTo>
                <a:cubicBezTo>
                  <a:pt x="f629" y="f1108"/>
                  <a:pt x="f623" y="f131"/>
                  <a:pt x="f627" y="f529"/>
                </a:cubicBezTo>
                <a:cubicBezTo>
                  <a:pt x="f631" y="f1097"/>
                  <a:pt x="f617" y="f140"/>
                  <a:pt x="f621" y="f502"/>
                </a:cubicBezTo>
                <a:close/>
                <a:moveTo>
                  <a:pt x="f929" y="f1218"/>
                </a:moveTo>
                <a:cubicBezTo>
                  <a:pt x="f1003" y="f1170"/>
                  <a:pt x="f1229" y="f407"/>
                  <a:pt x="f1159" y="f409"/>
                </a:cubicBezTo>
                <a:cubicBezTo>
                  <a:pt x="f222" y="f1132"/>
                  <a:pt x="f1193" y="f1134"/>
                  <a:pt x="f72" y="f1142"/>
                </a:cubicBezTo>
                <a:cubicBezTo>
                  <a:pt x="f70" y="f1140"/>
                  <a:pt x="f803" y="f40"/>
                  <a:pt x="f66" y="f2"/>
                </a:cubicBezTo>
                <a:cubicBezTo>
                  <a:pt x="f930" y="f53"/>
                  <a:pt x="f930" y="f46"/>
                  <a:pt x="f68" y="f56"/>
                </a:cubicBezTo>
                <a:cubicBezTo>
                  <a:pt x="f811" y="f452"/>
                  <a:pt x="f224" y="f454"/>
                  <a:pt x="f1000" y="f709"/>
                </a:cubicBezTo>
                <a:cubicBezTo>
                  <a:pt x="f1000" y="f452"/>
                  <a:pt x="f1000" y="f56"/>
                  <a:pt x="f817" y="f46"/>
                </a:cubicBezTo>
                <a:cubicBezTo>
                  <a:pt x="f818" y="f38"/>
                  <a:pt x="f226" y="f446"/>
                  <a:pt x="f1230" y="f438"/>
                </a:cubicBezTo>
                <a:cubicBezTo>
                  <a:pt x="f228" y="f418"/>
                  <a:pt x="f1230" y="f407"/>
                  <a:pt x="f929" y="f1218"/>
                </a:cubicBezTo>
                <a:close/>
                <a:moveTo>
                  <a:pt x="f845" y="f767"/>
                </a:moveTo>
                <a:cubicBezTo>
                  <a:pt x="f845" y="f951"/>
                  <a:pt x="f845" y="f949"/>
                  <a:pt x="f845" y="f161"/>
                </a:cubicBezTo>
                <a:cubicBezTo>
                  <a:pt x="f1231" y="f1126"/>
                  <a:pt x="f681" y="f1126"/>
                  <a:pt x="f680" y="f92"/>
                </a:cubicBezTo>
                <a:cubicBezTo>
                  <a:pt x="f680" y="f171"/>
                  <a:pt x="f680" y="f99"/>
                  <a:pt x="f679" y="f1128"/>
                </a:cubicBezTo>
                <a:cubicBezTo>
                  <a:pt x="f1232" y="f154"/>
                  <a:pt x="f677" y="f106"/>
                  <a:pt x="f850" y="f147"/>
                </a:cubicBezTo>
                <a:cubicBezTo>
                  <a:pt x="f1226" y="f154"/>
                  <a:pt x="f1225" y="f95"/>
                  <a:pt x="f1233" y="f1092"/>
                </a:cubicBezTo>
                <a:cubicBezTo>
                  <a:pt x="f660" y="f165"/>
                  <a:pt x="f1234" y="f159"/>
                  <a:pt x="f663" y="f86"/>
                </a:cubicBezTo>
                <a:cubicBezTo>
                  <a:pt x="f670" y="f161"/>
                  <a:pt x="f1235" y="f949"/>
                  <a:pt x="f845" y="f767"/>
                </a:cubicBezTo>
                <a:close/>
                <a:moveTo>
                  <a:pt x="f1236" y="f1146"/>
                </a:moveTo>
                <a:cubicBezTo>
                  <a:pt x="f957" y="f1107"/>
                  <a:pt x="f1237" y="f150"/>
                  <a:pt x="f975" y="f103"/>
                </a:cubicBezTo>
                <a:cubicBezTo>
                  <a:pt x="f537" y="f749"/>
                  <a:pt x="f958" y="f117"/>
                  <a:pt x="f1238" y="f121"/>
                </a:cubicBezTo>
                <a:cubicBezTo>
                  <a:pt x="f1239" y="f117"/>
                  <a:pt x="f1240" y="f538"/>
                  <a:pt x="f1236" y="f1146"/>
                </a:cubicBezTo>
                <a:close/>
                <a:moveTo>
                  <a:pt x="f820" y="f835"/>
                </a:moveTo>
                <a:cubicBezTo>
                  <a:pt x="f705" y="f835"/>
                  <a:pt x="f706" y="f781"/>
                  <a:pt x="f706" y="f781"/>
                </a:cubicBezTo>
                <a:cubicBezTo>
                  <a:pt x="f1241" y="f1123"/>
                  <a:pt x="f707" y="f197"/>
                  <a:pt x="f708" y="f82"/>
                </a:cubicBezTo>
                <a:cubicBezTo>
                  <a:pt x="f710" y="f837"/>
                  <a:pt x="f711" y="f841"/>
                  <a:pt x="f1242" y="f55"/>
                </a:cubicBezTo>
                <a:cubicBezTo>
                  <a:pt x="f708" y="f956"/>
                  <a:pt x="f705" y="f956"/>
                  <a:pt x="f704" y="f770"/>
                </a:cubicBezTo>
                <a:cubicBezTo>
                  <a:pt x="f704" y="f837"/>
                  <a:pt x="f825" y="f844"/>
                  <a:pt x="f1243" y="f841"/>
                </a:cubicBezTo>
                <a:cubicBezTo>
                  <a:pt x="f829" y="f1123"/>
                  <a:pt x="f1244" y="f197"/>
                  <a:pt x="f820" y="f835"/>
                </a:cubicBezTo>
                <a:close/>
                <a:moveTo>
                  <a:pt x="f708" y="f734"/>
                </a:moveTo>
                <a:cubicBezTo>
                  <a:pt x="f1245" y="f561"/>
                  <a:pt x="f823" y="f559"/>
                  <a:pt x="f702" y="f559"/>
                </a:cubicBezTo>
                <a:cubicBezTo>
                  <a:pt x="f829" y="f559"/>
                  <a:pt x="f700" y="f734"/>
                  <a:pt x="f1246" y="f563"/>
                </a:cubicBezTo>
                <a:cubicBezTo>
                  <a:pt x="f1246" y="f566"/>
                  <a:pt x="f1246" y="f498"/>
                  <a:pt x="f1246" y="f513"/>
                </a:cubicBezTo>
                <a:cubicBezTo>
                  <a:pt x="f1243" y="f498"/>
                  <a:pt x="f703" y="f566"/>
                  <a:pt x="f708" y="f734"/>
                </a:cubicBezTo>
                <a:close/>
                <a:moveTo>
                  <a:pt x="f758" y="f125"/>
                </a:moveTo>
                <a:cubicBezTo>
                  <a:pt x="f95" y="f136"/>
                  <a:pt x="f54" y="f136"/>
                  <a:pt x="f178" y="f511"/>
                </a:cubicBezTo>
                <a:cubicBezTo>
                  <a:pt x="f54" y="f508"/>
                  <a:pt x="f99" y="f50"/>
                  <a:pt x="f758" y="f125"/>
                </a:cubicBezTo>
                <a:close/>
              </a:path>
            </a:pathLst>
          </a:custGeom>
          <a:solidFill>
            <a:srgbClr val="A72424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4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grpSp>
        <p:nvGrpSpPr>
          <p:cNvPr id="8" name="Grupo 6">
            <a:extLst>
              <a:ext uri="{FF2B5EF4-FFF2-40B4-BE49-F238E27FC236}">
                <a16:creationId xmlns:a16="http://schemas.microsoft.com/office/drawing/2014/main" id="{6C1A92BB-36E5-C7CE-FF99-D0C16F62FEED}"/>
              </a:ext>
            </a:extLst>
          </p:cNvPr>
          <p:cNvGrpSpPr/>
          <p:nvPr/>
        </p:nvGrpSpPr>
        <p:grpSpPr>
          <a:xfrm>
            <a:off x="107515" y="4376638"/>
            <a:ext cx="520475" cy="722018"/>
            <a:chOff x="107515" y="4376638"/>
            <a:chExt cx="520475" cy="722018"/>
          </a:xfrm>
        </p:grpSpPr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771DDC3A-16C3-CE2C-F9EC-B0D240F9F3B6}"/>
                </a:ext>
              </a:extLst>
            </p:cNvPr>
            <p:cNvSpPr/>
            <p:nvPr/>
          </p:nvSpPr>
          <p:spPr>
            <a:xfrm>
              <a:off x="334816" y="4452295"/>
              <a:ext cx="293174" cy="646361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1"/>
                <a:gd name="f7" fmla="val 334"/>
                <a:gd name="f8" fmla="val 150"/>
                <a:gd name="f9" fmla="val 7"/>
                <a:gd name="f10" fmla="val 13"/>
                <a:gd name="f11" fmla="val 19"/>
                <a:gd name="f12" fmla="val 40"/>
                <a:gd name="f13" fmla="val 62"/>
                <a:gd name="f14" fmla="val 149"/>
                <a:gd name="f15" fmla="val 84"/>
                <a:gd name="f16" fmla="val 148"/>
                <a:gd name="f17" fmla="val 104"/>
                <a:gd name="f18" fmla="val 140"/>
                <a:gd name="f19" fmla="val 123"/>
                <a:gd name="f20" fmla="val 124"/>
                <a:gd name="f21" fmla="val 138"/>
                <a:gd name="f22" fmla="val 117"/>
                <a:gd name="f23" fmla="val 144"/>
                <a:gd name="f24" fmla="val 110"/>
                <a:gd name="f25" fmla="val 158"/>
                <a:gd name="f26" fmla="val 94"/>
                <a:gd name="f27" fmla="val 167"/>
                <a:gd name="f28" fmla="val 88"/>
                <a:gd name="f29" fmla="val 179"/>
                <a:gd name="f30" fmla="val 193"/>
                <a:gd name="f31" fmla="val 86"/>
                <a:gd name="f32" fmla="val 232"/>
                <a:gd name="f33" fmla="val 271"/>
                <a:gd name="f34" fmla="val 82"/>
                <a:gd name="f35" fmla="val 310"/>
                <a:gd name="f36" fmla="val 312"/>
                <a:gd name="f37" fmla="val 313"/>
                <a:gd name="f38" fmla="val 315"/>
                <a:gd name="f39" fmla="val 105"/>
                <a:gd name="f40" fmla="val 319"/>
                <a:gd name="f41" fmla="val 127"/>
                <a:gd name="f42" fmla="val 322"/>
                <a:gd name="f43" fmla="val 326"/>
                <a:gd name="f44" fmla="val 141"/>
                <a:gd name="f45" fmla="val 333"/>
                <a:gd name="f46" fmla="val 22"/>
                <a:gd name="f47" fmla="val 327"/>
                <a:gd name="f48" fmla="val 3"/>
                <a:gd name="f49" fmla="val 4"/>
                <a:gd name="f50" fmla="val 6"/>
                <a:gd name="f51" fmla="val 325"/>
                <a:gd name="f52" fmla="val 25"/>
                <a:gd name="f53" fmla="val 45"/>
                <a:gd name="f54" fmla="val 64"/>
                <a:gd name="f55" fmla="val 316"/>
                <a:gd name="f56" fmla="val 66"/>
                <a:gd name="f57" fmla="val 70"/>
                <a:gd name="f58" fmla="val 311"/>
                <a:gd name="f59" fmla="val 68"/>
                <a:gd name="f60" fmla="val 231"/>
                <a:gd name="f61" fmla="val 190"/>
                <a:gd name="f62" fmla="val 63"/>
                <a:gd name="f63" fmla="val 175"/>
                <a:gd name="f64" fmla="val 54"/>
                <a:gd name="f65" fmla="val 163"/>
                <a:gd name="f66" fmla="val 43"/>
                <a:gd name="f67" fmla="val 153"/>
                <a:gd name="f68" fmla="val 35"/>
                <a:gd name="f69" fmla="val 145"/>
                <a:gd name="f70" fmla="val 27"/>
                <a:gd name="f71" fmla="val 137"/>
                <a:gd name="f72" fmla="val 20"/>
                <a:gd name="f73" fmla="val 129"/>
                <a:gd name="f74" fmla="val 8"/>
                <a:gd name="f75" fmla="val 115"/>
                <a:gd name="f76" fmla="val 97"/>
                <a:gd name="f77" fmla="val 79"/>
                <a:gd name="f78" fmla="val 2"/>
                <a:gd name="f79" fmla="val 30"/>
                <a:gd name="f80" fmla="val 1"/>
                <a:gd name="f81" fmla="val 53"/>
                <a:gd name="f82" fmla="val 100"/>
                <a:gd name="f83" fmla="val 146"/>
                <a:gd name="f84" fmla="val 147"/>
                <a:gd name="f85" fmla="val 125"/>
                <a:gd name="f86" fmla="val 52"/>
                <a:gd name="f87" fmla="val 103"/>
                <a:gd name="f88" fmla="val 116"/>
                <a:gd name="f89" fmla="val 120"/>
                <a:gd name="f90" fmla="val 101"/>
                <a:gd name="f91" fmla="val 132"/>
                <a:gd name="f92" fmla="val 85"/>
                <a:gd name="f93" fmla="val 142"/>
                <a:gd name="f94" fmla="val 90"/>
                <a:gd name="f95" fmla="val 126"/>
                <a:gd name="f96" fmla="val 113"/>
                <a:gd name="f97" fmla="val 96"/>
                <a:gd name="f98" fmla="val 143"/>
                <a:gd name="f99" fmla="val 74"/>
                <a:gd name="f100" fmla="val 98"/>
                <a:gd name="f101" fmla="val 17"/>
                <a:gd name="f102" fmla="val 26"/>
                <a:gd name="f103" fmla="val 47"/>
                <a:gd name="f104" fmla="+- 0 0 -90"/>
                <a:gd name="f105" fmla="*/ f3 1 151"/>
                <a:gd name="f106" fmla="*/ f4 1 334"/>
                <a:gd name="f107" fmla="val f5"/>
                <a:gd name="f108" fmla="val f6"/>
                <a:gd name="f109" fmla="val f7"/>
                <a:gd name="f110" fmla="*/ f104 f0 1"/>
                <a:gd name="f111" fmla="+- f109 0 f107"/>
                <a:gd name="f112" fmla="+- f108 0 f107"/>
                <a:gd name="f113" fmla="*/ f110 1 f2"/>
                <a:gd name="f114" fmla="*/ f112 1 151"/>
                <a:gd name="f115" fmla="*/ f111 1 334"/>
                <a:gd name="f116" fmla="*/ 150 f112 1"/>
                <a:gd name="f117" fmla="*/ 0 f111 1"/>
                <a:gd name="f118" fmla="*/ 19 f111 1"/>
                <a:gd name="f119" fmla="*/ 149 f112 1"/>
                <a:gd name="f120" fmla="*/ 84 f111 1"/>
                <a:gd name="f121" fmla="*/ 124 f112 1"/>
                <a:gd name="f122" fmla="*/ 138 f111 1"/>
                <a:gd name="f123" fmla="*/ 104 f112 1"/>
                <a:gd name="f124" fmla="*/ 158 f111 1"/>
                <a:gd name="f125" fmla="*/ 88 f112 1"/>
                <a:gd name="f126" fmla="*/ 193 f111 1"/>
                <a:gd name="f127" fmla="*/ 82 f112 1"/>
                <a:gd name="f128" fmla="*/ 310 f111 1"/>
                <a:gd name="f129" fmla="*/ 315 f111 1"/>
                <a:gd name="f130" fmla="*/ 151 f112 1"/>
                <a:gd name="f131" fmla="*/ 326 f111 1"/>
                <a:gd name="f132" fmla="*/ 0 f112 1"/>
                <a:gd name="f133" fmla="*/ 327 f111 1"/>
                <a:gd name="f134" fmla="*/ 6 f112 1"/>
                <a:gd name="f135" fmla="*/ 325 f111 1"/>
                <a:gd name="f136" fmla="*/ 64 f112 1"/>
                <a:gd name="f137" fmla="*/ 316 f111 1"/>
                <a:gd name="f138" fmla="*/ 70 f112 1"/>
                <a:gd name="f139" fmla="*/ 311 f111 1"/>
                <a:gd name="f140" fmla="*/ 190 f111 1"/>
                <a:gd name="f141" fmla="*/ 43 f112 1"/>
                <a:gd name="f142" fmla="*/ 153 f111 1"/>
                <a:gd name="f143" fmla="*/ 20 f112 1"/>
                <a:gd name="f144" fmla="*/ 129 f111 1"/>
                <a:gd name="f145" fmla="*/ 3 f112 1"/>
                <a:gd name="f146" fmla="*/ 79 f111 1"/>
                <a:gd name="f147" fmla="*/ 1 f112 1"/>
                <a:gd name="f148" fmla="*/ 6 f111 1"/>
                <a:gd name="f149" fmla="*/ 7 f112 1"/>
                <a:gd name="f150" fmla="*/ 146 f112 1"/>
                <a:gd name="f151" fmla="*/ 125 f112 1"/>
                <a:gd name="f152" fmla="*/ 35 f111 1"/>
                <a:gd name="f153" fmla="*/ 101 f112 1"/>
                <a:gd name="f154" fmla="*/ 132 f111 1"/>
                <a:gd name="f155" fmla="*/ 79 f112 1"/>
                <a:gd name="f156" fmla="*/ 146 f111 1"/>
                <a:gd name="f157" fmla="*/ 115 f112 1"/>
                <a:gd name="f158" fmla="*/ 137 f111 1"/>
                <a:gd name="f159" fmla="*/ 141 f112 1"/>
                <a:gd name="f160" fmla="*/ 96 f111 1"/>
                <a:gd name="f161" fmla="*/ 144 f112 1"/>
                <a:gd name="f162" fmla="*/ 63 f111 1"/>
                <a:gd name="f163" fmla="*/ 8 f111 1"/>
                <a:gd name="f164" fmla="*/ 8 f112 1"/>
                <a:gd name="f165" fmla="+- f113 0 f1"/>
                <a:gd name="f166" fmla="*/ f116 1 151"/>
                <a:gd name="f167" fmla="*/ f117 1 334"/>
                <a:gd name="f168" fmla="*/ f118 1 334"/>
                <a:gd name="f169" fmla="*/ f119 1 151"/>
                <a:gd name="f170" fmla="*/ f120 1 334"/>
                <a:gd name="f171" fmla="*/ f121 1 151"/>
                <a:gd name="f172" fmla="*/ f122 1 334"/>
                <a:gd name="f173" fmla="*/ f123 1 151"/>
                <a:gd name="f174" fmla="*/ f124 1 334"/>
                <a:gd name="f175" fmla="*/ f125 1 151"/>
                <a:gd name="f176" fmla="*/ f126 1 334"/>
                <a:gd name="f177" fmla="*/ f127 1 151"/>
                <a:gd name="f178" fmla="*/ f128 1 334"/>
                <a:gd name="f179" fmla="*/ f129 1 334"/>
                <a:gd name="f180" fmla="*/ f130 1 151"/>
                <a:gd name="f181" fmla="*/ f131 1 334"/>
                <a:gd name="f182" fmla="*/ f132 1 151"/>
                <a:gd name="f183" fmla="*/ f133 1 334"/>
                <a:gd name="f184" fmla="*/ f134 1 151"/>
                <a:gd name="f185" fmla="*/ f135 1 334"/>
                <a:gd name="f186" fmla="*/ f136 1 151"/>
                <a:gd name="f187" fmla="*/ f137 1 334"/>
                <a:gd name="f188" fmla="*/ f138 1 151"/>
                <a:gd name="f189" fmla="*/ f139 1 334"/>
                <a:gd name="f190" fmla="*/ f140 1 334"/>
                <a:gd name="f191" fmla="*/ f141 1 151"/>
                <a:gd name="f192" fmla="*/ f142 1 334"/>
                <a:gd name="f193" fmla="*/ f143 1 151"/>
                <a:gd name="f194" fmla="*/ f144 1 334"/>
                <a:gd name="f195" fmla="*/ f145 1 151"/>
                <a:gd name="f196" fmla="*/ f146 1 334"/>
                <a:gd name="f197" fmla="*/ f147 1 151"/>
                <a:gd name="f198" fmla="*/ f148 1 334"/>
                <a:gd name="f199" fmla="*/ f149 1 151"/>
                <a:gd name="f200" fmla="*/ f150 1 151"/>
                <a:gd name="f201" fmla="*/ f151 1 151"/>
                <a:gd name="f202" fmla="*/ f152 1 334"/>
                <a:gd name="f203" fmla="*/ f153 1 151"/>
                <a:gd name="f204" fmla="*/ f154 1 334"/>
                <a:gd name="f205" fmla="*/ f155 1 151"/>
                <a:gd name="f206" fmla="*/ f156 1 334"/>
                <a:gd name="f207" fmla="*/ f157 1 151"/>
                <a:gd name="f208" fmla="*/ f158 1 334"/>
                <a:gd name="f209" fmla="*/ f159 1 151"/>
                <a:gd name="f210" fmla="*/ f160 1 334"/>
                <a:gd name="f211" fmla="*/ f161 1 151"/>
                <a:gd name="f212" fmla="*/ f162 1 334"/>
                <a:gd name="f213" fmla="*/ f163 1 334"/>
                <a:gd name="f214" fmla="*/ f164 1 151"/>
                <a:gd name="f215" fmla="*/ 0 1 f114"/>
                <a:gd name="f216" fmla="*/ f108 1 f114"/>
                <a:gd name="f217" fmla="*/ 0 1 f115"/>
                <a:gd name="f218" fmla="*/ f109 1 f115"/>
                <a:gd name="f219" fmla="*/ f166 1 f114"/>
                <a:gd name="f220" fmla="*/ f167 1 f115"/>
                <a:gd name="f221" fmla="*/ f168 1 f115"/>
                <a:gd name="f222" fmla="*/ f169 1 f114"/>
                <a:gd name="f223" fmla="*/ f170 1 f115"/>
                <a:gd name="f224" fmla="*/ f171 1 f114"/>
                <a:gd name="f225" fmla="*/ f172 1 f115"/>
                <a:gd name="f226" fmla="*/ f173 1 f114"/>
                <a:gd name="f227" fmla="*/ f174 1 f115"/>
                <a:gd name="f228" fmla="*/ f175 1 f114"/>
                <a:gd name="f229" fmla="*/ f176 1 f115"/>
                <a:gd name="f230" fmla="*/ f177 1 f114"/>
                <a:gd name="f231" fmla="*/ f178 1 f115"/>
                <a:gd name="f232" fmla="*/ f179 1 f115"/>
                <a:gd name="f233" fmla="*/ f180 1 f114"/>
                <a:gd name="f234" fmla="*/ f181 1 f115"/>
                <a:gd name="f235" fmla="*/ f182 1 f114"/>
                <a:gd name="f236" fmla="*/ f183 1 f115"/>
                <a:gd name="f237" fmla="*/ f184 1 f114"/>
                <a:gd name="f238" fmla="*/ f185 1 f115"/>
                <a:gd name="f239" fmla="*/ f186 1 f114"/>
                <a:gd name="f240" fmla="*/ f187 1 f115"/>
                <a:gd name="f241" fmla="*/ f188 1 f114"/>
                <a:gd name="f242" fmla="*/ f189 1 f115"/>
                <a:gd name="f243" fmla="*/ f190 1 f115"/>
                <a:gd name="f244" fmla="*/ f191 1 f114"/>
                <a:gd name="f245" fmla="*/ f192 1 f115"/>
                <a:gd name="f246" fmla="*/ f193 1 f114"/>
                <a:gd name="f247" fmla="*/ f194 1 f115"/>
                <a:gd name="f248" fmla="*/ f195 1 f114"/>
                <a:gd name="f249" fmla="*/ f196 1 f115"/>
                <a:gd name="f250" fmla="*/ f197 1 f114"/>
                <a:gd name="f251" fmla="*/ f198 1 f115"/>
                <a:gd name="f252" fmla="*/ f199 1 f114"/>
                <a:gd name="f253" fmla="*/ f200 1 f114"/>
                <a:gd name="f254" fmla="*/ f201 1 f114"/>
                <a:gd name="f255" fmla="*/ f202 1 f115"/>
                <a:gd name="f256" fmla="*/ f203 1 f114"/>
                <a:gd name="f257" fmla="*/ f204 1 f115"/>
                <a:gd name="f258" fmla="*/ f205 1 f114"/>
                <a:gd name="f259" fmla="*/ f206 1 f115"/>
                <a:gd name="f260" fmla="*/ f207 1 f114"/>
                <a:gd name="f261" fmla="*/ f208 1 f115"/>
                <a:gd name="f262" fmla="*/ f209 1 f114"/>
                <a:gd name="f263" fmla="*/ f210 1 f115"/>
                <a:gd name="f264" fmla="*/ f211 1 f114"/>
                <a:gd name="f265" fmla="*/ f212 1 f115"/>
                <a:gd name="f266" fmla="*/ f213 1 f115"/>
                <a:gd name="f267" fmla="*/ f214 1 f114"/>
                <a:gd name="f268" fmla="*/ f215 f105 1"/>
                <a:gd name="f269" fmla="*/ f216 f105 1"/>
                <a:gd name="f270" fmla="*/ f218 f106 1"/>
                <a:gd name="f271" fmla="*/ f217 f106 1"/>
                <a:gd name="f272" fmla="*/ f219 f105 1"/>
                <a:gd name="f273" fmla="*/ f220 f106 1"/>
                <a:gd name="f274" fmla="*/ f221 f106 1"/>
                <a:gd name="f275" fmla="*/ f222 f105 1"/>
                <a:gd name="f276" fmla="*/ f223 f106 1"/>
                <a:gd name="f277" fmla="*/ f224 f105 1"/>
                <a:gd name="f278" fmla="*/ f225 f106 1"/>
                <a:gd name="f279" fmla="*/ f226 f105 1"/>
                <a:gd name="f280" fmla="*/ f227 f106 1"/>
                <a:gd name="f281" fmla="*/ f228 f105 1"/>
                <a:gd name="f282" fmla="*/ f229 f106 1"/>
                <a:gd name="f283" fmla="*/ f230 f105 1"/>
                <a:gd name="f284" fmla="*/ f231 f106 1"/>
                <a:gd name="f285" fmla="*/ f232 f106 1"/>
                <a:gd name="f286" fmla="*/ f233 f105 1"/>
                <a:gd name="f287" fmla="*/ f234 f106 1"/>
                <a:gd name="f288" fmla="*/ f235 f105 1"/>
                <a:gd name="f289" fmla="*/ f236 f106 1"/>
                <a:gd name="f290" fmla="*/ f237 f105 1"/>
                <a:gd name="f291" fmla="*/ f238 f106 1"/>
                <a:gd name="f292" fmla="*/ f239 f105 1"/>
                <a:gd name="f293" fmla="*/ f240 f106 1"/>
                <a:gd name="f294" fmla="*/ f241 f105 1"/>
                <a:gd name="f295" fmla="*/ f242 f106 1"/>
                <a:gd name="f296" fmla="*/ f243 f106 1"/>
                <a:gd name="f297" fmla="*/ f244 f105 1"/>
                <a:gd name="f298" fmla="*/ f245 f106 1"/>
                <a:gd name="f299" fmla="*/ f246 f105 1"/>
                <a:gd name="f300" fmla="*/ f247 f106 1"/>
                <a:gd name="f301" fmla="*/ f248 f105 1"/>
                <a:gd name="f302" fmla="*/ f249 f106 1"/>
                <a:gd name="f303" fmla="*/ f250 f105 1"/>
                <a:gd name="f304" fmla="*/ f251 f106 1"/>
                <a:gd name="f305" fmla="*/ f252 f105 1"/>
                <a:gd name="f306" fmla="*/ f253 f105 1"/>
                <a:gd name="f307" fmla="*/ f254 f105 1"/>
                <a:gd name="f308" fmla="*/ f255 f106 1"/>
                <a:gd name="f309" fmla="*/ f256 f105 1"/>
                <a:gd name="f310" fmla="*/ f257 f106 1"/>
                <a:gd name="f311" fmla="*/ f258 f105 1"/>
                <a:gd name="f312" fmla="*/ f259 f106 1"/>
                <a:gd name="f313" fmla="*/ f260 f105 1"/>
                <a:gd name="f314" fmla="*/ f261 f106 1"/>
                <a:gd name="f315" fmla="*/ f262 f105 1"/>
                <a:gd name="f316" fmla="*/ f263 f106 1"/>
                <a:gd name="f317" fmla="*/ f264 f105 1"/>
                <a:gd name="f318" fmla="*/ f265 f106 1"/>
                <a:gd name="f319" fmla="*/ f266 f106 1"/>
                <a:gd name="f320" fmla="*/ f267 f10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65">
                  <a:pos x="f272" y="f273"/>
                </a:cxn>
                <a:cxn ang="f165">
                  <a:pos x="f272" y="f274"/>
                </a:cxn>
                <a:cxn ang="f165">
                  <a:pos x="f275" y="f276"/>
                </a:cxn>
                <a:cxn ang="f165">
                  <a:pos x="f277" y="f278"/>
                </a:cxn>
                <a:cxn ang="f165">
                  <a:pos x="f279" y="f280"/>
                </a:cxn>
                <a:cxn ang="f165">
                  <a:pos x="f281" y="f282"/>
                </a:cxn>
                <a:cxn ang="f165">
                  <a:pos x="f283" y="f284"/>
                </a:cxn>
                <a:cxn ang="f165">
                  <a:pos x="f283" y="f285"/>
                </a:cxn>
                <a:cxn ang="f165">
                  <a:pos x="f286" y="f287"/>
                </a:cxn>
                <a:cxn ang="f165">
                  <a:pos x="f288" y="f289"/>
                </a:cxn>
                <a:cxn ang="f165">
                  <a:pos x="f290" y="f291"/>
                </a:cxn>
                <a:cxn ang="f165">
                  <a:pos x="f292" y="f293"/>
                </a:cxn>
                <a:cxn ang="f165">
                  <a:pos x="f294" y="f295"/>
                </a:cxn>
                <a:cxn ang="f165">
                  <a:pos x="f292" y="f296"/>
                </a:cxn>
                <a:cxn ang="f165">
                  <a:pos x="f297" y="f298"/>
                </a:cxn>
                <a:cxn ang="f165">
                  <a:pos x="f299" y="f300"/>
                </a:cxn>
                <a:cxn ang="f165">
                  <a:pos x="f301" y="f302"/>
                </a:cxn>
                <a:cxn ang="f165">
                  <a:pos x="f303" y="f304"/>
                </a:cxn>
                <a:cxn ang="f165">
                  <a:pos x="f305" y="f273"/>
                </a:cxn>
                <a:cxn ang="f165">
                  <a:pos x="f306" y="f273"/>
                </a:cxn>
                <a:cxn ang="f165">
                  <a:pos x="f272" y="f273"/>
                </a:cxn>
                <a:cxn ang="f165">
                  <a:pos x="f307" y="f308"/>
                </a:cxn>
                <a:cxn ang="f165">
                  <a:pos x="f277" y="f276"/>
                </a:cxn>
                <a:cxn ang="f165">
                  <a:pos x="f309" y="f310"/>
                </a:cxn>
                <a:cxn ang="f165">
                  <a:pos x="f311" y="f312"/>
                </a:cxn>
                <a:cxn ang="f165">
                  <a:pos x="f313" y="f314"/>
                </a:cxn>
                <a:cxn ang="f165">
                  <a:pos x="f315" y="f316"/>
                </a:cxn>
                <a:cxn ang="f165">
                  <a:pos x="f317" y="f318"/>
                </a:cxn>
                <a:cxn ang="f165">
                  <a:pos x="f317" y="f319"/>
                </a:cxn>
                <a:cxn ang="f165">
                  <a:pos x="f320" y="f319"/>
                </a:cxn>
                <a:cxn ang="f165">
                  <a:pos x="f320" y="f308"/>
                </a:cxn>
                <a:cxn ang="f165">
                  <a:pos x="f307" y="f308"/>
                </a:cxn>
              </a:cxnLst>
              <a:rect l="f268" t="f271" r="f269" b="f270"/>
              <a:pathLst>
                <a:path w="151" h="334">
                  <a:moveTo>
                    <a:pt x="f8" y="f5"/>
                  </a:moveTo>
                  <a:cubicBezTo>
                    <a:pt x="f8" y="f9"/>
                    <a:pt x="f8" y="f10"/>
                    <a:pt x="f8" y="f11"/>
                  </a:cubicBezTo>
                  <a:cubicBezTo>
                    <a:pt x="f8" y="f12"/>
                    <a:pt x="f8" y="f13"/>
                    <a:pt x="f14" y="f15"/>
                  </a:cubicBezTo>
                  <a:cubicBezTo>
                    <a:pt x="f16" y="f17"/>
                    <a:pt x="f18" y="f19"/>
                    <a:pt x="f20" y="f21"/>
                  </a:cubicBezTo>
                  <a:cubicBezTo>
                    <a:pt x="f22" y="f23"/>
                    <a:pt x="f24" y="f6"/>
                    <a:pt x="f17" y="f25"/>
                  </a:cubicBezTo>
                  <a:cubicBezTo>
                    <a:pt x="f26" y="f27"/>
                    <a:pt x="f28" y="f29"/>
                    <a:pt x="f28" y="f30"/>
                  </a:cubicBezTo>
                  <a:cubicBezTo>
                    <a:pt x="f31" y="f32"/>
                    <a:pt x="f15" y="f33"/>
                    <a:pt x="f34" y="f35"/>
                  </a:cubicBezTo>
                  <a:cubicBezTo>
                    <a:pt x="f34" y="f36"/>
                    <a:pt x="f34" y="f37"/>
                    <a:pt x="f34" y="f38"/>
                  </a:cubicBezTo>
                  <a:cubicBezTo>
                    <a:pt x="f39" y="f40"/>
                    <a:pt x="f41" y="f42"/>
                    <a:pt x="f6" y="f43"/>
                  </a:cubicBezTo>
                  <a:cubicBezTo>
                    <a:pt x="f44" y="f45"/>
                    <a:pt x="f46" y="f7"/>
                    <a:pt x="f5" y="f47"/>
                  </a:cubicBezTo>
                  <a:cubicBezTo>
                    <a:pt x="f48" y="f47"/>
                    <a:pt x="f49" y="f43"/>
                    <a:pt x="f50" y="f51"/>
                  </a:cubicBezTo>
                  <a:cubicBezTo>
                    <a:pt x="f52" y="f42"/>
                    <a:pt x="f53" y="f40"/>
                    <a:pt x="f54" y="f55"/>
                  </a:cubicBezTo>
                  <a:cubicBezTo>
                    <a:pt x="f56" y="f55"/>
                    <a:pt x="f57" y="f37"/>
                    <a:pt x="f57" y="f58"/>
                  </a:cubicBezTo>
                  <a:cubicBezTo>
                    <a:pt x="f59" y="f33"/>
                    <a:pt x="f56" y="f60"/>
                    <a:pt x="f54" y="f61"/>
                  </a:cubicBezTo>
                  <a:cubicBezTo>
                    <a:pt x="f62" y="f63"/>
                    <a:pt x="f64" y="f65"/>
                    <a:pt x="f66" y="f67"/>
                  </a:cubicBezTo>
                  <a:cubicBezTo>
                    <a:pt x="f68" y="f69"/>
                    <a:pt x="f70" y="f71"/>
                    <a:pt x="f72" y="f73"/>
                  </a:cubicBezTo>
                  <a:cubicBezTo>
                    <a:pt x="f74" y="f75"/>
                    <a:pt x="f48" y="f76"/>
                    <a:pt x="f48" y="f77"/>
                  </a:cubicBezTo>
                  <a:cubicBezTo>
                    <a:pt x="f78" y="f64"/>
                    <a:pt x="f78" y="f79"/>
                    <a:pt x="f80" y="f50"/>
                  </a:cubicBezTo>
                  <a:cubicBezTo>
                    <a:pt x="f80" y="f78"/>
                    <a:pt x="f78" y="f5"/>
                    <a:pt x="f9" y="f5"/>
                  </a:cubicBezTo>
                  <a:cubicBezTo>
                    <a:pt x="f81" y="f5"/>
                    <a:pt x="f82" y="f5"/>
                    <a:pt x="f83" y="f5"/>
                  </a:cubicBezTo>
                  <a:cubicBezTo>
                    <a:pt x="f84" y="f5"/>
                    <a:pt x="f16" y="f5"/>
                    <a:pt x="f8" y="f5"/>
                  </a:cubicBezTo>
                  <a:close/>
                  <a:moveTo>
                    <a:pt x="f85" y="f68"/>
                  </a:moveTo>
                  <a:cubicBezTo>
                    <a:pt x="f85" y="f86"/>
                    <a:pt x="f85" y="f59"/>
                    <a:pt x="f20" y="f15"/>
                  </a:cubicBezTo>
                  <a:cubicBezTo>
                    <a:pt x="f19" y="f87"/>
                    <a:pt x="f88" y="f89"/>
                    <a:pt x="f90" y="f91"/>
                  </a:cubicBezTo>
                  <a:cubicBezTo>
                    <a:pt x="f26" y="f21"/>
                    <a:pt x="f92" y="f93"/>
                    <a:pt x="f77" y="f83"/>
                  </a:cubicBezTo>
                  <a:cubicBezTo>
                    <a:pt x="f94" y="f83"/>
                    <a:pt x="f17" y="f83"/>
                    <a:pt x="f75" y="f71"/>
                  </a:cubicBezTo>
                  <a:cubicBezTo>
                    <a:pt x="f73" y="f95"/>
                    <a:pt x="f21" y="f96"/>
                    <a:pt x="f44" y="f97"/>
                  </a:cubicBezTo>
                  <a:cubicBezTo>
                    <a:pt x="f98" y="f92"/>
                    <a:pt x="f23" y="f99"/>
                    <a:pt x="f23" y="f62"/>
                  </a:cubicBezTo>
                  <a:cubicBezTo>
                    <a:pt x="f69" y="f53"/>
                    <a:pt x="f23" y="f70"/>
                    <a:pt x="f23" y="f74"/>
                  </a:cubicBezTo>
                  <a:cubicBezTo>
                    <a:pt x="f100" y="f74"/>
                    <a:pt x="f81" y="f74"/>
                    <a:pt x="f74" y="f74"/>
                  </a:cubicBezTo>
                  <a:cubicBezTo>
                    <a:pt x="f74" y="f101"/>
                    <a:pt x="f74" y="f102"/>
                    <a:pt x="f74" y="f68"/>
                  </a:cubicBezTo>
                  <a:cubicBezTo>
                    <a:pt x="f103" y="f68"/>
                    <a:pt x="f31" y="f68"/>
                    <a:pt x="f85" y="f68"/>
                  </a:cubicBezTo>
                  <a:close/>
                </a:path>
              </a:pathLst>
            </a:custGeom>
            <a:solidFill>
              <a:srgbClr val="A72424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s-ES" sz="1400" b="0" i="0" u="none" strike="noStrike" kern="0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CAECA44-6C14-9356-4154-7264377E4C7F}"/>
                </a:ext>
              </a:extLst>
            </p:cNvPr>
            <p:cNvSpPr/>
            <p:nvPr/>
          </p:nvSpPr>
          <p:spPr>
            <a:xfrm>
              <a:off x="107515" y="4376638"/>
              <a:ext cx="322527" cy="718105"/>
            </a:xfrm>
            <a:custGeom>
              <a:avLst/>
              <a:gdLst>
                <a:gd name="f0" fmla="val 10800000"/>
                <a:gd name="f1" fmla="val 5400000"/>
                <a:gd name="f2" fmla="val 360"/>
                <a:gd name="f3" fmla="val 180"/>
                <a:gd name="f4" fmla="val w"/>
                <a:gd name="f5" fmla="val h"/>
                <a:gd name="f6" fmla="val 0"/>
                <a:gd name="f7" fmla="val 166"/>
                <a:gd name="f8" fmla="val 371"/>
                <a:gd name="f9" fmla="val 1"/>
                <a:gd name="f10" fmla="val 56"/>
                <a:gd name="f11" fmla="val 111"/>
                <a:gd name="f12" fmla="val 8"/>
                <a:gd name="f13" fmla="val 15"/>
                <a:gd name="f14" fmla="val 23"/>
                <a:gd name="f15" fmla="val 145"/>
                <a:gd name="f16" fmla="val 125"/>
                <a:gd name="f17" fmla="val 103"/>
                <a:gd name="f18" fmla="val 34"/>
                <a:gd name="f19" fmla="val 44"/>
                <a:gd name="f20" fmla="val 55"/>
                <a:gd name="f21" fmla="val 74"/>
                <a:gd name="f22" fmla="val 45"/>
                <a:gd name="f23" fmla="val 16"/>
                <a:gd name="f24" fmla="val 75"/>
                <a:gd name="f25" fmla="val 14"/>
                <a:gd name="f26" fmla="val 94"/>
                <a:gd name="f27" fmla="val 20"/>
                <a:gd name="f28" fmla="val 113"/>
                <a:gd name="f29" fmla="val 27"/>
                <a:gd name="f30" fmla="val 134"/>
                <a:gd name="f31" fmla="val 40"/>
                <a:gd name="f32" fmla="val 152"/>
                <a:gd name="f33" fmla="val 63"/>
                <a:gd name="f34" fmla="val 156"/>
                <a:gd name="f35" fmla="val 76"/>
                <a:gd name="f36" fmla="val 158"/>
                <a:gd name="f37" fmla="val 90"/>
                <a:gd name="f38" fmla="val 106"/>
                <a:gd name="f39" fmla="val 108"/>
                <a:gd name="f40" fmla="val 155"/>
                <a:gd name="f41" fmla="val 114"/>
                <a:gd name="f42" fmla="val 160"/>
                <a:gd name="f43" fmla="val 116"/>
                <a:gd name="f44" fmla="val 165"/>
                <a:gd name="f45" fmla="val 119"/>
                <a:gd name="f46" fmla="val 171"/>
                <a:gd name="f47" fmla="val 172"/>
                <a:gd name="f48" fmla="val 101"/>
                <a:gd name="f49" fmla="val 188"/>
                <a:gd name="f50" fmla="val 96"/>
                <a:gd name="f51" fmla="val 209"/>
                <a:gd name="f52" fmla="val 95"/>
                <a:gd name="f53" fmla="val 232"/>
                <a:gd name="f54" fmla="val 271"/>
                <a:gd name="f55" fmla="val 92"/>
                <a:gd name="f56" fmla="val 310"/>
                <a:gd name="f57" fmla="val 349"/>
                <a:gd name="f58" fmla="val 350"/>
                <a:gd name="f59" fmla="val 351"/>
                <a:gd name="f60" fmla="val 352"/>
                <a:gd name="f61" fmla="val 353"/>
                <a:gd name="f62" fmla="val 99"/>
                <a:gd name="f63" fmla="val 354"/>
                <a:gd name="f64" fmla="val 104"/>
                <a:gd name="f65" fmla="val 355"/>
                <a:gd name="f66" fmla="val 102"/>
                <a:gd name="f67" fmla="val 364"/>
                <a:gd name="f68" fmla="val 100"/>
                <a:gd name="f69" fmla="val 370"/>
                <a:gd name="f70" fmla="val 67"/>
                <a:gd name="f71" fmla="val 367"/>
                <a:gd name="f72" fmla="val 366"/>
                <a:gd name="f73" fmla="val 365"/>
                <a:gd name="f74" fmla="val 26"/>
                <a:gd name="f75" fmla="val 51"/>
                <a:gd name="f76" fmla="val 356"/>
                <a:gd name="f77" fmla="val 77"/>
                <a:gd name="f78" fmla="val 333"/>
                <a:gd name="f79" fmla="val 314"/>
                <a:gd name="f80" fmla="val 295"/>
                <a:gd name="f81" fmla="val 73"/>
                <a:gd name="f82" fmla="val 72"/>
                <a:gd name="f83" fmla="val 246"/>
                <a:gd name="f84" fmla="val 71"/>
                <a:gd name="f85" fmla="val 222"/>
                <a:gd name="f86" fmla="val 204"/>
                <a:gd name="f87" fmla="val 65"/>
                <a:gd name="f88" fmla="val 52"/>
                <a:gd name="f89" fmla="val 175"/>
                <a:gd name="f90" fmla="val 168"/>
                <a:gd name="f91" fmla="val 37"/>
                <a:gd name="f92" fmla="val 161"/>
                <a:gd name="f93" fmla="val 29"/>
                <a:gd name="f94" fmla="val 154"/>
                <a:gd name="f95" fmla="val 9"/>
                <a:gd name="f96" fmla="val 135"/>
                <a:gd name="f97" fmla="val 2"/>
                <a:gd name="f98" fmla="val 85"/>
                <a:gd name="f99" fmla="val 58"/>
                <a:gd name="f100" fmla="val 31"/>
                <a:gd name="f101" fmla="val 4"/>
                <a:gd name="f102" fmla="val 3"/>
                <a:gd name="f103" fmla="+- 0 0 -90"/>
                <a:gd name="f104" fmla="*/ f4 1 166"/>
                <a:gd name="f105" fmla="*/ f5 1 371"/>
                <a:gd name="f106" fmla="val f6"/>
                <a:gd name="f107" fmla="val f7"/>
                <a:gd name="f108" fmla="val f8"/>
                <a:gd name="f109" fmla="*/ f103 f0 1"/>
                <a:gd name="f110" fmla="+- f108 0 f106"/>
                <a:gd name="f111" fmla="+- f107 0 f106"/>
                <a:gd name="f112" fmla="*/ f109 1 f3"/>
                <a:gd name="f113" fmla="*/ f111 1 166"/>
                <a:gd name="f114" fmla="*/ f110 1 371"/>
                <a:gd name="f115" fmla="*/ 1 f111 1"/>
                <a:gd name="f116" fmla="*/ 0 f110 1"/>
                <a:gd name="f117" fmla="*/ 166 f111 1"/>
                <a:gd name="f118" fmla="*/ 23 f110 1"/>
                <a:gd name="f119" fmla="*/ 103 f111 1"/>
                <a:gd name="f120" fmla="*/ 55 f110 1"/>
                <a:gd name="f121" fmla="*/ 16 f111 1"/>
                <a:gd name="f122" fmla="*/ 20 f111 1"/>
                <a:gd name="f123" fmla="*/ 113 f110 1"/>
                <a:gd name="f124" fmla="*/ 63 f111 1"/>
                <a:gd name="f125" fmla="*/ 156 f110 1"/>
                <a:gd name="f126" fmla="*/ 111 f111 1"/>
                <a:gd name="f127" fmla="*/ 155 f110 1"/>
                <a:gd name="f128" fmla="*/ 119 f111 1"/>
                <a:gd name="f129" fmla="*/ 171 f110 1"/>
                <a:gd name="f130" fmla="*/ 172 f110 1"/>
                <a:gd name="f131" fmla="*/ 95 f111 1"/>
                <a:gd name="f132" fmla="*/ 232 f110 1"/>
                <a:gd name="f133" fmla="*/ 90 f111 1"/>
                <a:gd name="f134" fmla="*/ 349 f110 1"/>
                <a:gd name="f135" fmla="*/ 352 f110 1"/>
                <a:gd name="f136" fmla="*/ 104 f111 1"/>
                <a:gd name="f137" fmla="*/ 355 f110 1"/>
                <a:gd name="f138" fmla="*/ 100 f111 1"/>
                <a:gd name="f139" fmla="*/ 370 f110 1"/>
                <a:gd name="f140" fmla="*/ 0 f111 1"/>
                <a:gd name="f141" fmla="*/ 367 f110 1"/>
                <a:gd name="f142" fmla="*/ 364 f110 1"/>
                <a:gd name="f143" fmla="*/ 77 f111 1"/>
                <a:gd name="f144" fmla="*/ 75 f111 1"/>
                <a:gd name="f145" fmla="*/ 295 f110 1"/>
                <a:gd name="f146" fmla="*/ 71 f111 1"/>
                <a:gd name="f147" fmla="*/ 222 f110 1"/>
                <a:gd name="f148" fmla="*/ 52 f111 1"/>
                <a:gd name="f149" fmla="*/ 175 f110 1"/>
                <a:gd name="f150" fmla="*/ 29 f111 1"/>
                <a:gd name="f151" fmla="*/ 154 f110 1"/>
                <a:gd name="f152" fmla="*/ 85 f110 1"/>
                <a:gd name="f153" fmla="*/ 4 f110 1"/>
                <a:gd name="f154" fmla="+- f112 0 f1"/>
                <a:gd name="f155" fmla="*/ f115 1 166"/>
                <a:gd name="f156" fmla="*/ f116 1 371"/>
                <a:gd name="f157" fmla="*/ f117 1 166"/>
                <a:gd name="f158" fmla="*/ f118 1 371"/>
                <a:gd name="f159" fmla="*/ f119 1 166"/>
                <a:gd name="f160" fmla="*/ f120 1 371"/>
                <a:gd name="f161" fmla="*/ f121 1 166"/>
                <a:gd name="f162" fmla="*/ f122 1 166"/>
                <a:gd name="f163" fmla="*/ f123 1 371"/>
                <a:gd name="f164" fmla="*/ f124 1 166"/>
                <a:gd name="f165" fmla="*/ f125 1 371"/>
                <a:gd name="f166" fmla="*/ f126 1 166"/>
                <a:gd name="f167" fmla="*/ f127 1 371"/>
                <a:gd name="f168" fmla="*/ f128 1 166"/>
                <a:gd name="f169" fmla="*/ f129 1 371"/>
                <a:gd name="f170" fmla="*/ f130 1 371"/>
                <a:gd name="f171" fmla="*/ f131 1 166"/>
                <a:gd name="f172" fmla="*/ f132 1 371"/>
                <a:gd name="f173" fmla="*/ f133 1 166"/>
                <a:gd name="f174" fmla="*/ f134 1 371"/>
                <a:gd name="f175" fmla="*/ f135 1 371"/>
                <a:gd name="f176" fmla="*/ f136 1 166"/>
                <a:gd name="f177" fmla="*/ f137 1 371"/>
                <a:gd name="f178" fmla="*/ f138 1 166"/>
                <a:gd name="f179" fmla="*/ f139 1 371"/>
                <a:gd name="f180" fmla="*/ f140 1 166"/>
                <a:gd name="f181" fmla="*/ f141 1 371"/>
                <a:gd name="f182" fmla="*/ f142 1 371"/>
                <a:gd name="f183" fmla="*/ f143 1 166"/>
                <a:gd name="f184" fmla="*/ f144 1 166"/>
                <a:gd name="f185" fmla="*/ f145 1 371"/>
                <a:gd name="f186" fmla="*/ f146 1 166"/>
                <a:gd name="f187" fmla="*/ f147 1 371"/>
                <a:gd name="f188" fmla="*/ f148 1 166"/>
                <a:gd name="f189" fmla="*/ f149 1 371"/>
                <a:gd name="f190" fmla="*/ f150 1 166"/>
                <a:gd name="f191" fmla="*/ f151 1 371"/>
                <a:gd name="f192" fmla="*/ f152 1 371"/>
                <a:gd name="f193" fmla="*/ f153 1 371"/>
                <a:gd name="f194" fmla="*/ 0 1 f113"/>
                <a:gd name="f195" fmla="*/ f107 1 f113"/>
                <a:gd name="f196" fmla="*/ 0 1 f114"/>
                <a:gd name="f197" fmla="*/ f108 1 f114"/>
                <a:gd name="f198" fmla="*/ f155 1 f113"/>
                <a:gd name="f199" fmla="*/ f156 1 f114"/>
                <a:gd name="f200" fmla="*/ f157 1 f113"/>
                <a:gd name="f201" fmla="*/ f158 1 f114"/>
                <a:gd name="f202" fmla="*/ f159 1 f113"/>
                <a:gd name="f203" fmla="*/ f160 1 f114"/>
                <a:gd name="f204" fmla="*/ f161 1 f113"/>
                <a:gd name="f205" fmla="*/ f162 1 f113"/>
                <a:gd name="f206" fmla="*/ f163 1 f114"/>
                <a:gd name="f207" fmla="*/ f164 1 f113"/>
                <a:gd name="f208" fmla="*/ f165 1 f114"/>
                <a:gd name="f209" fmla="*/ f166 1 f113"/>
                <a:gd name="f210" fmla="*/ f167 1 f114"/>
                <a:gd name="f211" fmla="*/ f168 1 f113"/>
                <a:gd name="f212" fmla="*/ f169 1 f114"/>
                <a:gd name="f213" fmla="*/ f170 1 f114"/>
                <a:gd name="f214" fmla="*/ f171 1 f113"/>
                <a:gd name="f215" fmla="*/ f172 1 f114"/>
                <a:gd name="f216" fmla="*/ f173 1 f113"/>
                <a:gd name="f217" fmla="*/ f174 1 f114"/>
                <a:gd name="f218" fmla="*/ f175 1 f114"/>
                <a:gd name="f219" fmla="*/ f176 1 f113"/>
                <a:gd name="f220" fmla="*/ f177 1 f114"/>
                <a:gd name="f221" fmla="*/ f178 1 f113"/>
                <a:gd name="f222" fmla="*/ f179 1 f114"/>
                <a:gd name="f223" fmla="*/ f180 1 f113"/>
                <a:gd name="f224" fmla="*/ f181 1 f114"/>
                <a:gd name="f225" fmla="*/ f182 1 f114"/>
                <a:gd name="f226" fmla="*/ f183 1 f113"/>
                <a:gd name="f227" fmla="*/ f184 1 f113"/>
                <a:gd name="f228" fmla="*/ f185 1 f114"/>
                <a:gd name="f229" fmla="*/ f186 1 f113"/>
                <a:gd name="f230" fmla="*/ f187 1 f114"/>
                <a:gd name="f231" fmla="*/ f188 1 f113"/>
                <a:gd name="f232" fmla="*/ f189 1 f114"/>
                <a:gd name="f233" fmla="*/ f190 1 f113"/>
                <a:gd name="f234" fmla="*/ f191 1 f114"/>
                <a:gd name="f235" fmla="*/ f192 1 f114"/>
                <a:gd name="f236" fmla="*/ f193 1 f114"/>
                <a:gd name="f237" fmla="*/ f194 f104 1"/>
                <a:gd name="f238" fmla="*/ f195 f104 1"/>
                <a:gd name="f239" fmla="*/ f197 f105 1"/>
                <a:gd name="f240" fmla="*/ f196 f105 1"/>
                <a:gd name="f241" fmla="*/ f198 f104 1"/>
                <a:gd name="f242" fmla="*/ f199 f105 1"/>
                <a:gd name="f243" fmla="*/ f200 f104 1"/>
                <a:gd name="f244" fmla="*/ f201 f105 1"/>
                <a:gd name="f245" fmla="*/ f202 f104 1"/>
                <a:gd name="f246" fmla="*/ f203 f105 1"/>
                <a:gd name="f247" fmla="*/ f204 f104 1"/>
                <a:gd name="f248" fmla="*/ f205 f104 1"/>
                <a:gd name="f249" fmla="*/ f206 f105 1"/>
                <a:gd name="f250" fmla="*/ f207 f104 1"/>
                <a:gd name="f251" fmla="*/ f208 f105 1"/>
                <a:gd name="f252" fmla="*/ f209 f104 1"/>
                <a:gd name="f253" fmla="*/ f210 f105 1"/>
                <a:gd name="f254" fmla="*/ f211 f104 1"/>
                <a:gd name="f255" fmla="*/ f212 f105 1"/>
                <a:gd name="f256" fmla="*/ f213 f105 1"/>
                <a:gd name="f257" fmla="*/ f214 f104 1"/>
                <a:gd name="f258" fmla="*/ f215 f105 1"/>
                <a:gd name="f259" fmla="*/ f216 f104 1"/>
                <a:gd name="f260" fmla="*/ f217 f105 1"/>
                <a:gd name="f261" fmla="*/ f218 f105 1"/>
                <a:gd name="f262" fmla="*/ f219 f104 1"/>
                <a:gd name="f263" fmla="*/ f220 f105 1"/>
                <a:gd name="f264" fmla="*/ f221 f104 1"/>
                <a:gd name="f265" fmla="*/ f222 f105 1"/>
                <a:gd name="f266" fmla="*/ f223 f104 1"/>
                <a:gd name="f267" fmla="*/ f224 f105 1"/>
                <a:gd name="f268" fmla="*/ f225 f105 1"/>
                <a:gd name="f269" fmla="*/ f226 f104 1"/>
                <a:gd name="f270" fmla="*/ f227 f104 1"/>
                <a:gd name="f271" fmla="*/ f228 f105 1"/>
                <a:gd name="f272" fmla="*/ f229 f104 1"/>
                <a:gd name="f273" fmla="*/ f230 f105 1"/>
                <a:gd name="f274" fmla="*/ f231 f104 1"/>
                <a:gd name="f275" fmla="*/ f232 f105 1"/>
                <a:gd name="f276" fmla="*/ f233 f104 1"/>
                <a:gd name="f277" fmla="*/ f234 f105 1"/>
                <a:gd name="f278" fmla="*/ f235 f105 1"/>
                <a:gd name="f279" fmla="*/ f236 f10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54">
                  <a:pos x="f241" y="f242"/>
                </a:cxn>
                <a:cxn ang="f154">
                  <a:pos x="f243" y="f242"/>
                </a:cxn>
                <a:cxn ang="f154">
                  <a:pos x="f243" y="f244"/>
                </a:cxn>
                <a:cxn ang="f154">
                  <a:pos x="f245" y="f244"/>
                </a:cxn>
                <a:cxn ang="f154">
                  <a:pos x="f245" y="f246"/>
                </a:cxn>
                <a:cxn ang="f154">
                  <a:pos x="f247" y="f246"/>
                </a:cxn>
                <a:cxn ang="f154">
                  <a:pos x="f248" y="f249"/>
                </a:cxn>
                <a:cxn ang="f154">
                  <a:pos x="f250" y="f251"/>
                </a:cxn>
                <a:cxn ang="f154">
                  <a:pos x="f245" y="f251"/>
                </a:cxn>
                <a:cxn ang="f154">
                  <a:pos x="f252" y="f253"/>
                </a:cxn>
                <a:cxn ang="f154">
                  <a:pos x="f254" y="f255"/>
                </a:cxn>
                <a:cxn ang="f154">
                  <a:pos x="f254" y="f256"/>
                </a:cxn>
                <a:cxn ang="f154">
                  <a:pos x="f257" y="f258"/>
                </a:cxn>
                <a:cxn ang="f154">
                  <a:pos x="f259" y="f260"/>
                </a:cxn>
                <a:cxn ang="f154">
                  <a:pos x="f259" y="f261"/>
                </a:cxn>
                <a:cxn ang="f154">
                  <a:pos x="f262" y="f263"/>
                </a:cxn>
                <a:cxn ang="f154">
                  <a:pos x="f264" y="f265"/>
                </a:cxn>
                <a:cxn ang="f154">
                  <a:pos x="f266" y="f267"/>
                </a:cxn>
                <a:cxn ang="f154">
                  <a:pos x="f266" y="f268"/>
                </a:cxn>
                <a:cxn ang="f154">
                  <a:pos x="f269" y="f261"/>
                </a:cxn>
                <a:cxn ang="f154">
                  <a:pos x="f270" y="f271"/>
                </a:cxn>
                <a:cxn ang="f154">
                  <a:pos x="f272" y="f273"/>
                </a:cxn>
                <a:cxn ang="f154">
                  <a:pos x="f274" y="f275"/>
                </a:cxn>
                <a:cxn ang="f154">
                  <a:pos x="f276" y="f277"/>
                </a:cxn>
                <a:cxn ang="f154">
                  <a:pos x="f241" y="f278"/>
                </a:cxn>
                <a:cxn ang="f154">
                  <a:pos x="f241" y="f279"/>
                </a:cxn>
                <a:cxn ang="f154">
                  <a:pos x="f241" y="f242"/>
                </a:cxn>
              </a:cxnLst>
              <a:rect l="f237" t="f240" r="f238" b="f239"/>
              <a:pathLst>
                <a:path w="166" h="371">
                  <a:moveTo>
                    <a:pt x="f9" y="f6"/>
                  </a:moveTo>
                  <a:cubicBezTo>
                    <a:pt x="f10" y="f6"/>
                    <a:pt x="f11" y="f6"/>
                    <a:pt x="f7" y="f6"/>
                  </a:cubicBezTo>
                  <a:cubicBezTo>
                    <a:pt x="f7" y="f12"/>
                    <a:pt x="f7" y="f13"/>
                    <a:pt x="f7" y="f14"/>
                  </a:cubicBezTo>
                  <a:cubicBezTo>
                    <a:pt x="f15" y="f14"/>
                    <a:pt x="f16" y="f14"/>
                    <a:pt x="f17" y="f14"/>
                  </a:cubicBezTo>
                  <a:cubicBezTo>
                    <a:pt x="f17" y="f18"/>
                    <a:pt x="f17" y="f19"/>
                    <a:pt x="f17" y="f20"/>
                  </a:cubicBezTo>
                  <a:cubicBezTo>
                    <a:pt x="f21" y="f20"/>
                    <a:pt x="f22" y="f20"/>
                    <a:pt x="f23" y="f20"/>
                  </a:cubicBezTo>
                  <a:cubicBezTo>
                    <a:pt x="f13" y="f24"/>
                    <a:pt x="f25" y="f26"/>
                    <a:pt x="f27" y="f28"/>
                  </a:cubicBezTo>
                  <a:cubicBezTo>
                    <a:pt x="f29" y="f30"/>
                    <a:pt x="f31" y="f32"/>
                    <a:pt x="f33" y="f34"/>
                  </a:cubicBezTo>
                  <a:cubicBezTo>
                    <a:pt x="f35" y="f36"/>
                    <a:pt x="f37" y="f34"/>
                    <a:pt x="f17" y="f34"/>
                  </a:cubicBezTo>
                  <a:cubicBezTo>
                    <a:pt x="f38" y="f34"/>
                    <a:pt x="f39" y="f40"/>
                    <a:pt x="f11" y="f40"/>
                  </a:cubicBezTo>
                  <a:cubicBezTo>
                    <a:pt x="f41" y="f42"/>
                    <a:pt x="f43" y="f44"/>
                    <a:pt x="f45" y="f46"/>
                  </a:cubicBezTo>
                  <a:cubicBezTo>
                    <a:pt x="f45" y="f46"/>
                    <a:pt x="f45" y="f46"/>
                    <a:pt x="f45" y="f47"/>
                  </a:cubicBezTo>
                  <a:cubicBezTo>
                    <a:pt x="f48" y="f49"/>
                    <a:pt x="f50" y="f51"/>
                    <a:pt x="f52" y="f53"/>
                  </a:cubicBezTo>
                  <a:cubicBezTo>
                    <a:pt x="f26" y="f54"/>
                    <a:pt x="f55" y="f56"/>
                    <a:pt x="f37" y="f57"/>
                  </a:cubicBezTo>
                  <a:cubicBezTo>
                    <a:pt x="f37" y="f58"/>
                    <a:pt x="f37" y="f59"/>
                    <a:pt x="f37" y="f60"/>
                  </a:cubicBezTo>
                  <a:cubicBezTo>
                    <a:pt x="f52" y="f61"/>
                    <a:pt x="f62" y="f63"/>
                    <a:pt x="f64" y="f65"/>
                  </a:cubicBezTo>
                  <a:cubicBezTo>
                    <a:pt x="f17" y="f2"/>
                    <a:pt x="f66" y="f67"/>
                    <a:pt x="f68" y="f69"/>
                  </a:cubicBezTo>
                  <a:cubicBezTo>
                    <a:pt x="f70" y="f8"/>
                    <a:pt x="f18" y="f8"/>
                    <a:pt x="f6" y="f71"/>
                  </a:cubicBezTo>
                  <a:cubicBezTo>
                    <a:pt x="f6" y="f72"/>
                    <a:pt x="f6" y="f73"/>
                    <a:pt x="f6" y="f67"/>
                  </a:cubicBezTo>
                  <a:cubicBezTo>
                    <a:pt x="f74" y="f2"/>
                    <a:pt x="f75" y="f76"/>
                    <a:pt x="f77" y="f60"/>
                  </a:cubicBezTo>
                  <a:cubicBezTo>
                    <a:pt x="f35" y="f78"/>
                    <a:pt x="f35" y="f79"/>
                    <a:pt x="f24" y="f80"/>
                  </a:cubicBezTo>
                  <a:cubicBezTo>
                    <a:pt x="f81" y="f54"/>
                    <a:pt x="f82" y="f83"/>
                    <a:pt x="f84" y="f85"/>
                  </a:cubicBezTo>
                  <a:cubicBezTo>
                    <a:pt x="f84" y="f86"/>
                    <a:pt x="f87" y="f49"/>
                    <a:pt x="f88" y="f89"/>
                  </a:cubicBezTo>
                  <a:cubicBezTo>
                    <a:pt x="f19" y="f90"/>
                    <a:pt x="f91" y="f92"/>
                    <a:pt x="f93" y="f94"/>
                  </a:cubicBezTo>
                  <a:cubicBezTo>
                    <a:pt x="f95" y="f96"/>
                    <a:pt x="f97" y="f11"/>
                    <a:pt x="f9" y="f98"/>
                  </a:cubicBezTo>
                  <a:cubicBezTo>
                    <a:pt x="f6" y="f99"/>
                    <a:pt x="f9" y="f100"/>
                    <a:pt x="f9" y="f101"/>
                  </a:cubicBezTo>
                  <a:cubicBezTo>
                    <a:pt x="f9" y="f102"/>
                    <a:pt x="f9" y="f97"/>
                    <a:pt x="f9" y="f6"/>
                  </a:cubicBezTo>
                  <a:close/>
                </a:path>
              </a:pathLst>
            </a:custGeom>
            <a:solidFill>
              <a:srgbClr val="A72424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s-ES" sz="1400" b="0" i="0" u="none" strike="noStrike" kern="0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11" name="Elipse 9">
            <a:extLst>
              <a:ext uri="{FF2B5EF4-FFF2-40B4-BE49-F238E27FC236}">
                <a16:creationId xmlns:a16="http://schemas.microsoft.com/office/drawing/2014/main" id="{38C2D159-10F0-0927-5EA6-8D39BC815412}"/>
              </a:ext>
            </a:extLst>
          </p:cNvPr>
          <p:cNvSpPr/>
          <p:nvPr/>
        </p:nvSpPr>
        <p:spPr>
          <a:xfrm>
            <a:off x="398971" y="5027828"/>
            <a:ext cx="8665467" cy="85725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A72424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400" b="0" i="0" u="none" strike="noStrike" kern="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2" name="Picture 2" descr="arbol de uvas">
            <a:extLst>
              <a:ext uri="{FF2B5EF4-FFF2-40B4-BE49-F238E27FC236}">
                <a16:creationId xmlns:a16="http://schemas.microsoft.com/office/drawing/2014/main" id="{836B86DB-CEC6-F6D2-61CB-A28A808A442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715000" y="0"/>
            <a:ext cx="3429000" cy="5143499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751882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-4763" y="0"/>
            <a:ext cx="9153525" cy="1201420"/>
            <a:chOff x="-4762" y="-4762"/>
            <a:chExt cx="9153525" cy="12014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124711"/>
              <a:ext cx="9144000" cy="7143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0"/>
              <a:ext cx="9144000" cy="1125220"/>
            </a:xfrm>
            <a:custGeom>
              <a:avLst/>
              <a:gdLst/>
              <a:ahLst/>
              <a:cxnLst/>
              <a:rect l="l" t="t" r="r" b="b"/>
              <a:pathLst>
                <a:path w="9144000" h="1125220">
                  <a:moveTo>
                    <a:pt x="9144000" y="0"/>
                  </a:moveTo>
                  <a:lnTo>
                    <a:pt x="0" y="0"/>
                  </a:lnTo>
                  <a:lnTo>
                    <a:pt x="0" y="1124712"/>
                  </a:lnTo>
                  <a:lnTo>
                    <a:pt x="9144000" y="112471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AC0804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9144000" cy="1125220"/>
            </a:xfrm>
            <a:custGeom>
              <a:avLst/>
              <a:gdLst/>
              <a:ahLst/>
              <a:cxnLst/>
              <a:rect l="l" t="t" r="r" b="b"/>
              <a:pathLst>
                <a:path w="9144000" h="1125220">
                  <a:moveTo>
                    <a:pt x="0" y="1124712"/>
                  </a:moveTo>
                  <a:lnTo>
                    <a:pt x="9144000" y="1124712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124712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40972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fr-FR" spc="180" dirty="0"/>
              <a:t>Fusions</a:t>
            </a:r>
            <a:r>
              <a:rPr lang="fr-FR" spc="15" dirty="0"/>
              <a:t> </a:t>
            </a:r>
            <a:r>
              <a:rPr lang="fr-FR" dirty="0"/>
              <a:t>ou</a:t>
            </a:r>
            <a:r>
              <a:rPr lang="fr-FR" spc="25" dirty="0"/>
              <a:t> </a:t>
            </a:r>
            <a:r>
              <a:rPr lang="fr-FR" spc="45" dirty="0"/>
              <a:t>consolidations</a:t>
            </a:r>
            <a:r>
              <a:rPr lang="fr-FR" spc="50" dirty="0"/>
              <a:t> </a:t>
            </a:r>
            <a:r>
              <a:rPr lang="fr-FR" dirty="0"/>
              <a:t>des</a:t>
            </a:r>
            <a:r>
              <a:rPr lang="fr-FR" spc="25" dirty="0"/>
              <a:t> </a:t>
            </a:r>
            <a:r>
              <a:rPr lang="fr-FR" spc="-10" dirty="0"/>
              <a:t>données</a:t>
            </a:r>
            <a:endParaRPr spc="-10" dirty="0"/>
          </a:p>
        </p:txBody>
      </p:sp>
      <p:sp>
        <p:nvSpPr>
          <p:cNvPr id="8" name="object 8"/>
          <p:cNvSpPr/>
          <p:nvPr/>
        </p:nvSpPr>
        <p:spPr>
          <a:xfrm>
            <a:off x="414527" y="877824"/>
            <a:ext cx="452755" cy="50800"/>
          </a:xfrm>
          <a:custGeom>
            <a:avLst/>
            <a:gdLst/>
            <a:ahLst/>
            <a:cxnLst/>
            <a:rect l="l" t="t" r="r" b="b"/>
            <a:pathLst>
              <a:path w="452755" h="50800">
                <a:moveTo>
                  <a:pt x="452628" y="0"/>
                </a:moveTo>
                <a:lnTo>
                  <a:pt x="0" y="0"/>
                </a:lnTo>
                <a:lnTo>
                  <a:pt x="0" y="50291"/>
                </a:lnTo>
                <a:lnTo>
                  <a:pt x="452628" y="50291"/>
                </a:lnTo>
                <a:lnTo>
                  <a:pt x="452628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CBE083F7-EEE3-F1E2-8532-4198A6B4338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t>8</a:t>
            </a:fld>
            <a:endParaRPr lang="fr-FR"/>
          </a:p>
        </p:txBody>
      </p:sp>
      <p:sp>
        <p:nvSpPr>
          <p:cNvPr id="12" name="object 4">
            <a:extLst>
              <a:ext uri="{FF2B5EF4-FFF2-40B4-BE49-F238E27FC236}">
                <a16:creationId xmlns:a16="http://schemas.microsoft.com/office/drawing/2014/main" id="{5A62F043-5142-41C4-A2A1-D4989148DF7C}"/>
              </a:ext>
            </a:extLst>
          </p:cNvPr>
          <p:cNvSpPr txBox="1"/>
          <p:nvPr/>
        </p:nvSpPr>
        <p:spPr>
          <a:xfrm>
            <a:off x="1081531" y="1217673"/>
            <a:ext cx="2882265" cy="371411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1350" dirty="0">
              <a:latin typeface="Times New Roman"/>
              <a:cs typeface="Times New Roman"/>
            </a:endParaRPr>
          </a:p>
          <a:p>
            <a:pPr marL="1097915" marR="503555" indent="-476250">
              <a:lnSpc>
                <a:spcPct val="114700"/>
              </a:lnSpc>
            </a:pPr>
            <a:r>
              <a:rPr sz="950" b="1" spc="120" dirty="0">
                <a:latin typeface="Calibri"/>
                <a:cs typeface="Calibri"/>
              </a:rPr>
              <a:t>Jonction</a:t>
            </a:r>
            <a:r>
              <a:rPr sz="950" b="1" spc="85" dirty="0">
                <a:latin typeface="Calibri"/>
                <a:cs typeface="Calibri"/>
              </a:rPr>
              <a:t> </a:t>
            </a:r>
            <a:r>
              <a:rPr sz="950" b="1" spc="90" dirty="0">
                <a:latin typeface="Calibri"/>
                <a:cs typeface="Calibri"/>
              </a:rPr>
              <a:t>df_erp</a:t>
            </a:r>
            <a:r>
              <a:rPr sz="950" b="1" spc="70" dirty="0">
                <a:latin typeface="Calibri"/>
                <a:cs typeface="Calibri"/>
              </a:rPr>
              <a:t> </a:t>
            </a:r>
            <a:r>
              <a:rPr sz="950" b="1" dirty="0">
                <a:latin typeface="Calibri"/>
                <a:cs typeface="Calibri"/>
              </a:rPr>
              <a:t>&amp;</a:t>
            </a:r>
            <a:r>
              <a:rPr sz="950" b="1" spc="70" dirty="0">
                <a:latin typeface="Calibri"/>
                <a:cs typeface="Calibri"/>
              </a:rPr>
              <a:t> df_liaison </a:t>
            </a:r>
            <a:r>
              <a:rPr sz="950" b="1" spc="65" dirty="0">
                <a:latin typeface="Calibri"/>
                <a:cs typeface="Calibri"/>
              </a:rPr>
              <a:t>(= </a:t>
            </a:r>
            <a:r>
              <a:rPr sz="950" b="1" spc="100" dirty="0">
                <a:latin typeface="Calibri"/>
                <a:cs typeface="Calibri"/>
              </a:rPr>
              <a:t>df_merge)</a:t>
            </a:r>
            <a:endParaRPr sz="9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350" dirty="0">
              <a:latin typeface="Calibri"/>
              <a:cs typeface="Calibri"/>
            </a:endParaRPr>
          </a:p>
          <a:p>
            <a:pPr marL="205740">
              <a:lnSpc>
                <a:spcPct val="100000"/>
              </a:lnSpc>
            </a:pPr>
            <a:r>
              <a:rPr sz="900" b="1" u="sng" spc="114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Choix</a:t>
            </a:r>
            <a:r>
              <a:rPr sz="900" b="1" u="sng" spc="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900" b="1" u="sng" spc="1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des</a:t>
            </a:r>
            <a:r>
              <a:rPr sz="900" b="1" u="sng" spc="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900" b="1" u="sng" spc="9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attributs</a:t>
            </a:r>
            <a:r>
              <a:rPr sz="900" b="1" u="sng" spc="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900" b="1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:</a:t>
            </a:r>
            <a:endParaRPr sz="9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900" dirty="0">
              <a:latin typeface="Calibri"/>
              <a:cs typeface="Calibri"/>
            </a:endParaRPr>
          </a:p>
          <a:p>
            <a:pPr marL="205740" marR="672465">
              <a:lnSpc>
                <a:spcPct val="114999"/>
              </a:lnSpc>
              <a:spcBef>
                <a:spcPts val="5"/>
              </a:spcBef>
            </a:pPr>
            <a:r>
              <a:rPr sz="800" dirty="0">
                <a:latin typeface="Century Gothic"/>
                <a:cs typeface="Century Gothic"/>
              </a:rPr>
              <a:t>.merge(on</a:t>
            </a:r>
            <a:r>
              <a:rPr sz="800" spc="20" dirty="0">
                <a:latin typeface="Century Gothic"/>
                <a:cs typeface="Century Gothic"/>
              </a:rPr>
              <a:t> </a:t>
            </a:r>
            <a:r>
              <a:rPr sz="800" dirty="0">
                <a:latin typeface="Century Gothic"/>
                <a:cs typeface="Century Gothic"/>
              </a:rPr>
              <a:t>=</a:t>
            </a:r>
            <a:r>
              <a:rPr sz="800" spc="5" dirty="0">
                <a:latin typeface="Century Gothic"/>
                <a:cs typeface="Century Gothic"/>
              </a:rPr>
              <a:t> </a:t>
            </a:r>
            <a:r>
              <a:rPr sz="800" dirty="0">
                <a:latin typeface="Century Gothic"/>
                <a:cs typeface="Century Gothic"/>
              </a:rPr>
              <a:t>'product_id',</a:t>
            </a:r>
            <a:r>
              <a:rPr sz="800" spc="-15" dirty="0">
                <a:latin typeface="Century Gothic"/>
                <a:cs typeface="Century Gothic"/>
              </a:rPr>
              <a:t> </a:t>
            </a:r>
            <a:r>
              <a:rPr sz="800" dirty="0">
                <a:latin typeface="Century Gothic"/>
                <a:cs typeface="Century Gothic"/>
              </a:rPr>
              <a:t>how</a:t>
            </a:r>
            <a:r>
              <a:rPr sz="800" spc="-10" dirty="0">
                <a:latin typeface="Century Gothic"/>
                <a:cs typeface="Century Gothic"/>
              </a:rPr>
              <a:t> </a:t>
            </a:r>
            <a:r>
              <a:rPr sz="800" dirty="0">
                <a:latin typeface="Century Gothic"/>
                <a:cs typeface="Century Gothic"/>
              </a:rPr>
              <a:t>=</a:t>
            </a:r>
            <a:r>
              <a:rPr sz="800" spc="15" dirty="0">
                <a:latin typeface="Century Gothic"/>
                <a:cs typeface="Century Gothic"/>
              </a:rPr>
              <a:t> </a:t>
            </a:r>
            <a:r>
              <a:rPr sz="800" spc="-10" dirty="0">
                <a:latin typeface="Century Gothic"/>
                <a:cs typeface="Century Gothic"/>
              </a:rPr>
              <a:t>"outer", indicator=True)</a:t>
            </a:r>
            <a:endParaRPr sz="800" dirty="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00" dirty="0">
              <a:latin typeface="Century Gothic"/>
              <a:cs typeface="Century Gothic"/>
            </a:endParaRPr>
          </a:p>
          <a:p>
            <a:pPr marL="205740">
              <a:lnSpc>
                <a:spcPct val="100000"/>
              </a:lnSpc>
            </a:pPr>
            <a:r>
              <a:rPr sz="900" b="1" u="sng" spc="1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Clés</a:t>
            </a:r>
            <a:r>
              <a:rPr sz="900" b="1" u="sng" spc="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900" b="1" u="sng" spc="8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utilisées</a:t>
            </a:r>
            <a:r>
              <a:rPr sz="900" b="1" u="sng" spc="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900" b="1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:</a:t>
            </a:r>
            <a:endParaRPr sz="9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00" dirty="0">
              <a:latin typeface="Calibri"/>
              <a:cs typeface="Calibri"/>
            </a:endParaRPr>
          </a:p>
          <a:p>
            <a:pPr marL="205740">
              <a:lnSpc>
                <a:spcPct val="100000"/>
              </a:lnSpc>
            </a:pPr>
            <a:r>
              <a:rPr sz="800" spc="-10" dirty="0">
                <a:latin typeface="Century Gothic"/>
                <a:cs typeface="Century Gothic"/>
              </a:rPr>
              <a:t>‘product_id’</a:t>
            </a:r>
            <a:r>
              <a:rPr sz="800" spc="-5" dirty="0">
                <a:latin typeface="Century Gothic"/>
                <a:cs typeface="Century Gothic"/>
              </a:rPr>
              <a:t> </a:t>
            </a:r>
            <a:r>
              <a:rPr sz="800" dirty="0">
                <a:latin typeface="Century Gothic"/>
                <a:cs typeface="Century Gothic"/>
              </a:rPr>
              <a:t>dans</a:t>
            </a:r>
            <a:r>
              <a:rPr sz="800" spc="15" dirty="0">
                <a:latin typeface="Century Gothic"/>
                <a:cs typeface="Century Gothic"/>
              </a:rPr>
              <a:t> </a:t>
            </a:r>
            <a:r>
              <a:rPr sz="800" dirty="0">
                <a:latin typeface="Century Gothic"/>
                <a:cs typeface="Century Gothic"/>
              </a:rPr>
              <a:t>les</a:t>
            </a:r>
            <a:r>
              <a:rPr sz="800" spc="20" dirty="0">
                <a:latin typeface="Century Gothic"/>
                <a:cs typeface="Century Gothic"/>
              </a:rPr>
              <a:t> </a:t>
            </a:r>
            <a:r>
              <a:rPr sz="800" dirty="0">
                <a:latin typeface="Century Gothic"/>
                <a:cs typeface="Century Gothic"/>
              </a:rPr>
              <a:t>2</a:t>
            </a:r>
            <a:r>
              <a:rPr sz="800" spc="15" dirty="0">
                <a:latin typeface="Century Gothic"/>
                <a:cs typeface="Century Gothic"/>
              </a:rPr>
              <a:t> </a:t>
            </a:r>
            <a:r>
              <a:rPr sz="800" spc="-10" dirty="0">
                <a:latin typeface="Century Gothic"/>
                <a:cs typeface="Century Gothic"/>
              </a:rPr>
              <a:t>dataframes</a:t>
            </a:r>
            <a:endParaRPr sz="800" dirty="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850" dirty="0">
              <a:latin typeface="Century Gothic"/>
              <a:cs typeface="Century Gothic"/>
            </a:endParaRPr>
          </a:p>
          <a:p>
            <a:pPr marL="205740" marR="535940">
              <a:lnSpc>
                <a:spcPct val="114399"/>
              </a:lnSpc>
            </a:pPr>
            <a:r>
              <a:rPr sz="900" b="1" u="sng" spc="1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Vigilances</a:t>
            </a:r>
            <a:r>
              <a:rPr sz="900" b="1" u="sng" spc="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900" b="1" u="sng" spc="9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particulières</a:t>
            </a:r>
            <a:r>
              <a:rPr sz="900" b="1" u="sng" spc="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900" b="1" u="sng" spc="114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au</a:t>
            </a:r>
            <a:r>
              <a:rPr sz="900" b="1" u="sng" spc="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900" b="1" u="sng" spc="1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cours</a:t>
            </a:r>
            <a:r>
              <a:rPr sz="900" b="1" u="sng" spc="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900" b="1" u="sng" spc="1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du</a:t>
            </a:r>
            <a:r>
              <a:rPr sz="900" b="1" spc="110" dirty="0">
                <a:latin typeface="Calibri"/>
                <a:cs typeface="Calibri"/>
              </a:rPr>
              <a:t> </a:t>
            </a:r>
            <a:r>
              <a:rPr sz="900" b="1" u="sng" spc="10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traitements</a:t>
            </a:r>
            <a:r>
              <a:rPr sz="900" b="1" u="sng" spc="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900" b="1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:</a:t>
            </a:r>
            <a:endParaRPr sz="9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 dirty="0">
              <a:latin typeface="Calibri"/>
              <a:cs typeface="Calibri"/>
            </a:endParaRPr>
          </a:p>
          <a:p>
            <a:pPr marL="205740">
              <a:lnSpc>
                <a:spcPct val="100000"/>
              </a:lnSpc>
              <a:spcBef>
                <a:spcPts val="5"/>
              </a:spcBef>
            </a:pPr>
            <a:r>
              <a:rPr sz="800" dirty="0">
                <a:latin typeface="Century Gothic"/>
                <a:cs typeface="Century Gothic"/>
              </a:rPr>
              <a:t>S’assurer</a:t>
            </a:r>
            <a:r>
              <a:rPr sz="800" spc="45" dirty="0">
                <a:latin typeface="Century Gothic"/>
                <a:cs typeface="Century Gothic"/>
              </a:rPr>
              <a:t> </a:t>
            </a:r>
            <a:r>
              <a:rPr sz="800" spc="-10" dirty="0">
                <a:latin typeface="Century Gothic"/>
                <a:cs typeface="Century Gothic"/>
              </a:rPr>
              <a:t>de</a:t>
            </a:r>
            <a:r>
              <a:rPr sz="800" spc="50" dirty="0">
                <a:latin typeface="Century Gothic"/>
                <a:cs typeface="Century Gothic"/>
              </a:rPr>
              <a:t> </a:t>
            </a:r>
            <a:r>
              <a:rPr sz="800" dirty="0">
                <a:latin typeface="Century Gothic"/>
                <a:cs typeface="Century Gothic"/>
              </a:rPr>
              <a:t>la</a:t>
            </a:r>
            <a:r>
              <a:rPr sz="800" spc="55" dirty="0">
                <a:latin typeface="Century Gothic"/>
                <a:cs typeface="Century Gothic"/>
              </a:rPr>
              <a:t> </a:t>
            </a:r>
            <a:r>
              <a:rPr sz="800" spc="-10" dirty="0">
                <a:latin typeface="Century Gothic"/>
                <a:cs typeface="Century Gothic"/>
              </a:rPr>
              <a:t>correspondance</a:t>
            </a:r>
            <a:r>
              <a:rPr sz="800" spc="5" dirty="0">
                <a:latin typeface="Century Gothic"/>
                <a:cs typeface="Century Gothic"/>
              </a:rPr>
              <a:t> </a:t>
            </a:r>
            <a:r>
              <a:rPr sz="800" dirty="0">
                <a:latin typeface="Century Gothic"/>
                <a:cs typeface="Century Gothic"/>
              </a:rPr>
              <a:t>des</a:t>
            </a:r>
            <a:r>
              <a:rPr sz="800" spc="65" dirty="0">
                <a:latin typeface="Century Gothic"/>
                <a:cs typeface="Century Gothic"/>
              </a:rPr>
              <a:t> </a:t>
            </a:r>
            <a:r>
              <a:rPr sz="800" spc="-10" dirty="0">
                <a:latin typeface="Century Gothic"/>
                <a:cs typeface="Century Gothic"/>
              </a:rPr>
              <a:t>observations</a:t>
            </a:r>
            <a:endParaRPr sz="800" dirty="0">
              <a:latin typeface="Century Gothic"/>
              <a:cs typeface="Century Gothic"/>
            </a:endParaRPr>
          </a:p>
          <a:p>
            <a:pPr marL="205740">
              <a:lnSpc>
                <a:spcPct val="100000"/>
              </a:lnSpc>
              <a:spcBef>
                <a:spcPts val="140"/>
              </a:spcBef>
            </a:pPr>
            <a:r>
              <a:rPr sz="800" dirty="0">
                <a:latin typeface="Century Gothic"/>
                <a:cs typeface="Century Gothic"/>
              </a:rPr>
              <a:t>lors</a:t>
            </a:r>
            <a:r>
              <a:rPr sz="800" spc="10" dirty="0">
                <a:latin typeface="Century Gothic"/>
                <a:cs typeface="Century Gothic"/>
              </a:rPr>
              <a:t> </a:t>
            </a:r>
            <a:r>
              <a:rPr sz="800" dirty="0">
                <a:latin typeface="Century Gothic"/>
                <a:cs typeface="Century Gothic"/>
              </a:rPr>
              <a:t>de</a:t>
            </a:r>
            <a:r>
              <a:rPr sz="800" spc="45" dirty="0">
                <a:latin typeface="Century Gothic"/>
                <a:cs typeface="Century Gothic"/>
              </a:rPr>
              <a:t> </a:t>
            </a:r>
            <a:r>
              <a:rPr sz="800" dirty="0">
                <a:latin typeface="Century Gothic"/>
                <a:cs typeface="Century Gothic"/>
              </a:rPr>
              <a:t>la</a:t>
            </a:r>
            <a:r>
              <a:rPr sz="800" spc="25" dirty="0">
                <a:latin typeface="Century Gothic"/>
                <a:cs typeface="Century Gothic"/>
              </a:rPr>
              <a:t> </a:t>
            </a:r>
            <a:r>
              <a:rPr sz="800" spc="-10" dirty="0">
                <a:latin typeface="Century Gothic"/>
                <a:cs typeface="Century Gothic"/>
              </a:rPr>
              <a:t>jonction</a:t>
            </a:r>
            <a:endParaRPr sz="800" dirty="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00" dirty="0">
              <a:latin typeface="Century Gothic"/>
              <a:cs typeface="Century Gothic"/>
            </a:endParaRPr>
          </a:p>
          <a:p>
            <a:pPr marL="205740">
              <a:lnSpc>
                <a:spcPct val="100000"/>
              </a:lnSpc>
            </a:pPr>
            <a:r>
              <a:rPr sz="900" b="1" u="sng" spc="9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Difficultés</a:t>
            </a:r>
            <a:r>
              <a:rPr sz="900" b="1" u="sng" spc="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900" b="1" u="sng" spc="114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ou</a:t>
            </a:r>
            <a:r>
              <a:rPr sz="900" b="1" u="sng" spc="5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900" b="1" u="sng" spc="1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pièges</a:t>
            </a:r>
            <a:r>
              <a:rPr sz="900" b="1" u="sng" spc="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900" b="1" u="sng" spc="10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rencontrés</a:t>
            </a:r>
            <a:r>
              <a:rPr sz="900" b="1" u="sng" spc="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900" b="1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:</a:t>
            </a:r>
            <a:endParaRPr sz="9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900" dirty="0">
              <a:latin typeface="Calibri"/>
              <a:cs typeface="Calibri"/>
            </a:endParaRPr>
          </a:p>
          <a:p>
            <a:pPr marL="205740" marR="184150">
              <a:lnSpc>
                <a:spcPct val="114999"/>
              </a:lnSpc>
            </a:pPr>
            <a:r>
              <a:rPr sz="800" dirty="0">
                <a:latin typeface="Century Gothic"/>
                <a:cs typeface="Century Gothic"/>
              </a:rPr>
              <a:t>Aucunes</a:t>
            </a:r>
            <a:r>
              <a:rPr sz="800" spc="110" dirty="0">
                <a:latin typeface="Century Gothic"/>
                <a:cs typeface="Century Gothic"/>
              </a:rPr>
              <a:t> </a:t>
            </a:r>
            <a:r>
              <a:rPr sz="800" dirty="0">
                <a:latin typeface="Century Gothic"/>
                <a:cs typeface="Century Gothic"/>
              </a:rPr>
              <a:t>difficultés</a:t>
            </a:r>
            <a:r>
              <a:rPr sz="800" spc="110" dirty="0">
                <a:latin typeface="Century Gothic"/>
                <a:cs typeface="Century Gothic"/>
              </a:rPr>
              <a:t> </a:t>
            </a:r>
            <a:r>
              <a:rPr sz="800" dirty="0">
                <a:latin typeface="Century Gothic"/>
                <a:cs typeface="Century Gothic"/>
              </a:rPr>
              <a:t>rencontrées,</a:t>
            </a:r>
            <a:r>
              <a:rPr sz="800" spc="160" dirty="0">
                <a:latin typeface="Century Gothic"/>
                <a:cs typeface="Century Gothic"/>
              </a:rPr>
              <a:t> </a:t>
            </a:r>
            <a:r>
              <a:rPr sz="800" dirty="0">
                <a:latin typeface="Century Gothic"/>
                <a:cs typeface="Century Gothic"/>
              </a:rPr>
              <a:t>toutes</a:t>
            </a:r>
            <a:r>
              <a:rPr sz="800" spc="140" dirty="0">
                <a:latin typeface="Century Gothic"/>
                <a:cs typeface="Century Gothic"/>
              </a:rPr>
              <a:t> </a:t>
            </a:r>
            <a:r>
              <a:rPr sz="800" dirty="0">
                <a:latin typeface="Century Gothic"/>
                <a:cs typeface="Century Gothic"/>
              </a:rPr>
              <a:t>les</a:t>
            </a:r>
            <a:r>
              <a:rPr sz="800" spc="135" dirty="0">
                <a:latin typeface="Century Gothic"/>
                <a:cs typeface="Century Gothic"/>
              </a:rPr>
              <a:t> </a:t>
            </a:r>
            <a:r>
              <a:rPr sz="800" spc="-10" dirty="0">
                <a:latin typeface="Century Gothic"/>
                <a:cs typeface="Century Gothic"/>
              </a:rPr>
              <a:t>lignes </a:t>
            </a:r>
            <a:r>
              <a:rPr sz="800" dirty="0">
                <a:latin typeface="Century Gothic"/>
                <a:cs typeface="Century Gothic"/>
              </a:rPr>
              <a:t>matchent</a:t>
            </a:r>
            <a:r>
              <a:rPr sz="800" spc="55" dirty="0">
                <a:latin typeface="Century Gothic"/>
                <a:cs typeface="Century Gothic"/>
              </a:rPr>
              <a:t> </a:t>
            </a:r>
            <a:r>
              <a:rPr sz="800" dirty="0">
                <a:latin typeface="Century Gothic"/>
                <a:cs typeface="Century Gothic"/>
              </a:rPr>
              <a:t>entre</a:t>
            </a:r>
            <a:r>
              <a:rPr sz="800" spc="85" dirty="0">
                <a:latin typeface="Century Gothic"/>
                <a:cs typeface="Century Gothic"/>
              </a:rPr>
              <a:t> </a:t>
            </a:r>
            <a:r>
              <a:rPr sz="800" dirty="0">
                <a:latin typeface="Century Gothic"/>
                <a:cs typeface="Century Gothic"/>
              </a:rPr>
              <a:t>les</a:t>
            </a:r>
            <a:r>
              <a:rPr sz="800" spc="60" dirty="0">
                <a:latin typeface="Century Gothic"/>
                <a:cs typeface="Century Gothic"/>
              </a:rPr>
              <a:t> </a:t>
            </a:r>
            <a:r>
              <a:rPr sz="800" dirty="0">
                <a:latin typeface="Century Gothic"/>
                <a:cs typeface="Century Gothic"/>
              </a:rPr>
              <a:t>2</a:t>
            </a:r>
            <a:r>
              <a:rPr sz="800" spc="55" dirty="0">
                <a:latin typeface="Century Gothic"/>
                <a:cs typeface="Century Gothic"/>
              </a:rPr>
              <a:t> </a:t>
            </a:r>
            <a:r>
              <a:rPr sz="800" spc="-10" dirty="0">
                <a:latin typeface="Century Gothic"/>
                <a:cs typeface="Century Gothic"/>
              </a:rPr>
              <a:t>dataframes</a:t>
            </a:r>
            <a:endParaRPr sz="800" dirty="0">
              <a:latin typeface="Century Gothic"/>
              <a:cs typeface="Century Gothic"/>
            </a:endParaRPr>
          </a:p>
        </p:txBody>
      </p:sp>
      <p:sp>
        <p:nvSpPr>
          <p:cNvPr id="13" name="object 5">
            <a:extLst>
              <a:ext uri="{FF2B5EF4-FFF2-40B4-BE49-F238E27FC236}">
                <a16:creationId xmlns:a16="http://schemas.microsoft.com/office/drawing/2014/main" id="{4CCBEC71-8E44-3000-BB1A-3CE436D767C9}"/>
              </a:ext>
            </a:extLst>
          </p:cNvPr>
          <p:cNvSpPr txBox="1"/>
          <p:nvPr/>
        </p:nvSpPr>
        <p:spPr>
          <a:xfrm>
            <a:off x="4790408" y="1217673"/>
            <a:ext cx="2880360" cy="371411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500" dirty="0">
              <a:latin typeface="Times New Roman"/>
              <a:cs typeface="Times New Roman"/>
            </a:endParaRPr>
          </a:p>
          <a:p>
            <a:pPr marL="1097280" marR="468630" indent="-508000">
              <a:lnSpc>
                <a:spcPct val="105300"/>
              </a:lnSpc>
            </a:pPr>
            <a:r>
              <a:rPr sz="950" b="1" spc="120" dirty="0">
                <a:latin typeface="Calibri"/>
                <a:cs typeface="Calibri"/>
              </a:rPr>
              <a:t>Jonction</a:t>
            </a:r>
            <a:r>
              <a:rPr sz="950" b="1" spc="90" dirty="0">
                <a:latin typeface="Calibri"/>
                <a:cs typeface="Calibri"/>
              </a:rPr>
              <a:t> </a:t>
            </a:r>
            <a:r>
              <a:rPr sz="950" b="1" spc="114" dirty="0">
                <a:latin typeface="Calibri"/>
                <a:cs typeface="Calibri"/>
              </a:rPr>
              <a:t>df_merge</a:t>
            </a:r>
            <a:r>
              <a:rPr sz="950" b="1" spc="80" dirty="0">
                <a:latin typeface="Calibri"/>
                <a:cs typeface="Calibri"/>
              </a:rPr>
              <a:t> </a:t>
            </a:r>
            <a:r>
              <a:rPr sz="950" b="1" dirty="0">
                <a:latin typeface="Calibri"/>
                <a:cs typeface="Calibri"/>
              </a:rPr>
              <a:t>&amp;</a:t>
            </a:r>
            <a:r>
              <a:rPr sz="950" b="1" spc="80" dirty="0">
                <a:latin typeface="Calibri"/>
                <a:cs typeface="Calibri"/>
              </a:rPr>
              <a:t> </a:t>
            </a:r>
            <a:r>
              <a:rPr sz="950" b="1" spc="95" dirty="0">
                <a:latin typeface="Calibri"/>
                <a:cs typeface="Calibri"/>
              </a:rPr>
              <a:t>df_web </a:t>
            </a:r>
            <a:r>
              <a:rPr sz="950" b="1" spc="65" dirty="0">
                <a:latin typeface="Calibri"/>
                <a:cs typeface="Calibri"/>
              </a:rPr>
              <a:t>(= </a:t>
            </a:r>
            <a:r>
              <a:rPr sz="950" b="1" spc="95" dirty="0">
                <a:latin typeface="Calibri"/>
                <a:cs typeface="Calibri"/>
              </a:rPr>
              <a:t>df_merge)</a:t>
            </a:r>
            <a:endParaRPr sz="9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50" dirty="0">
              <a:latin typeface="Calibri"/>
              <a:cs typeface="Calibri"/>
            </a:endParaRPr>
          </a:p>
          <a:p>
            <a:pPr marL="205740">
              <a:lnSpc>
                <a:spcPct val="100000"/>
              </a:lnSpc>
            </a:pPr>
            <a:r>
              <a:rPr sz="900" b="1" u="sng" spc="114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Choix</a:t>
            </a:r>
            <a:r>
              <a:rPr sz="900" b="1" u="sng" spc="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900" b="1" u="sng" spc="1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des</a:t>
            </a:r>
            <a:r>
              <a:rPr sz="900" b="1" u="sng" spc="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900" b="1" u="sng" spc="9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attributs</a:t>
            </a:r>
            <a:r>
              <a:rPr sz="900" b="1" u="sng" spc="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900" b="1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:</a:t>
            </a:r>
            <a:endParaRPr sz="9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800" dirty="0">
              <a:latin typeface="Calibri"/>
              <a:cs typeface="Calibri"/>
            </a:endParaRPr>
          </a:p>
          <a:p>
            <a:pPr marL="205740" marR="142240">
              <a:lnSpc>
                <a:spcPct val="105000"/>
              </a:lnSpc>
            </a:pPr>
            <a:r>
              <a:rPr sz="800" dirty="0">
                <a:latin typeface="Century Gothic"/>
                <a:cs typeface="Century Gothic"/>
              </a:rPr>
              <a:t>.merge(df_web,</a:t>
            </a:r>
            <a:r>
              <a:rPr sz="800" spc="45" dirty="0">
                <a:latin typeface="Century Gothic"/>
                <a:cs typeface="Century Gothic"/>
              </a:rPr>
              <a:t> </a:t>
            </a:r>
            <a:r>
              <a:rPr sz="800" dirty="0">
                <a:latin typeface="Century Gothic"/>
                <a:cs typeface="Century Gothic"/>
              </a:rPr>
              <a:t>left_on</a:t>
            </a:r>
            <a:r>
              <a:rPr sz="800" spc="10" dirty="0">
                <a:latin typeface="Century Gothic"/>
                <a:cs typeface="Century Gothic"/>
              </a:rPr>
              <a:t> </a:t>
            </a:r>
            <a:r>
              <a:rPr sz="800" dirty="0">
                <a:latin typeface="Century Gothic"/>
                <a:cs typeface="Century Gothic"/>
              </a:rPr>
              <a:t>=</a:t>
            </a:r>
            <a:r>
              <a:rPr sz="800" spc="50" dirty="0">
                <a:latin typeface="Century Gothic"/>
                <a:cs typeface="Century Gothic"/>
              </a:rPr>
              <a:t> </a:t>
            </a:r>
            <a:r>
              <a:rPr sz="800" dirty="0">
                <a:latin typeface="Century Gothic"/>
                <a:cs typeface="Century Gothic"/>
              </a:rPr>
              <a:t>'id_web',</a:t>
            </a:r>
            <a:r>
              <a:rPr sz="800" spc="5" dirty="0">
                <a:latin typeface="Century Gothic"/>
                <a:cs typeface="Century Gothic"/>
              </a:rPr>
              <a:t> </a:t>
            </a:r>
            <a:r>
              <a:rPr sz="800" dirty="0">
                <a:latin typeface="Century Gothic"/>
                <a:cs typeface="Century Gothic"/>
              </a:rPr>
              <a:t>right_on</a:t>
            </a:r>
            <a:r>
              <a:rPr sz="800" spc="5" dirty="0">
                <a:latin typeface="Century Gothic"/>
                <a:cs typeface="Century Gothic"/>
              </a:rPr>
              <a:t> </a:t>
            </a:r>
            <a:r>
              <a:rPr sz="800" dirty="0">
                <a:latin typeface="Century Gothic"/>
                <a:cs typeface="Century Gothic"/>
              </a:rPr>
              <a:t>=</a:t>
            </a:r>
            <a:r>
              <a:rPr sz="800" spc="30" dirty="0">
                <a:latin typeface="Century Gothic"/>
                <a:cs typeface="Century Gothic"/>
              </a:rPr>
              <a:t> </a:t>
            </a:r>
            <a:r>
              <a:rPr sz="800" spc="-10" dirty="0">
                <a:latin typeface="Century Gothic"/>
                <a:cs typeface="Century Gothic"/>
              </a:rPr>
              <a:t>'sku', </a:t>
            </a:r>
            <a:r>
              <a:rPr sz="800" dirty="0">
                <a:latin typeface="Century Gothic"/>
                <a:cs typeface="Century Gothic"/>
              </a:rPr>
              <a:t>how</a:t>
            </a:r>
            <a:r>
              <a:rPr sz="800" spc="-10" dirty="0">
                <a:latin typeface="Century Gothic"/>
                <a:cs typeface="Century Gothic"/>
              </a:rPr>
              <a:t> </a:t>
            </a:r>
            <a:r>
              <a:rPr sz="800" dirty="0">
                <a:latin typeface="Century Gothic"/>
                <a:cs typeface="Century Gothic"/>
              </a:rPr>
              <a:t>=</a:t>
            </a:r>
            <a:r>
              <a:rPr sz="800" spc="25" dirty="0">
                <a:latin typeface="Century Gothic"/>
                <a:cs typeface="Century Gothic"/>
              </a:rPr>
              <a:t> </a:t>
            </a:r>
            <a:r>
              <a:rPr sz="800" dirty="0">
                <a:latin typeface="Century Gothic"/>
                <a:cs typeface="Century Gothic"/>
              </a:rPr>
              <a:t>'left',</a:t>
            </a:r>
            <a:r>
              <a:rPr sz="800" spc="15" dirty="0">
                <a:latin typeface="Century Gothic"/>
                <a:cs typeface="Century Gothic"/>
              </a:rPr>
              <a:t> </a:t>
            </a:r>
            <a:r>
              <a:rPr sz="800" dirty="0">
                <a:latin typeface="Century Gothic"/>
                <a:cs typeface="Century Gothic"/>
              </a:rPr>
              <a:t>indicator =</a:t>
            </a:r>
            <a:r>
              <a:rPr sz="800" spc="20" dirty="0">
                <a:latin typeface="Century Gothic"/>
                <a:cs typeface="Century Gothic"/>
              </a:rPr>
              <a:t> </a:t>
            </a:r>
            <a:r>
              <a:rPr sz="800" spc="-20" dirty="0">
                <a:latin typeface="Century Gothic"/>
                <a:cs typeface="Century Gothic"/>
              </a:rPr>
              <a:t>True)</a:t>
            </a:r>
            <a:endParaRPr sz="800" dirty="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</a:pPr>
            <a:endParaRPr sz="850" dirty="0">
              <a:latin typeface="Century Gothic"/>
              <a:cs typeface="Century Gothic"/>
            </a:endParaRPr>
          </a:p>
          <a:p>
            <a:pPr marL="205740">
              <a:lnSpc>
                <a:spcPct val="100000"/>
              </a:lnSpc>
            </a:pPr>
            <a:r>
              <a:rPr sz="900" b="1" u="sng" spc="1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Clés</a:t>
            </a:r>
            <a:r>
              <a:rPr sz="900" b="1" u="sng" spc="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900" b="1" u="sng" spc="8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utilisées</a:t>
            </a:r>
            <a:r>
              <a:rPr sz="900" b="1" u="sng" spc="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900" b="1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:</a:t>
            </a:r>
            <a:endParaRPr sz="9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800" dirty="0">
              <a:latin typeface="Calibri"/>
              <a:cs typeface="Calibri"/>
            </a:endParaRPr>
          </a:p>
          <a:p>
            <a:pPr marL="205740" marR="738505">
              <a:lnSpc>
                <a:spcPct val="105000"/>
              </a:lnSpc>
            </a:pPr>
            <a:r>
              <a:rPr sz="800" spc="-30" dirty="0">
                <a:latin typeface="Century Gothic"/>
                <a:cs typeface="Century Gothic"/>
              </a:rPr>
              <a:t>‘id_web’</a:t>
            </a:r>
            <a:r>
              <a:rPr sz="800" dirty="0">
                <a:latin typeface="Century Gothic"/>
                <a:cs typeface="Century Gothic"/>
              </a:rPr>
              <a:t> dans</a:t>
            </a:r>
            <a:r>
              <a:rPr sz="800" spc="5" dirty="0">
                <a:latin typeface="Century Gothic"/>
                <a:cs typeface="Century Gothic"/>
              </a:rPr>
              <a:t> </a:t>
            </a:r>
            <a:r>
              <a:rPr sz="800" dirty="0">
                <a:latin typeface="Century Gothic"/>
                <a:cs typeface="Century Gothic"/>
              </a:rPr>
              <a:t>le</a:t>
            </a:r>
            <a:r>
              <a:rPr sz="800" spc="5" dirty="0">
                <a:latin typeface="Century Gothic"/>
                <a:cs typeface="Century Gothic"/>
              </a:rPr>
              <a:t> </a:t>
            </a:r>
            <a:r>
              <a:rPr sz="800" dirty="0">
                <a:latin typeface="Century Gothic"/>
                <a:cs typeface="Century Gothic"/>
              </a:rPr>
              <a:t>dataframe</a:t>
            </a:r>
            <a:r>
              <a:rPr sz="800" spc="-20" dirty="0">
                <a:latin typeface="Century Gothic"/>
                <a:cs typeface="Century Gothic"/>
              </a:rPr>
              <a:t> </a:t>
            </a:r>
            <a:r>
              <a:rPr sz="800" spc="-10" dirty="0">
                <a:latin typeface="Century Gothic"/>
                <a:cs typeface="Century Gothic"/>
              </a:rPr>
              <a:t>‘df_merge’ </a:t>
            </a:r>
            <a:r>
              <a:rPr sz="800" dirty="0">
                <a:latin typeface="Century Gothic"/>
                <a:cs typeface="Century Gothic"/>
              </a:rPr>
              <a:t>‘sku’</a:t>
            </a:r>
            <a:r>
              <a:rPr sz="800" spc="-5" dirty="0">
                <a:latin typeface="Century Gothic"/>
                <a:cs typeface="Century Gothic"/>
              </a:rPr>
              <a:t> </a:t>
            </a:r>
            <a:r>
              <a:rPr sz="800" dirty="0">
                <a:latin typeface="Century Gothic"/>
                <a:cs typeface="Century Gothic"/>
              </a:rPr>
              <a:t>dans</a:t>
            </a:r>
            <a:r>
              <a:rPr sz="800" spc="-30" dirty="0">
                <a:latin typeface="Century Gothic"/>
                <a:cs typeface="Century Gothic"/>
              </a:rPr>
              <a:t> </a:t>
            </a:r>
            <a:r>
              <a:rPr sz="800" dirty="0">
                <a:latin typeface="Century Gothic"/>
                <a:cs typeface="Century Gothic"/>
              </a:rPr>
              <a:t>le</a:t>
            </a:r>
            <a:r>
              <a:rPr sz="800" spc="-10" dirty="0">
                <a:latin typeface="Century Gothic"/>
                <a:cs typeface="Century Gothic"/>
              </a:rPr>
              <a:t> </a:t>
            </a:r>
            <a:r>
              <a:rPr sz="800" dirty="0">
                <a:latin typeface="Century Gothic"/>
                <a:cs typeface="Century Gothic"/>
              </a:rPr>
              <a:t>dataframe</a:t>
            </a:r>
            <a:r>
              <a:rPr sz="800" spc="-15" dirty="0">
                <a:latin typeface="Century Gothic"/>
                <a:cs typeface="Century Gothic"/>
              </a:rPr>
              <a:t> </a:t>
            </a:r>
            <a:r>
              <a:rPr sz="800" spc="-10" dirty="0">
                <a:latin typeface="Century Gothic"/>
                <a:cs typeface="Century Gothic"/>
              </a:rPr>
              <a:t>‘df_web’</a:t>
            </a:r>
            <a:endParaRPr sz="800" dirty="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800" dirty="0">
              <a:latin typeface="Century Gothic"/>
              <a:cs typeface="Century Gothic"/>
            </a:endParaRPr>
          </a:p>
          <a:p>
            <a:pPr marL="205740" marR="535940">
              <a:lnSpc>
                <a:spcPct val="104400"/>
              </a:lnSpc>
            </a:pPr>
            <a:r>
              <a:rPr sz="900" b="1" u="sng" spc="1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Vigilances</a:t>
            </a:r>
            <a:r>
              <a:rPr sz="900" b="1" u="sng" spc="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900" b="1" u="sng" spc="9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particulières</a:t>
            </a:r>
            <a:r>
              <a:rPr sz="900" b="1" u="sng" spc="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900" b="1" u="sng" spc="114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au</a:t>
            </a:r>
            <a:r>
              <a:rPr sz="900" b="1" u="sng" spc="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900" b="1" u="sng" spc="1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cours</a:t>
            </a:r>
            <a:r>
              <a:rPr sz="900" b="1" u="sng" spc="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900" b="1" u="sng" spc="1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du</a:t>
            </a:r>
            <a:r>
              <a:rPr sz="900" b="1" spc="110" dirty="0">
                <a:latin typeface="Calibri"/>
                <a:cs typeface="Calibri"/>
              </a:rPr>
              <a:t> </a:t>
            </a:r>
            <a:r>
              <a:rPr sz="900" b="1" u="sng" spc="10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traitements</a:t>
            </a:r>
            <a:r>
              <a:rPr sz="900" b="1" u="sng" spc="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900" b="1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:</a:t>
            </a:r>
            <a:endParaRPr sz="9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850" dirty="0">
              <a:latin typeface="Calibri"/>
              <a:cs typeface="Calibri"/>
            </a:endParaRPr>
          </a:p>
          <a:p>
            <a:pPr marL="205740">
              <a:lnSpc>
                <a:spcPct val="100000"/>
              </a:lnSpc>
              <a:spcBef>
                <a:spcPts val="5"/>
              </a:spcBef>
            </a:pPr>
            <a:r>
              <a:rPr sz="800" dirty="0">
                <a:latin typeface="Century Gothic"/>
                <a:cs typeface="Century Gothic"/>
              </a:rPr>
              <a:t>S’assurer</a:t>
            </a:r>
            <a:r>
              <a:rPr sz="800" spc="45" dirty="0">
                <a:latin typeface="Century Gothic"/>
                <a:cs typeface="Century Gothic"/>
              </a:rPr>
              <a:t> </a:t>
            </a:r>
            <a:r>
              <a:rPr sz="800" spc="-10" dirty="0">
                <a:latin typeface="Century Gothic"/>
                <a:cs typeface="Century Gothic"/>
              </a:rPr>
              <a:t>de</a:t>
            </a:r>
            <a:r>
              <a:rPr sz="800" spc="50" dirty="0">
                <a:latin typeface="Century Gothic"/>
                <a:cs typeface="Century Gothic"/>
              </a:rPr>
              <a:t> </a:t>
            </a:r>
            <a:r>
              <a:rPr sz="800" dirty="0">
                <a:latin typeface="Century Gothic"/>
                <a:cs typeface="Century Gothic"/>
              </a:rPr>
              <a:t>la</a:t>
            </a:r>
            <a:r>
              <a:rPr sz="800" spc="55" dirty="0">
                <a:latin typeface="Century Gothic"/>
                <a:cs typeface="Century Gothic"/>
              </a:rPr>
              <a:t> </a:t>
            </a:r>
            <a:r>
              <a:rPr sz="800" spc="-10" dirty="0">
                <a:latin typeface="Century Gothic"/>
                <a:cs typeface="Century Gothic"/>
              </a:rPr>
              <a:t>correspondance</a:t>
            </a:r>
            <a:r>
              <a:rPr sz="800" spc="5" dirty="0">
                <a:latin typeface="Century Gothic"/>
                <a:cs typeface="Century Gothic"/>
              </a:rPr>
              <a:t> </a:t>
            </a:r>
            <a:r>
              <a:rPr sz="800" dirty="0">
                <a:latin typeface="Century Gothic"/>
                <a:cs typeface="Century Gothic"/>
              </a:rPr>
              <a:t>des</a:t>
            </a:r>
            <a:r>
              <a:rPr sz="800" spc="65" dirty="0">
                <a:latin typeface="Century Gothic"/>
                <a:cs typeface="Century Gothic"/>
              </a:rPr>
              <a:t> </a:t>
            </a:r>
            <a:r>
              <a:rPr sz="800" spc="-10" dirty="0">
                <a:latin typeface="Century Gothic"/>
                <a:cs typeface="Century Gothic"/>
              </a:rPr>
              <a:t>observations</a:t>
            </a:r>
            <a:endParaRPr sz="800" dirty="0">
              <a:latin typeface="Century Gothic"/>
              <a:cs typeface="Century Gothic"/>
            </a:endParaRPr>
          </a:p>
          <a:p>
            <a:pPr marL="205740">
              <a:lnSpc>
                <a:spcPct val="100000"/>
              </a:lnSpc>
              <a:spcBef>
                <a:spcPts val="45"/>
              </a:spcBef>
            </a:pPr>
            <a:r>
              <a:rPr sz="800" dirty="0">
                <a:latin typeface="Century Gothic"/>
                <a:cs typeface="Century Gothic"/>
              </a:rPr>
              <a:t>lors</a:t>
            </a:r>
            <a:r>
              <a:rPr sz="800" spc="10" dirty="0">
                <a:latin typeface="Century Gothic"/>
                <a:cs typeface="Century Gothic"/>
              </a:rPr>
              <a:t> </a:t>
            </a:r>
            <a:r>
              <a:rPr sz="800" dirty="0">
                <a:latin typeface="Century Gothic"/>
                <a:cs typeface="Century Gothic"/>
              </a:rPr>
              <a:t>de</a:t>
            </a:r>
            <a:r>
              <a:rPr sz="800" spc="45" dirty="0">
                <a:latin typeface="Century Gothic"/>
                <a:cs typeface="Century Gothic"/>
              </a:rPr>
              <a:t> </a:t>
            </a:r>
            <a:r>
              <a:rPr sz="800" dirty="0">
                <a:latin typeface="Century Gothic"/>
                <a:cs typeface="Century Gothic"/>
              </a:rPr>
              <a:t>la</a:t>
            </a:r>
            <a:r>
              <a:rPr sz="800" spc="25" dirty="0">
                <a:latin typeface="Century Gothic"/>
                <a:cs typeface="Century Gothic"/>
              </a:rPr>
              <a:t> </a:t>
            </a:r>
            <a:r>
              <a:rPr sz="800" spc="-10" dirty="0">
                <a:latin typeface="Century Gothic"/>
                <a:cs typeface="Century Gothic"/>
              </a:rPr>
              <a:t>jonction</a:t>
            </a:r>
            <a:endParaRPr sz="800" dirty="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850" dirty="0">
              <a:latin typeface="Century Gothic"/>
              <a:cs typeface="Century Gothic"/>
            </a:endParaRPr>
          </a:p>
          <a:p>
            <a:pPr marL="205740">
              <a:lnSpc>
                <a:spcPct val="100000"/>
              </a:lnSpc>
            </a:pPr>
            <a:r>
              <a:rPr sz="900" b="1" u="sng" spc="9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Difficultés</a:t>
            </a:r>
            <a:r>
              <a:rPr sz="900" b="1" u="sng" spc="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900" b="1" u="sng" spc="114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ou</a:t>
            </a:r>
            <a:r>
              <a:rPr sz="900" b="1" u="sng" spc="5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900" b="1" u="sng" spc="1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pièges</a:t>
            </a:r>
            <a:r>
              <a:rPr sz="900" b="1" u="sng" spc="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900" b="1" u="sng" spc="10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rencontrés</a:t>
            </a:r>
            <a:r>
              <a:rPr sz="900" b="1" u="sng" spc="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900" b="1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:</a:t>
            </a:r>
            <a:endParaRPr sz="9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800" dirty="0">
              <a:latin typeface="Calibri"/>
              <a:cs typeface="Calibri"/>
            </a:endParaRPr>
          </a:p>
          <a:p>
            <a:pPr marL="205740" marR="158115">
              <a:lnSpc>
                <a:spcPct val="105000"/>
              </a:lnSpc>
              <a:spcBef>
                <a:spcPts val="5"/>
              </a:spcBef>
            </a:pPr>
            <a:r>
              <a:rPr sz="800" spc="-165" dirty="0">
                <a:latin typeface="Century Gothic"/>
                <a:cs typeface="Century Gothic"/>
              </a:rPr>
              <a:t>111</a:t>
            </a:r>
            <a:r>
              <a:rPr sz="800" spc="105" dirty="0">
                <a:latin typeface="Century Gothic"/>
                <a:cs typeface="Century Gothic"/>
              </a:rPr>
              <a:t> </a:t>
            </a:r>
            <a:r>
              <a:rPr sz="800" dirty="0">
                <a:latin typeface="Century Gothic"/>
                <a:cs typeface="Century Gothic"/>
              </a:rPr>
              <a:t>lignes</a:t>
            </a:r>
            <a:r>
              <a:rPr sz="800" spc="70" dirty="0">
                <a:latin typeface="Century Gothic"/>
                <a:cs typeface="Century Gothic"/>
              </a:rPr>
              <a:t> </a:t>
            </a:r>
            <a:r>
              <a:rPr sz="800" dirty="0">
                <a:latin typeface="Century Gothic"/>
                <a:cs typeface="Century Gothic"/>
              </a:rPr>
              <a:t>ont</a:t>
            </a:r>
            <a:r>
              <a:rPr sz="800" spc="90" dirty="0">
                <a:latin typeface="Century Gothic"/>
                <a:cs typeface="Century Gothic"/>
              </a:rPr>
              <a:t> </a:t>
            </a:r>
            <a:r>
              <a:rPr sz="800" dirty="0">
                <a:latin typeface="Century Gothic"/>
                <a:cs typeface="Century Gothic"/>
              </a:rPr>
              <a:t>une</a:t>
            </a:r>
            <a:r>
              <a:rPr sz="800" spc="100" dirty="0">
                <a:latin typeface="Century Gothic"/>
                <a:cs typeface="Century Gothic"/>
              </a:rPr>
              <a:t> </a:t>
            </a:r>
            <a:r>
              <a:rPr sz="800" dirty="0">
                <a:latin typeface="Century Gothic"/>
                <a:cs typeface="Century Gothic"/>
              </a:rPr>
              <a:t>correspondance</a:t>
            </a:r>
            <a:r>
              <a:rPr sz="800" spc="65" dirty="0">
                <a:latin typeface="Century Gothic"/>
                <a:cs typeface="Century Gothic"/>
              </a:rPr>
              <a:t> </a:t>
            </a:r>
            <a:r>
              <a:rPr sz="800" dirty="0">
                <a:latin typeface="Century Gothic"/>
                <a:cs typeface="Century Gothic"/>
              </a:rPr>
              <a:t>uniquement</a:t>
            </a:r>
            <a:r>
              <a:rPr sz="800" spc="90" dirty="0">
                <a:latin typeface="Century Gothic"/>
                <a:cs typeface="Century Gothic"/>
              </a:rPr>
              <a:t> </a:t>
            </a:r>
            <a:r>
              <a:rPr sz="800" spc="-50" dirty="0">
                <a:latin typeface="Century Gothic"/>
                <a:cs typeface="Century Gothic"/>
              </a:rPr>
              <a:t>à</a:t>
            </a:r>
            <a:r>
              <a:rPr sz="800" spc="-10" dirty="0">
                <a:latin typeface="Century Gothic"/>
                <a:cs typeface="Century Gothic"/>
              </a:rPr>
              <a:t> gauche</a:t>
            </a:r>
            <a:r>
              <a:rPr sz="800" spc="35" dirty="0">
                <a:latin typeface="Century Gothic"/>
                <a:cs typeface="Century Gothic"/>
              </a:rPr>
              <a:t> </a:t>
            </a:r>
            <a:r>
              <a:rPr sz="800" spc="-20" dirty="0">
                <a:latin typeface="Century Gothic"/>
                <a:cs typeface="Century Gothic"/>
              </a:rPr>
              <a:t>car</a:t>
            </a:r>
            <a:r>
              <a:rPr sz="800" spc="50" dirty="0">
                <a:latin typeface="Century Gothic"/>
                <a:cs typeface="Century Gothic"/>
              </a:rPr>
              <a:t> </a:t>
            </a:r>
            <a:r>
              <a:rPr sz="800" dirty="0">
                <a:latin typeface="Century Gothic"/>
                <a:cs typeface="Century Gothic"/>
              </a:rPr>
              <a:t>seulement</a:t>
            </a:r>
            <a:r>
              <a:rPr sz="800" spc="65" dirty="0">
                <a:latin typeface="Century Gothic"/>
                <a:cs typeface="Century Gothic"/>
              </a:rPr>
              <a:t> </a:t>
            </a:r>
            <a:r>
              <a:rPr sz="800" spc="-10" dirty="0">
                <a:latin typeface="Century Gothic"/>
                <a:cs typeface="Century Gothic"/>
              </a:rPr>
              <a:t>714</a:t>
            </a:r>
            <a:r>
              <a:rPr sz="800" spc="55" dirty="0">
                <a:latin typeface="Century Gothic"/>
                <a:cs typeface="Century Gothic"/>
              </a:rPr>
              <a:t> </a:t>
            </a:r>
            <a:r>
              <a:rPr sz="800" dirty="0">
                <a:latin typeface="Century Gothic"/>
                <a:cs typeface="Century Gothic"/>
              </a:rPr>
              <a:t>‘sku’</a:t>
            </a:r>
            <a:r>
              <a:rPr sz="800" spc="50" dirty="0">
                <a:latin typeface="Century Gothic"/>
                <a:cs typeface="Century Gothic"/>
              </a:rPr>
              <a:t> </a:t>
            </a:r>
            <a:r>
              <a:rPr sz="800" dirty="0">
                <a:latin typeface="Century Gothic"/>
                <a:cs typeface="Century Gothic"/>
              </a:rPr>
              <a:t>renseignées</a:t>
            </a:r>
            <a:r>
              <a:rPr sz="800" spc="70" dirty="0">
                <a:latin typeface="Century Gothic"/>
                <a:cs typeface="Century Gothic"/>
              </a:rPr>
              <a:t> </a:t>
            </a:r>
            <a:r>
              <a:rPr sz="800" spc="-20" dirty="0">
                <a:latin typeface="Century Gothic"/>
                <a:cs typeface="Century Gothic"/>
              </a:rPr>
              <a:t>dans </a:t>
            </a:r>
            <a:r>
              <a:rPr sz="800" dirty="0">
                <a:latin typeface="Century Gothic"/>
                <a:cs typeface="Century Gothic"/>
              </a:rPr>
              <a:t>le</a:t>
            </a:r>
            <a:r>
              <a:rPr sz="800" spc="-15" dirty="0">
                <a:latin typeface="Century Gothic"/>
                <a:cs typeface="Century Gothic"/>
              </a:rPr>
              <a:t> </a:t>
            </a:r>
            <a:r>
              <a:rPr sz="800" dirty="0">
                <a:latin typeface="Century Gothic"/>
                <a:cs typeface="Century Gothic"/>
              </a:rPr>
              <a:t>dataframe</a:t>
            </a:r>
            <a:r>
              <a:rPr sz="800" spc="-25" dirty="0">
                <a:latin typeface="Century Gothic"/>
                <a:cs typeface="Century Gothic"/>
              </a:rPr>
              <a:t> </a:t>
            </a:r>
            <a:r>
              <a:rPr sz="800" spc="-10" dirty="0">
                <a:latin typeface="Century Gothic"/>
                <a:cs typeface="Century Gothic"/>
              </a:rPr>
              <a:t>‘df_web’</a:t>
            </a:r>
            <a:endParaRPr sz="800" dirty="0"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34722136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;p3">
            <a:extLst>
              <a:ext uri="{FF2B5EF4-FFF2-40B4-BE49-F238E27FC236}">
                <a16:creationId xmlns:a16="http://schemas.microsoft.com/office/drawing/2014/main" id="{92E8A485-2678-4301-39AE-A2AA6E52BE71}"/>
              </a:ext>
            </a:extLst>
          </p:cNvPr>
          <p:cNvSpPr/>
          <p:nvPr/>
        </p:nvSpPr>
        <p:spPr>
          <a:xfrm>
            <a:off x="107515" y="996621"/>
            <a:ext cx="6981197" cy="3225075"/>
          </a:xfrm>
          <a:prstGeom prst="rect">
            <a:avLst/>
          </a:prstGeom>
          <a:solidFill>
            <a:srgbClr val="AC0804">
              <a:alpha val="80000"/>
            </a:srgbClr>
          </a:solidFill>
          <a:ln cap="flat">
            <a:noFill/>
            <a:prstDash val="solid"/>
          </a:ln>
        </p:spPr>
        <p:txBody>
          <a:bodyPr vert="horz" wrap="square" lIns="91421" tIns="91421" rIns="91421" bIns="91421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PE" sz="14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Google Shape;228;p35">
            <a:extLst>
              <a:ext uri="{FF2B5EF4-FFF2-40B4-BE49-F238E27FC236}">
                <a16:creationId xmlns:a16="http://schemas.microsoft.com/office/drawing/2014/main" id="{B63F6846-B8E4-0003-2402-ACDD6B0F4F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5527" y="2280954"/>
            <a:ext cx="5714539" cy="1385848"/>
          </a:xfrm>
        </p:spPr>
        <p:txBody>
          <a:bodyPr>
            <a:noAutofit/>
          </a:bodyPr>
          <a:lstStyle/>
          <a:p>
            <a:pPr lvl="0"/>
            <a:r>
              <a:rPr lang="fr-FR" sz="3600" dirty="0">
                <a:solidFill>
                  <a:schemeClr val="bg1"/>
                </a:solidFill>
              </a:rPr>
              <a:t>Exploitation des données et résultats</a:t>
            </a:r>
          </a:p>
        </p:txBody>
      </p:sp>
      <p:sp>
        <p:nvSpPr>
          <p:cNvPr id="5" name="Google Shape;230;p35">
            <a:extLst>
              <a:ext uri="{FF2B5EF4-FFF2-40B4-BE49-F238E27FC236}">
                <a16:creationId xmlns:a16="http://schemas.microsoft.com/office/drawing/2014/main" id="{069C5FFB-F455-1898-49BA-B352C22B65F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30042" y="765593"/>
            <a:ext cx="1831497" cy="1439704"/>
          </a:xfrm>
        </p:spPr>
        <p:txBody>
          <a:bodyPr anchor="ctr">
            <a:normAutofit fontScale="90000"/>
          </a:bodyPr>
          <a:lstStyle/>
          <a:p>
            <a:pPr lvl="0" algn="r"/>
            <a:r>
              <a:rPr lang="en-US" sz="7300" dirty="0">
                <a:solidFill>
                  <a:schemeClr val="bg1"/>
                </a:solidFill>
              </a:rPr>
              <a:t>03</a:t>
            </a:r>
            <a:r>
              <a:rPr lang="en-US" sz="114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AB40E8A0-BCE2-DF84-1BAE-7DD9EA6579DF}"/>
              </a:ext>
            </a:extLst>
          </p:cNvPr>
          <p:cNvSpPr/>
          <p:nvPr/>
        </p:nvSpPr>
        <p:spPr>
          <a:xfrm flipH="1">
            <a:off x="7738878" y="88587"/>
            <a:ext cx="1401519" cy="908035"/>
          </a:xfrm>
          <a:custGeom>
            <a:avLst/>
            <a:gdLst>
              <a:gd name="f0" fmla="val 10800000"/>
              <a:gd name="f1" fmla="val 5400000"/>
              <a:gd name="f2" fmla="val 360"/>
              <a:gd name="f3" fmla="val 180"/>
              <a:gd name="f4" fmla="val w"/>
              <a:gd name="f5" fmla="val h"/>
              <a:gd name="f6" fmla="val 0"/>
              <a:gd name="f7" fmla="val 1590"/>
              <a:gd name="f8" fmla="val 1029"/>
              <a:gd name="f9" fmla="val 250"/>
              <a:gd name="f10" fmla="val 6"/>
              <a:gd name="f11" fmla="val 243"/>
              <a:gd name="f12" fmla="val 12"/>
              <a:gd name="f13" fmla="val 245"/>
              <a:gd name="f14" fmla="val 19"/>
              <a:gd name="f15" fmla="val 248"/>
              <a:gd name="f16" fmla="val 93"/>
              <a:gd name="f17" fmla="val 273"/>
              <a:gd name="f18" fmla="val 168"/>
              <a:gd name="f19" fmla="val 298"/>
              <a:gd name="f20" fmla="val 239"/>
              <a:gd name="f21" fmla="val 331"/>
              <a:gd name="f22" fmla="val 336"/>
              <a:gd name="f23" fmla="val 261"/>
              <a:gd name="f24" fmla="val 338"/>
              <a:gd name="f25" fmla="val 272"/>
              <a:gd name="f26" fmla="val 341"/>
              <a:gd name="f27" fmla="val 280"/>
              <a:gd name="f28" fmla="val 344"/>
              <a:gd name="f29" fmla="val 288"/>
              <a:gd name="f30" fmla="val 343"/>
              <a:gd name="f31" fmla="val 296"/>
              <a:gd name="f32" fmla="val 339"/>
              <a:gd name="f33" fmla="val 301"/>
              <a:gd name="f34" fmla="val 337"/>
              <a:gd name="f35" fmla="val 305"/>
              <a:gd name="f36" fmla="val 307"/>
              <a:gd name="f37" fmla="val 308"/>
              <a:gd name="f38" fmla="val 347"/>
              <a:gd name="f39" fmla="val 312"/>
              <a:gd name="f40" fmla="val 351"/>
              <a:gd name="f41" fmla="val 315"/>
              <a:gd name="f42" fmla="val 352"/>
              <a:gd name="f43" fmla="val 333"/>
              <a:gd name="f44" fmla="val 355"/>
              <a:gd name="f45" fmla="val 359"/>
              <a:gd name="f46" fmla="val 369"/>
              <a:gd name="f47" fmla="val 412"/>
              <a:gd name="f48" fmla="val 361"/>
              <a:gd name="f49" fmla="val 456"/>
              <a:gd name="f50" fmla="val 499"/>
              <a:gd name="f51" fmla="val 363"/>
              <a:gd name="f52" fmla="val 534"/>
              <a:gd name="f53" fmla="val 365"/>
              <a:gd name="f54" fmla="val 570"/>
              <a:gd name="f55" fmla="val 605"/>
              <a:gd name="f56" fmla="val 371"/>
              <a:gd name="f57" fmla="val 619"/>
              <a:gd name="f58" fmla="val 372"/>
              <a:gd name="f59" fmla="val 633"/>
              <a:gd name="f60" fmla="val 647"/>
              <a:gd name="f61" fmla="val 659"/>
              <a:gd name="f62" fmla="val 368"/>
              <a:gd name="f63" fmla="val 668"/>
              <a:gd name="f64" fmla="val 672"/>
              <a:gd name="f65" fmla="val 349"/>
              <a:gd name="f66" fmla="val 677"/>
              <a:gd name="f67" fmla="val 335"/>
              <a:gd name="f68" fmla="val 682"/>
              <a:gd name="f69" fmla="val 320"/>
              <a:gd name="f70" fmla="val 685"/>
              <a:gd name="f71" fmla="val 306"/>
              <a:gd name="f72" fmla="val 688"/>
              <a:gd name="f73" fmla="val 690"/>
              <a:gd name="f74" fmla="val 270"/>
              <a:gd name="f75" fmla="val 693"/>
              <a:gd name="f76" fmla="val 252"/>
              <a:gd name="f77" fmla="val 679"/>
              <a:gd name="f78" fmla="val 663"/>
              <a:gd name="f79" fmla="val 650"/>
              <a:gd name="f80" fmla="val 640"/>
              <a:gd name="f81" fmla="val 627"/>
              <a:gd name="f82" fmla="val 615"/>
              <a:gd name="f83" fmla="val 614"/>
              <a:gd name="f84" fmla="val 602"/>
              <a:gd name="f85" fmla="val 265"/>
              <a:gd name="f86" fmla="val 589"/>
              <a:gd name="f87" fmla="val 260"/>
              <a:gd name="f88" fmla="val 577"/>
              <a:gd name="f89" fmla="val 255"/>
              <a:gd name="f90" fmla="val 573"/>
              <a:gd name="f91" fmla="val 253"/>
              <a:gd name="f92" fmla="val 569"/>
              <a:gd name="f93" fmla="val 251"/>
              <a:gd name="f94" fmla="val 563"/>
              <a:gd name="f95" fmla="val 566"/>
              <a:gd name="f96" fmla="val 246"/>
              <a:gd name="f97" fmla="val 568"/>
              <a:gd name="f98" fmla="val 244"/>
              <a:gd name="f99" fmla="val 565"/>
              <a:gd name="f100" fmla="val 240"/>
              <a:gd name="f101" fmla="val 560"/>
              <a:gd name="f102" fmla="val 235"/>
              <a:gd name="f103" fmla="val 555"/>
              <a:gd name="f104" fmla="val 231"/>
              <a:gd name="f105" fmla="val 554"/>
              <a:gd name="f106" fmla="val 552"/>
              <a:gd name="f107" fmla="val 551"/>
              <a:gd name="f108" fmla="val 230"/>
              <a:gd name="f109" fmla="val 540"/>
              <a:gd name="f110" fmla="val 227"/>
              <a:gd name="f111" fmla="val 530"/>
              <a:gd name="f112" fmla="val 223"/>
              <a:gd name="f113" fmla="val 517"/>
              <a:gd name="f114" fmla="val 219"/>
              <a:gd name="f115" fmla="val 524"/>
              <a:gd name="f116" fmla="val 216"/>
              <a:gd name="f117" fmla="val 528"/>
              <a:gd name="f118" fmla="val 213"/>
              <a:gd name="f119" fmla="val 535"/>
              <a:gd name="f120" fmla="val 210"/>
              <a:gd name="f121" fmla="val 523"/>
              <a:gd name="f122" fmla="val 205"/>
              <a:gd name="f123" fmla="val 512"/>
              <a:gd name="f124" fmla="val 201"/>
              <a:gd name="f125" fmla="val 500"/>
              <a:gd name="f126" fmla="val 195"/>
              <a:gd name="f127" fmla="val 504"/>
              <a:gd name="f128" fmla="val 193"/>
              <a:gd name="f129" fmla="val 509"/>
              <a:gd name="f130" fmla="val 190"/>
              <a:gd name="f131" fmla="val 515"/>
              <a:gd name="f132" fmla="val 187"/>
              <a:gd name="f133" fmla="val 511"/>
              <a:gd name="f134" fmla="val 184"/>
              <a:gd name="f135" fmla="val 182"/>
              <a:gd name="f136" fmla="val 506"/>
              <a:gd name="f137" fmla="val 501"/>
              <a:gd name="f138" fmla="val 176"/>
              <a:gd name="f139" fmla="val 172"/>
              <a:gd name="f140" fmla="val 507"/>
              <a:gd name="f141" fmla="val 170"/>
              <a:gd name="f142" fmla="val 167"/>
              <a:gd name="f143" fmla="val 531"/>
              <a:gd name="f144" fmla="val 166"/>
              <a:gd name="f145" fmla="val 539"/>
              <a:gd name="f146" fmla="val 544"/>
              <a:gd name="f147" fmla="val 545"/>
              <a:gd name="f148" fmla="val 547"/>
              <a:gd name="f149" fmla="val 165"/>
              <a:gd name="f150" fmla="val 549"/>
              <a:gd name="f151" fmla="val 164"/>
              <a:gd name="f152" fmla="val 163"/>
              <a:gd name="f153" fmla="val 162"/>
              <a:gd name="f154" fmla="val 557"/>
              <a:gd name="f155" fmla="val 574"/>
              <a:gd name="f156" fmla="val 169"/>
              <a:gd name="f157" fmla="val 580"/>
              <a:gd name="f158" fmla="val 171"/>
              <a:gd name="f159" fmla="val 588"/>
              <a:gd name="f160" fmla="val 174"/>
              <a:gd name="f161" fmla="val 591"/>
              <a:gd name="f162" fmla="val 595"/>
              <a:gd name="f163" fmla="val 161"/>
              <a:gd name="f164" fmla="val 156"/>
              <a:gd name="f165" fmla="val 583"/>
              <a:gd name="f166" fmla="val 152"/>
              <a:gd name="f167" fmla="val 578"/>
              <a:gd name="f168" fmla="val 148"/>
              <a:gd name="f169" fmla="val 572"/>
              <a:gd name="f170" fmla="val 146"/>
              <a:gd name="f171" fmla="val 567"/>
              <a:gd name="f172" fmla="val 143"/>
              <a:gd name="f173" fmla="val 135"/>
              <a:gd name="f174" fmla="val 127"/>
              <a:gd name="f175" fmla="val 120"/>
              <a:gd name="f176" fmla="val 571"/>
              <a:gd name="f177" fmla="val 111"/>
              <a:gd name="f178" fmla="val 576"/>
              <a:gd name="f179" fmla="val 105"/>
              <a:gd name="f180" fmla="val 100"/>
              <a:gd name="f181" fmla="val 97"/>
              <a:gd name="f182" fmla="val 590"/>
              <a:gd name="f183" fmla="val 88"/>
              <a:gd name="f184" fmla="val 81"/>
              <a:gd name="f185" fmla="val 75"/>
              <a:gd name="f186" fmla="val 599"/>
              <a:gd name="f187" fmla="val 77"/>
              <a:gd name="f188" fmla="val 598"/>
              <a:gd name="f189" fmla="val 71"/>
              <a:gd name="f190" fmla="val 64"/>
              <a:gd name="f191" fmla="val 58"/>
              <a:gd name="f192" fmla="val 600"/>
              <a:gd name="f193" fmla="val 57"/>
              <a:gd name="f194" fmla="val 601"/>
              <a:gd name="f195" fmla="val 610"/>
              <a:gd name="f196" fmla="val 66"/>
              <a:gd name="f197" fmla="val 618"/>
              <a:gd name="f198" fmla="val 626"/>
              <a:gd name="f199" fmla="val 56"/>
              <a:gd name="f200" fmla="val 629"/>
              <a:gd name="f201" fmla="val 54"/>
              <a:gd name="f202" fmla="val 53"/>
              <a:gd name="f203" fmla="val 637"/>
              <a:gd name="f204" fmla="val 51"/>
              <a:gd name="f205" fmla="val 49"/>
              <a:gd name="f206" fmla="val 644"/>
              <a:gd name="f207" fmla="val 47"/>
              <a:gd name="f208" fmla="val 44"/>
              <a:gd name="f209" fmla="val 646"/>
              <a:gd name="f210" fmla="val 32"/>
              <a:gd name="f211" fmla="val 658"/>
              <a:gd name="f212" fmla="val 31"/>
              <a:gd name="f213" fmla="val 666"/>
              <a:gd name="f214" fmla="val 26"/>
              <a:gd name="f215" fmla="val 24"/>
              <a:gd name="f216" fmla="val 673"/>
              <a:gd name="f217" fmla="val 27"/>
              <a:gd name="f218" fmla="val 29"/>
              <a:gd name="f219" fmla="val 686"/>
              <a:gd name="f220" fmla="val 33"/>
              <a:gd name="f221" fmla="val 689"/>
              <a:gd name="f222" fmla="val 695"/>
              <a:gd name="f223" fmla="val 30"/>
              <a:gd name="f224" fmla="val 701"/>
              <a:gd name="f225" fmla="val 34"/>
              <a:gd name="f226" fmla="val 706"/>
              <a:gd name="f227" fmla="val 39"/>
              <a:gd name="f228" fmla="val 715"/>
              <a:gd name="f229" fmla="val 48"/>
              <a:gd name="f230" fmla="val 720"/>
              <a:gd name="f231" fmla="val 728"/>
              <a:gd name="f232" fmla="val 37"/>
              <a:gd name="f233" fmla="val 731"/>
              <a:gd name="f234" fmla="val 734"/>
              <a:gd name="f235" fmla="val 738"/>
              <a:gd name="f236" fmla="val 23"/>
              <a:gd name="f237" fmla="val 739"/>
              <a:gd name="f238" fmla="val 21"/>
              <a:gd name="f239" fmla="val 744"/>
              <a:gd name="f240" fmla="val 20"/>
              <a:gd name="f241" fmla="val 745"/>
              <a:gd name="f242" fmla="val 750"/>
              <a:gd name="f243" fmla="val 753"/>
              <a:gd name="f244" fmla="val 757"/>
              <a:gd name="f245" fmla="val 761"/>
              <a:gd name="f246" fmla="val 18"/>
              <a:gd name="f247" fmla="val 764"/>
              <a:gd name="f248" fmla="val 15"/>
              <a:gd name="f249" fmla="val 768"/>
              <a:gd name="f250" fmla="val 773"/>
              <a:gd name="f251" fmla="val 9"/>
              <a:gd name="f252" fmla="val 777"/>
              <a:gd name="f253" fmla="val 782"/>
              <a:gd name="f254" fmla="val 11"/>
              <a:gd name="f255" fmla="val 784"/>
              <a:gd name="f256" fmla="val 788"/>
              <a:gd name="f257" fmla="val 792"/>
              <a:gd name="f258" fmla="val 10"/>
              <a:gd name="f259" fmla="val 797"/>
              <a:gd name="f260" fmla="val 802"/>
              <a:gd name="f261" fmla="val 8"/>
              <a:gd name="f262" fmla="val 807"/>
              <a:gd name="f263" fmla="val 7"/>
              <a:gd name="f264" fmla="val 809"/>
              <a:gd name="f265" fmla="val 811"/>
              <a:gd name="f266" fmla="val 813"/>
              <a:gd name="f267" fmla="val 5"/>
              <a:gd name="f268" fmla="val 819"/>
              <a:gd name="f269" fmla="val 2"/>
              <a:gd name="f270" fmla="val 824"/>
              <a:gd name="f271" fmla="val 829"/>
              <a:gd name="f272" fmla="val 4"/>
              <a:gd name="f273" fmla="val 832"/>
              <a:gd name="f274" fmla="val 835"/>
              <a:gd name="f275" fmla="val 3"/>
              <a:gd name="f276" fmla="val 839"/>
              <a:gd name="f277" fmla="val 841"/>
              <a:gd name="f278" fmla="val 1"/>
              <a:gd name="f279" fmla="val 844"/>
              <a:gd name="f280" fmla="val 846"/>
              <a:gd name="f281" fmla="val 849"/>
              <a:gd name="f282" fmla="val 852"/>
              <a:gd name="f283" fmla="val 855"/>
              <a:gd name="f284" fmla="val 867"/>
              <a:gd name="f285" fmla="val 877"/>
              <a:gd name="f286" fmla="val 882"/>
              <a:gd name="f287" fmla="val 17"/>
              <a:gd name="f288" fmla="val 883"/>
              <a:gd name="f289" fmla="val 888"/>
              <a:gd name="f290" fmla="val 894"/>
              <a:gd name="f291" fmla="val 902"/>
              <a:gd name="f292" fmla="val 900"/>
              <a:gd name="f293" fmla="val 35"/>
              <a:gd name="f294" fmla="val 898"/>
              <a:gd name="f295" fmla="val 40"/>
              <a:gd name="f296" fmla="val 899"/>
              <a:gd name="f297" fmla="val 42"/>
              <a:gd name="f298" fmla="val 904"/>
              <a:gd name="f299" fmla="val 917"/>
              <a:gd name="f300" fmla="val 918"/>
              <a:gd name="f301" fmla="val 909"/>
              <a:gd name="f302" fmla="val 61"/>
              <a:gd name="f303" fmla="val 908"/>
              <a:gd name="f304" fmla="val 62"/>
              <a:gd name="f305" fmla="val 907"/>
              <a:gd name="f306" fmla="val 912"/>
              <a:gd name="f307" fmla="val 68"/>
              <a:gd name="f308" fmla="val 913"/>
              <a:gd name="f309" fmla="val 72"/>
              <a:gd name="f310" fmla="val 78"/>
              <a:gd name="f311" fmla="val 79"/>
              <a:gd name="f312" fmla="val 906"/>
              <a:gd name="f313" fmla="val 83"/>
              <a:gd name="f314" fmla="val 84"/>
              <a:gd name="f315" fmla="val 911"/>
              <a:gd name="f316" fmla="val 915"/>
              <a:gd name="f317" fmla="val 920"/>
              <a:gd name="f318" fmla="val 96"/>
              <a:gd name="f319" fmla="val 926"/>
              <a:gd name="f320" fmla="val 923"/>
              <a:gd name="f321" fmla="val 103"/>
              <a:gd name="f322" fmla="val 919"/>
              <a:gd name="f323" fmla="val 107"/>
              <a:gd name="f324" fmla="val 108"/>
              <a:gd name="f325" fmla="val 110"/>
              <a:gd name="f326" fmla="val 113"/>
              <a:gd name="f327" fmla="val 117"/>
              <a:gd name="f328" fmla="val 119"/>
              <a:gd name="f329" fmla="val 121"/>
              <a:gd name="f330" fmla="val 122"/>
              <a:gd name="f331" fmla="val 124"/>
              <a:gd name="f332" fmla="val 887"/>
              <a:gd name="f333" fmla="val 881"/>
              <a:gd name="f334" fmla="val 130"/>
              <a:gd name="f335" fmla="val 874"/>
              <a:gd name="f336" fmla="val 134"/>
              <a:gd name="f337" fmla="val 880"/>
              <a:gd name="f338" fmla="val 144"/>
              <a:gd name="f339" fmla="val 892"/>
              <a:gd name="f340" fmla="val 140"/>
              <a:gd name="f341" fmla="val 131"/>
              <a:gd name="f342" fmla="val 933"/>
              <a:gd name="f343" fmla="val 954"/>
              <a:gd name="f344" fmla="val 133"/>
              <a:gd name="f345" fmla="val 959"/>
              <a:gd name="f346" fmla="val 963"/>
              <a:gd name="f347" fmla="val 136"/>
              <a:gd name="f348" fmla="val 968"/>
              <a:gd name="f349" fmla="val 138"/>
              <a:gd name="f350" fmla="val 962"/>
              <a:gd name="f351" fmla="val 964"/>
              <a:gd name="f352" fmla="val 147"/>
              <a:gd name="f353" fmla="val 971"/>
              <a:gd name="f354" fmla="val 149"/>
              <a:gd name="f355" fmla="val 975"/>
              <a:gd name="f356" fmla="val 150"/>
              <a:gd name="f357" fmla="val 978"/>
              <a:gd name="f358" fmla="val 151"/>
              <a:gd name="f359" fmla="val 982"/>
              <a:gd name="f360" fmla="val 153"/>
              <a:gd name="f361" fmla="val 985"/>
              <a:gd name="f362" fmla="val 154"/>
              <a:gd name="f363" fmla="val 989"/>
              <a:gd name="f364" fmla="val 988"/>
              <a:gd name="f365" fmla="val 160"/>
              <a:gd name="f366" fmla="val 993"/>
              <a:gd name="f367" fmla="val 996"/>
              <a:gd name="f368" fmla="val 1000"/>
              <a:gd name="f369" fmla="val 1005"/>
              <a:gd name="f370" fmla="val 175"/>
              <a:gd name="f371" fmla="val 1007"/>
              <a:gd name="f372" fmla="val 179"/>
              <a:gd name="f373" fmla="val 1011"/>
              <a:gd name="f374" fmla="val 188"/>
              <a:gd name="f375" fmla="val 1016"/>
              <a:gd name="f376" fmla="val 196"/>
              <a:gd name="f377" fmla="val 1027"/>
              <a:gd name="f378" fmla="val 197"/>
              <a:gd name="f379" fmla="val 1018"/>
              <a:gd name="f380" fmla="val 209"/>
              <a:gd name="f381" fmla="val 1004"/>
              <a:gd name="f382" fmla="val 204"/>
              <a:gd name="f383" fmla="val 994"/>
              <a:gd name="f384" fmla="val 995"/>
              <a:gd name="f385" fmla="val 215"/>
              <a:gd name="f386" fmla="val 998"/>
              <a:gd name="f387" fmla="val 220"/>
              <a:gd name="f388" fmla="val 990"/>
              <a:gd name="f389" fmla="val 218"/>
              <a:gd name="f390" fmla="val 221"/>
              <a:gd name="f391" fmla="val 992"/>
              <a:gd name="f392" fmla="val 225"/>
              <a:gd name="f393" fmla="val 228"/>
              <a:gd name="f394" fmla="val 234"/>
              <a:gd name="f395" fmla="val 997"/>
              <a:gd name="f396" fmla="val 237"/>
              <a:gd name="f397" fmla="val 238"/>
              <a:gd name="f398" fmla="val 991"/>
              <a:gd name="f399" fmla="val 983"/>
              <a:gd name="f400" fmla="val 977"/>
              <a:gd name="f401" fmla="val 236"/>
              <a:gd name="f402" fmla="val 972"/>
              <a:gd name="f403" fmla="val 973"/>
              <a:gd name="f404" fmla="val 249"/>
              <a:gd name="f405" fmla="val 969"/>
              <a:gd name="f406" fmla="val 268"/>
              <a:gd name="f407" fmla="val 277"/>
              <a:gd name="f408" fmla="val 976"/>
              <a:gd name="f409" fmla="val 284"/>
              <a:gd name="f410" fmla="val 965"/>
              <a:gd name="f411" fmla="val 286"/>
              <a:gd name="f412" fmla="val 955"/>
              <a:gd name="f413" fmla="val 945"/>
              <a:gd name="f414" fmla="val 287"/>
              <a:gd name="f415" fmla="val 935"/>
              <a:gd name="f416" fmla="val 930"/>
              <a:gd name="f417" fmla="val 927"/>
              <a:gd name="f418" fmla="val 290"/>
              <a:gd name="f419" fmla="val 293"/>
              <a:gd name="f420" fmla="val 928"/>
              <a:gd name="f421" fmla="val 295"/>
              <a:gd name="f422" fmla="val 921"/>
              <a:gd name="f423" fmla="val 916"/>
              <a:gd name="f424" fmla="val 294"/>
              <a:gd name="f425" fmla="val 291"/>
              <a:gd name="f426" fmla="val 283"/>
              <a:gd name="f427" fmla="val 897"/>
              <a:gd name="f428" fmla="val 279"/>
              <a:gd name="f429" fmla="val 267"/>
              <a:gd name="f430" fmla="val 863"/>
              <a:gd name="f431" fmla="val 850"/>
              <a:gd name="f432" fmla="val 861"/>
              <a:gd name="f433" fmla="val 871"/>
              <a:gd name="f434" fmla="val 297"/>
              <a:gd name="f435" fmla="val 879"/>
              <a:gd name="f436" fmla="val 299"/>
              <a:gd name="f437" fmla="val 885"/>
              <a:gd name="f438" fmla="val 303"/>
              <a:gd name="f439" fmla="val 311"/>
              <a:gd name="f440" fmla="val 314"/>
              <a:gd name="f441" fmla="val 893"/>
              <a:gd name="f442" fmla="val 319"/>
              <a:gd name="f443" fmla="val 896"/>
              <a:gd name="f444" fmla="val 321"/>
              <a:gd name="f445" fmla="val 323"/>
              <a:gd name="f446" fmla="val 325"/>
              <a:gd name="f447" fmla="val 346"/>
              <a:gd name="f448" fmla="val 924"/>
              <a:gd name="f449" fmla="val 922"/>
              <a:gd name="f450" fmla="val 364"/>
              <a:gd name="f451" fmla="val 366"/>
              <a:gd name="f452" fmla="val 373"/>
              <a:gd name="f453" fmla="val 895"/>
              <a:gd name="f454" fmla="val 374"/>
              <a:gd name="f455" fmla="val 878"/>
              <a:gd name="f456" fmla="val 370"/>
              <a:gd name="f457" fmla="val 378"/>
              <a:gd name="f458" fmla="val 394"/>
              <a:gd name="f459" fmla="val 395"/>
              <a:gd name="f460" fmla="val 392"/>
              <a:gd name="f461" fmla="val 854"/>
              <a:gd name="f462" fmla="val 390"/>
              <a:gd name="f463" fmla="val 389"/>
              <a:gd name="f464" fmla="val 837"/>
              <a:gd name="f465" fmla="val 380"/>
              <a:gd name="f466" fmla="val 385"/>
              <a:gd name="f467" fmla="val 838"/>
              <a:gd name="f468" fmla="val 393"/>
              <a:gd name="f469" fmla="val 401"/>
              <a:gd name="f470" fmla="val 836"/>
              <a:gd name="f471" fmla="val 403"/>
              <a:gd name="f472" fmla="val 400"/>
              <a:gd name="f473" fmla="val 822"/>
              <a:gd name="f474" fmla="val 398"/>
              <a:gd name="f475" fmla="val 816"/>
              <a:gd name="f476" fmla="val 810"/>
              <a:gd name="f477" fmla="val 808"/>
              <a:gd name="f478" fmla="val 391"/>
              <a:gd name="f479" fmla="val 806"/>
              <a:gd name="f480" fmla="val 803"/>
              <a:gd name="f481" fmla="val 388"/>
              <a:gd name="f482" fmla="val 396"/>
              <a:gd name="f483" fmla="val 800"/>
              <a:gd name="f484" fmla="val 796"/>
              <a:gd name="f485" fmla="val 794"/>
              <a:gd name="f486" fmla="val 397"/>
              <a:gd name="f487" fmla="val 775"/>
              <a:gd name="f488" fmla="val 780"/>
              <a:gd name="f489" fmla="val 825"/>
              <a:gd name="f490" fmla="val 419"/>
              <a:gd name="f491" fmla="val 869"/>
              <a:gd name="f492" fmla="val 438"/>
              <a:gd name="f493" fmla="val 914"/>
              <a:gd name="f494" fmla="val 457"/>
              <a:gd name="f495" fmla="val 950"/>
              <a:gd name="f496" fmla="val 472"/>
              <a:gd name="f497" fmla="val 986"/>
              <a:gd name="f498" fmla="val 487"/>
              <a:gd name="f499" fmla="val 1022"/>
              <a:gd name="f500" fmla="val 502"/>
              <a:gd name="f501" fmla="val 1024"/>
              <a:gd name="f502" fmla="val 503"/>
              <a:gd name="f503" fmla="val 505"/>
              <a:gd name="f504" fmla="val 1033"/>
              <a:gd name="f505" fmla="val 491"/>
              <a:gd name="f506" fmla="val 1043"/>
              <a:gd name="f507" fmla="val 494"/>
              <a:gd name="f508" fmla="val 498"/>
              <a:gd name="f509" fmla="val 1044"/>
              <a:gd name="f510" fmla="val 1051"/>
              <a:gd name="f511" fmla="val 496"/>
              <a:gd name="f512" fmla="val 1057"/>
              <a:gd name="f513" fmla="val 488"/>
              <a:gd name="f514" fmla="val 1068"/>
              <a:gd name="f515" fmla="val 1069"/>
              <a:gd name="f516" fmla="val 490"/>
              <a:gd name="f517" fmla="val 492"/>
              <a:gd name="f518" fmla="val 1070"/>
              <a:gd name="f519" fmla="val 493"/>
              <a:gd name="f520" fmla="val 1081"/>
              <a:gd name="f521" fmla="val 1093"/>
              <a:gd name="f522" fmla="val 1104"/>
              <a:gd name="f523" fmla="val 1105"/>
              <a:gd name="f524" fmla="val 1103"/>
              <a:gd name="f525" fmla="val 1101"/>
              <a:gd name="f526" fmla="val 1098"/>
              <a:gd name="f527" fmla="val 1111"/>
              <a:gd name="f528" fmla="val 1123"/>
              <a:gd name="f529" fmla="val 513"/>
              <a:gd name="f530" fmla="val 1135"/>
              <a:gd name="f531" fmla="val 516"/>
              <a:gd name="f532" fmla="val 1148"/>
              <a:gd name="f533" fmla="val 519"/>
              <a:gd name="f534" fmla="val 1161"/>
              <a:gd name="f535" fmla="val 1173"/>
              <a:gd name="f536" fmla="val 529"/>
              <a:gd name="f537" fmla="val 1180"/>
              <a:gd name="f538" fmla="val 532"/>
              <a:gd name="f539" fmla="val 1185"/>
              <a:gd name="f540" fmla="val 538"/>
              <a:gd name="f541" fmla="val 1191"/>
              <a:gd name="f542" fmla="val 543"/>
              <a:gd name="f543" fmla="val 1199"/>
              <a:gd name="f544" fmla="val 1205"/>
              <a:gd name="f545" fmla="val 1214"/>
              <a:gd name="f546" fmla="val 546"/>
              <a:gd name="f547" fmla="val 1223"/>
              <a:gd name="f548" fmla="val 541"/>
              <a:gd name="f549" fmla="val 1231"/>
              <a:gd name="f550" fmla="val 1239"/>
              <a:gd name="f551" fmla="val 1244"/>
              <a:gd name="f552" fmla="val 526"/>
              <a:gd name="f553" fmla="val 1248"/>
              <a:gd name="f554" fmla="val 521"/>
              <a:gd name="f555" fmla="val 1251"/>
              <a:gd name="f556" fmla="val 1261"/>
              <a:gd name="f557" fmla="val 1259"/>
              <a:gd name="f558" fmla="val 1247"/>
              <a:gd name="f559" fmla="val 482"/>
              <a:gd name="f560" fmla="val 1241"/>
              <a:gd name="f561" fmla="val 483"/>
              <a:gd name="f562" fmla="val 1235"/>
              <a:gd name="f563" fmla="val 485"/>
              <a:gd name="f564" fmla="val 1230"/>
              <a:gd name="f565" fmla="val 1228"/>
              <a:gd name="f566" fmla="val 486"/>
              <a:gd name="f567" fmla="val 1225"/>
              <a:gd name="f568" fmla="val 480"/>
              <a:gd name="f569" fmla="val 1227"/>
              <a:gd name="f570" fmla="val 477"/>
              <a:gd name="f571" fmla="val 1233"/>
              <a:gd name="f572" fmla="val 475"/>
              <a:gd name="f573" fmla="val 1238"/>
              <a:gd name="f574" fmla="val 473"/>
              <a:gd name="f575" fmla="val 463"/>
              <a:gd name="f576" fmla="val 1246"/>
              <a:gd name="f577" fmla="val 461"/>
              <a:gd name="f578" fmla="val 1237"/>
              <a:gd name="f579" fmla="val 458"/>
              <a:gd name="f580" fmla="val 1232"/>
              <a:gd name="f581" fmla="val 459"/>
              <a:gd name="f582" fmla="val 1226"/>
              <a:gd name="f583" fmla="val 460"/>
              <a:gd name="f584" fmla="val 1220"/>
              <a:gd name="f585" fmla="val 1218"/>
              <a:gd name="f586" fmla="val 454"/>
              <a:gd name="f587" fmla="val 1219"/>
              <a:gd name="f588" fmla="val 452"/>
              <a:gd name="f589" fmla="val 1222"/>
              <a:gd name="f590" fmla="val 444"/>
              <a:gd name="f591" fmla="val 1229"/>
              <a:gd name="f592" fmla="val 446"/>
              <a:gd name="f593" fmla="val 448"/>
              <a:gd name="f594" fmla="val 1236"/>
              <a:gd name="f595" fmla="val 443"/>
              <a:gd name="f596" fmla="val 439"/>
              <a:gd name="f597" fmla="val 435"/>
              <a:gd name="f598" fmla="val 429"/>
              <a:gd name="f599" fmla="val 428"/>
              <a:gd name="f600" fmla="val 1216"/>
              <a:gd name="f601" fmla="val 1213"/>
              <a:gd name="f602" fmla="val 1210"/>
              <a:gd name="f603" fmla="val 430"/>
              <a:gd name="f604" fmla="val 1208"/>
              <a:gd name="f605" fmla="val 1207"/>
              <a:gd name="f606" fmla="val 1204"/>
              <a:gd name="f607" fmla="val 421"/>
              <a:gd name="f608" fmla="val 426"/>
              <a:gd name="f609" fmla="val 1242"/>
              <a:gd name="f610" fmla="val 432"/>
              <a:gd name="f611" fmla="val 450"/>
              <a:gd name="f612" fmla="val 1250"/>
              <a:gd name="f613" fmla="val 1254"/>
              <a:gd name="f614" fmla="val 474"/>
              <a:gd name="f615" fmla="val 476"/>
              <a:gd name="f616" fmla="val 1255"/>
              <a:gd name="f617" fmla="val 1267"/>
              <a:gd name="f618" fmla="val 1265"/>
              <a:gd name="f619" fmla="val 1263"/>
              <a:gd name="f620" fmla="val 1262"/>
              <a:gd name="f621" fmla="val 1264"/>
              <a:gd name="f622" fmla="val 1270"/>
              <a:gd name="f623" fmla="val 1273"/>
              <a:gd name="f624" fmla="val 1276"/>
              <a:gd name="f625" fmla="val 479"/>
              <a:gd name="f626" fmla="val 1280"/>
              <a:gd name="f627" fmla="val 1271"/>
              <a:gd name="f628" fmla="val 471"/>
              <a:gd name="f629" fmla="val 1274"/>
              <a:gd name="f630" fmla="val 464"/>
              <a:gd name="f631" fmla="val 1269"/>
              <a:gd name="f632" fmla="val 441"/>
              <a:gd name="f633" fmla="val 440"/>
              <a:gd name="f634" fmla="val 442"/>
              <a:gd name="f635" fmla="val 1275"/>
              <a:gd name="f636" fmla="val 433"/>
              <a:gd name="f637" fmla="val 423"/>
              <a:gd name="f638" fmla="val 1272"/>
              <a:gd name="f639" fmla="val 411"/>
              <a:gd name="f640" fmla="val 1277"/>
              <a:gd name="f641" fmla="val 413"/>
              <a:gd name="f642" fmla="val 1281"/>
              <a:gd name="f643" fmla="val 414"/>
              <a:gd name="f644" fmla="val 1285"/>
              <a:gd name="f645" fmla="val 415"/>
              <a:gd name="f646" fmla="val 1287"/>
              <a:gd name="f647" fmla="val 410"/>
              <a:gd name="f648" fmla="val 1289"/>
              <a:gd name="f649" fmla="val 1291"/>
              <a:gd name="f650" fmla="val 1292"/>
              <a:gd name="f651" fmla="val 383"/>
              <a:gd name="f652" fmla="val 1294"/>
              <a:gd name="f653" fmla="val 375"/>
              <a:gd name="f654" fmla="val 1295"/>
              <a:gd name="f655" fmla="val 1296"/>
              <a:gd name="f656" fmla="val 1297"/>
              <a:gd name="f657" fmla="val 1304"/>
              <a:gd name="f658" fmla="val 382"/>
              <a:gd name="f659" fmla="val 1309"/>
              <a:gd name="f660" fmla="val 1318"/>
              <a:gd name="f661" fmla="val 1327"/>
              <a:gd name="f662" fmla="val 402"/>
              <a:gd name="f663" fmla="val 1329"/>
              <a:gd name="f664" fmla="val 1337"/>
              <a:gd name="f665" fmla="val 409"/>
              <a:gd name="f666" fmla="val 1340"/>
              <a:gd name="f667" fmla="val 405"/>
              <a:gd name="f668" fmla="val 1342"/>
              <a:gd name="f669" fmla="val 406"/>
              <a:gd name="f670" fmla="val 1344"/>
              <a:gd name="f671" fmla="val 407"/>
              <a:gd name="f672" fmla="val 1345"/>
              <a:gd name="f673" fmla="val 1346"/>
              <a:gd name="f674" fmla="val 399"/>
              <a:gd name="f675" fmla="val 1347"/>
              <a:gd name="f676" fmla="val 1349"/>
              <a:gd name="f677" fmla="val 1351"/>
              <a:gd name="f678" fmla="val 1352"/>
              <a:gd name="f679" fmla="val 1355"/>
              <a:gd name="f680" fmla="val 1356"/>
              <a:gd name="f681" fmla="val 1359"/>
              <a:gd name="f682" fmla="val 1362"/>
              <a:gd name="f683" fmla="val 1365"/>
              <a:gd name="f684" fmla="val 404"/>
              <a:gd name="f685" fmla="val 1371"/>
              <a:gd name="f686" fmla="val 1377"/>
              <a:gd name="f687" fmla="val 387"/>
              <a:gd name="f688" fmla="val 1383"/>
              <a:gd name="f689" fmla="val 1386"/>
              <a:gd name="f690" fmla="val 1388"/>
              <a:gd name="f691" fmla="val 386"/>
              <a:gd name="f692" fmla="val 1390"/>
              <a:gd name="f693" fmla="val 1395"/>
              <a:gd name="f694" fmla="val 1399"/>
              <a:gd name="f695" fmla="val 1404"/>
              <a:gd name="f696" fmla="val 379"/>
              <a:gd name="f697" fmla="val 1405"/>
              <a:gd name="f698" fmla="val 1407"/>
              <a:gd name="f699" fmla="val 381"/>
              <a:gd name="f700" fmla="val 1410"/>
              <a:gd name="f701" fmla="val 1414"/>
              <a:gd name="f702" fmla="val 1419"/>
              <a:gd name="f703" fmla="val 1425"/>
              <a:gd name="f704" fmla="val 1427"/>
              <a:gd name="f705" fmla="val 1432"/>
              <a:gd name="f706" fmla="val 1433"/>
              <a:gd name="f707" fmla="val 1435"/>
              <a:gd name="f708" fmla="val 1436"/>
              <a:gd name="f709" fmla="val 376"/>
              <a:gd name="f710" fmla="val 1437"/>
              <a:gd name="f711" fmla="val 1438"/>
              <a:gd name="f712" fmla="val 1442"/>
              <a:gd name="f713" fmla="val 1444"/>
              <a:gd name="f714" fmla="val 1453"/>
              <a:gd name="f715" fmla="val 1451"/>
              <a:gd name="f716" fmla="val 1448"/>
              <a:gd name="f717" fmla="val 436"/>
              <a:gd name="f718" fmla="val 1447"/>
              <a:gd name="f719" fmla="val 445"/>
              <a:gd name="f720" fmla="val 1452"/>
              <a:gd name="f721" fmla="val 1458"/>
              <a:gd name="f722" fmla="val 1460"/>
              <a:gd name="f723" fmla="val 451"/>
              <a:gd name="f724" fmla="val 1464"/>
              <a:gd name="f725" fmla="val 1462"/>
              <a:gd name="f726" fmla="val 462"/>
              <a:gd name="f727" fmla="val 468"/>
              <a:gd name="f728" fmla="val 1467"/>
              <a:gd name="f729" fmla="val 466"/>
              <a:gd name="f730" fmla="val 1469"/>
              <a:gd name="f731" fmla="val 1468"/>
              <a:gd name="f732" fmla="val 1470"/>
              <a:gd name="f733" fmla="val 1477"/>
              <a:gd name="f734" fmla="val 484"/>
              <a:gd name="f735" fmla="val 1484"/>
              <a:gd name="f736" fmla="val 1486"/>
              <a:gd name="f737" fmla="val 1483"/>
              <a:gd name="f738" fmla="val 497"/>
              <a:gd name="f739" fmla="val 1480"/>
              <a:gd name="f740" fmla="val 1481"/>
              <a:gd name="f741" fmla="val 1487"/>
              <a:gd name="f742" fmla="val 1490"/>
              <a:gd name="f743" fmla="val 1493"/>
              <a:gd name="f744" fmla="val 520"/>
              <a:gd name="f745" fmla="val 1491"/>
              <a:gd name="f746" fmla="val 527"/>
              <a:gd name="f747" fmla="val 533"/>
              <a:gd name="f748" fmla="val 1475"/>
              <a:gd name="f749" fmla="val 537"/>
              <a:gd name="f750" fmla="val 550"/>
              <a:gd name="f751" fmla="val 1465"/>
              <a:gd name="f752" fmla="val 553"/>
              <a:gd name="f753" fmla="val 1461"/>
              <a:gd name="f754" fmla="val 1457"/>
              <a:gd name="f755" fmla="val 556"/>
              <a:gd name="f756" fmla="val 558"/>
              <a:gd name="f757" fmla="val 1450"/>
              <a:gd name="f758" fmla="val 559"/>
              <a:gd name="f759" fmla="val 1454"/>
              <a:gd name="f760" fmla="val 564"/>
              <a:gd name="f761" fmla="val 1456"/>
              <a:gd name="f762" fmla="val 1459"/>
              <a:gd name="f763" fmla="val 1463"/>
              <a:gd name="f764" fmla="val 579"/>
              <a:gd name="f765" fmla="val 582"/>
              <a:gd name="f766" fmla="val 585"/>
              <a:gd name="f767" fmla="val 594"/>
              <a:gd name="f768" fmla="val 1466"/>
              <a:gd name="f769" fmla="val 597"/>
              <a:gd name="f770" fmla="val 603"/>
              <a:gd name="f771" fmla="val 1473"/>
              <a:gd name="f772" fmla="val 1479"/>
              <a:gd name="f773" fmla="val 1485"/>
              <a:gd name="f774" fmla="val 607"/>
              <a:gd name="f775" fmla="val 1495"/>
              <a:gd name="f776" fmla="val 611"/>
              <a:gd name="f777" fmla="val 1496"/>
              <a:gd name="f778" fmla="val 1500"/>
              <a:gd name="f779" fmla="val 623"/>
              <a:gd name="f780" fmla="val 1509"/>
              <a:gd name="f781" fmla="val 624"/>
              <a:gd name="f782" fmla="val 1512"/>
              <a:gd name="f783" fmla="val 1515"/>
              <a:gd name="f784" fmla="val 1517"/>
              <a:gd name="f785" fmla="val 1513"/>
              <a:gd name="f786" fmla="val 631"/>
              <a:gd name="f787" fmla="val 1510"/>
              <a:gd name="f788" fmla="val 632"/>
              <a:gd name="f789" fmla="val 1502"/>
              <a:gd name="f790" fmla="val 636"/>
              <a:gd name="f791" fmla="val 639"/>
              <a:gd name="f792" fmla="val 1488"/>
              <a:gd name="f793" fmla="val 649"/>
              <a:gd name="f794" fmla="val 652"/>
              <a:gd name="f795" fmla="val 1494"/>
              <a:gd name="f796" fmla="val 655"/>
              <a:gd name="f797" fmla="val 657"/>
              <a:gd name="f798" fmla="val 660"/>
              <a:gd name="f799" fmla="val 667"/>
              <a:gd name="f800" fmla="val 1497"/>
              <a:gd name="f801" fmla="val 669"/>
              <a:gd name="f802" fmla="val 675"/>
              <a:gd name="f803" fmla="val 681"/>
              <a:gd name="f804" fmla="val 1499"/>
              <a:gd name="f805" fmla="val 1501"/>
              <a:gd name="f806" fmla="val 696"/>
              <a:gd name="f807" fmla="val 684"/>
              <a:gd name="f808" fmla="val 1476"/>
              <a:gd name="f809" fmla="val 698"/>
              <a:gd name="f810" fmla="val 694"/>
              <a:gd name="f811" fmla="val 691"/>
              <a:gd name="f812" fmla="val 1446"/>
              <a:gd name="f813" fmla="val 683"/>
              <a:gd name="f814" fmla="val 702"/>
              <a:gd name="f815" fmla="val 1439"/>
              <a:gd name="f816" fmla="val 713"/>
              <a:gd name="f817" fmla="val 710"/>
              <a:gd name="f818" fmla="val 707"/>
              <a:gd name="f819" fmla="val 704"/>
              <a:gd name="f820" fmla="val 1431"/>
              <a:gd name="f821" fmla="val 1426"/>
              <a:gd name="f822" fmla="val 680"/>
              <a:gd name="f823" fmla="val 1424"/>
              <a:gd name="f824" fmla="val 670"/>
              <a:gd name="f825" fmla="val 1420"/>
              <a:gd name="f826" fmla="val 662"/>
              <a:gd name="f827" fmla="val 1417"/>
              <a:gd name="f828" fmla="val 653"/>
              <a:gd name="f829" fmla="val 1415"/>
              <a:gd name="f830" fmla="val 642"/>
              <a:gd name="f831" fmla="val 1418"/>
              <a:gd name="f832" fmla="val 635"/>
              <a:gd name="f833" fmla="val 1421"/>
              <a:gd name="f834" fmla="val 1423"/>
              <a:gd name="f835" fmla="val 625"/>
              <a:gd name="f836" fmla="val 1397"/>
              <a:gd name="f837" fmla="val 612"/>
              <a:gd name="f838" fmla="val 1392"/>
              <a:gd name="f839" fmla="val 1387"/>
              <a:gd name="f840" fmla="val 1385"/>
              <a:gd name="f841" fmla="val 609"/>
              <a:gd name="f842" fmla="val 608"/>
              <a:gd name="f843" fmla="val 1378"/>
              <a:gd name="f844" fmla="val 606"/>
              <a:gd name="f845" fmla="val 1373"/>
              <a:gd name="f846" fmla="val 1368"/>
              <a:gd name="f847" fmla="val 1336"/>
              <a:gd name="f848" fmla="val 1319"/>
              <a:gd name="f849" fmla="val 1339"/>
              <a:gd name="f850" fmla="val 1348"/>
              <a:gd name="f851" fmla="val 1364"/>
              <a:gd name="f852" fmla="val 742"/>
              <a:gd name="f853" fmla="val 769"/>
              <a:gd name="f854" fmla="val 845"/>
              <a:gd name="f855" fmla="val 853"/>
              <a:gd name="f856" fmla="val 1507"/>
              <a:gd name="f857" fmla="val 860"/>
              <a:gd name="f858" fmla="val 866"/>
              <a:gd name="f859" fmla="val 1529"/>
              <a:gd name="f860" fmla="val 1545"/>
              <a:gd name="f861" fmla="val 1562"/>
              <a:gd name="f862" fmla="val 1582"/>
              <a:gd name="f863" fmla="val 870"/>
              <a:gd name="f864" fmla="val 1587"/>
              <a:gd name="f865" fmla="val 1578"/>
              <a:gd name="f866" fmla="val 833"/>
              <a:gd name="f867" fmla="val 1575"/>
              <a:gd name="f868" fmla="val 828"/>
              <a:gd name="f869" fmla="val 826"/>
              <a:gd name="f870" fmla="val 1580"/>
              <a:gd name="f871" fmla="val 823"/>
              <a:gd name="f872" fmla="val 1589"/>
              <a:gd name="f873" fmla="val 843"/>
              <a:gd name="f874" fmla="val 1588"/>
              <a:gd name="f875" fmla="val 876"/>
              <a:gd name="f876" fmla="val 1569"/>
              <a:gd name="f877" fmla="val 1557"/>
              <a:gd name="f878" fmla="val 1534"/>
              <a:gd name="f879" fmla="val 1531"/>
              <a:gd name="f880" fmla="val 1524"/>
              <a:gd name="f881" fmla="val 1533"/>
              <a:gd name="f882" fmla="val 1540"/>
              <a:gd name="f883" fmla="val 910"/>
              <a:gd name="f884" fmla="val 1549"/>
              <a:gd name="f885" fmla="val 1559"/>
              <a:gd name="f886" fmla="val 940"/>
              <a:gd name="f887" fmla="val 1568"/>
              <a:gd name="f888" fmla="val 958"/>
              <a:gd name="f889" fmla="val 979"/>
              <a:gd name="f890" fmla="val 1570"/>
              <a:gd name="f891" fmla="val 1003"/>
              <a:gd name="f892" fmla="val 1561"/>
              <a:gd name="f893" fmla="val 1014"/>
              <a:gd name="f894" fmla="val 1556"/>
              <a:gd name="f895" fmla="val 1547"/>
              <a:gd name="f896" fmla="val 1538"/>
              <a:gd name="f897" fmla="val 1527"/>
              <a:gd name="f898" fmla="val 1025"/>
              <a:gd name="f899" fmla="val 1521"/>
              <a:gd name="f900" fmla="val 1520"/>
              <a:gd name="f901" fmla="val 1006"/>
              <a:gd name="f902" fmla="val 1519"/>
              <a:gd name="f903" fmla="val 1522"/>
              <a:gd name="f904" fmla="val 981"/>
              <a:gd name="f905" fmla="val 1526"/>
              <a:gd name="f906" fmla="val 980"/>
              <a:gd name="f907" fmla="val 1532"/>
              <a:gd name="f908" fmla="val 1523"/>
              <a:gd name="f909" fmla="val 1001"/>
              <a:gd name="f910" fmla="val 1023"/>
              <a:gd name="f911" fmla="val 1553"/>
              <a:gd name="f912" fmla="val 1015"/>
              <a:gd name="f913" fmla="val 1564"/>
              <a:gd name="f914" fmla="val 1563"/>
              <a:gd name="f915" fmla="val 1554"/>
              <a:gd name="f916" fmla="val 943"/>
              <a:gd name="f917" fmla="val 1539"/>
              <a:gd name="f918" fmla="val 1528"/>
              <a:gd name="f919" fmla="val 886"/>
              <a:gd name="f920" fmla="val 1514"/>
              <a:gd name="f921" fmla="val 1503"/>
              <a:gd name="f922" fmla="val 856"/>
              <a:gd name="f923" fmla="val 842"/>
              <a:gd name="f924" fmla="val 1471"/>
              <a:gd name="f925" fmla="val 1422"/>
              <a:gd name="f926" fmla="val 765"/>
              <a:gd name="f927" fmla="val 732"/>
              <a:gd name="f928" fmla="val 1381"/>
              <a:gd name="f929" fmla="val 705"/>
              <a:gd name="f930" fmla="val 676"/>
              <a:gd name="f931" fmla="val 648"/>
              <a:gd name="f932" fmla="val 1335"/>
              <a:gd name="f933" fmla="val 630"/>
              <a:gd name="f934" fmla="val 1322"/>
              <a:gd name="f935" fmla="val 1308"/>
              <a:gd name="f936" fmla="val 596"/>
              <a:gd name="f937" fmla="val 1306"/>
              <a:gd name="f938" fmla="val 1305"/>
              <a:gd name="f939" fmla="val 1258"/>
              <a:gd name="f940" fmla="val 1211"/>
              <a:gd name="f941" fmla="val 1163"/>
              <a:gd name="f942" fmla="val 1165"/>
              <a:gd name="f943" fmla="val 1177"/>
              <a:gd name="f944" fmla="val 1170"/>
              <a:gd name="f945" fmla="val 1178"/>
              <a:gd name="f946" fmla="val 1186"/>
              <a:gd name="f947" fmla="val 1194"/>
              <a:gd name="f948" fmla="val 587"/>
              <a:gd name="f949" fmla="val 592"/>
              <a:gd name="f950" fmla="val 1179"/>
              <a:gd name="f951" fmla="val 593"/>
              <a:gd name="f952" fmla="val 1172"/>
              <a:gd name="f953" fmla="val 1168"/>
              <a:gd name="f954" fmla="val 1164"/>
              <a:gd name="f955" fmla="val 1158"/>
              <a:gd name="f956" fmla="val 604"/>
              <a:gd name="f957" fmla="val 1155"/>
              <a:gd name="f958" fmla="val 1162"/>
              <a:gd name="f959" fmla="val 1171"/>
              <a:gd name="f960" fmla="val 617"/>
              <a:gd name="f961" fmla="val 620"/>
              <a:gd name="f962" fmla="val 1184"/>
              <a:gd name="f963" fmla="val 1198"/>
              <a:gd name="f964" fmla="val 1209"/>
              <a:gd name="f965" fmla="val 1200"/>
              <a:gd name="f966" fmla="val 643"/>
              <a:gd name="f967" fmla="val 1182"/>
              <a:gd name="f968" fmla="val 656"/>
              <a:gd name="f969" fmla="val 1196"/>
              <a:gd name="f970" fmla="val 671"/>
              <a:gd name="f971" fmla="val 1203"/>
              <a:gd name="f972" fmla="val 674"/>
              <a:gd name="f973" fmla="val 1202"/>
              <a:gd name="f974" fmla="val 1189"/>
              <a:gd name="f975" fmla="val 1195"/>
              <a:gd name="f976" fmla="val 1197"/>
              <a:gd name="f977" fmla="val 1201"/>
              <a:gd name="f978" fmla="val 1206"/>
              <a:gd name="f979" fmla="val 717"/>
              <a:gd name="f980" fmla="val 721"/>
              <a:gd name="f981" fmla="val 723"/>
              <a:gd name="f982" fmla="val 726"/>
              <a:gd name="f983" fmla="val 735"/>
              <a:gd name="f984" fmla="val 1212"/>
              <a:gd name="f985" fmla="val 746"/>
              <a:gd name="f986" fmla="val 751"/>
              <a:gd name="f987" fmla="val 752"/>
              <a:gd name="f988" fmla="val 749"/>
              <a:gd name="f989" fmla="val 1176"/>
              <a:gd name="f990" fmla="val 748"/>
              <a:gd name="f991" fmla="val 755"/>
              <a:gd name="f992" fmla="val 760"/>
              <a:gd name="f993" fmla="val 1110"/>
              <a:gd name="f994" fmla="val 736"/>
              <a:gd name="f995" fmla="val 1097"/>
              <a:gd name="f996" fmla="val 725"/>
              <a:gd name="f997" fmla="val 1092"/>
              <a:gd name="f998" fmla="val 718"/>
              <a:gd name="f999" fmla="val 1086"/>
              <a:gd name="f1000" fmla="val 711"/>
              <a:gd name="f1001" fmla="val 1080"/>
              <a:gd name="f1002" fmla="val 1071"/>
              <a:gd name="f1003" fmla="val 703"/>
              <a:gd name="f1004" fmla="val 1066"/>
              <a:gd name="f1005" fmla="val 1064"/>
              <a:gd name="f1006" fmla="val 708"/>
              <a:gd name="f1007" fmla="val 1065"/>
              <a:gd name="f1008" fmla="val 714"/>
              <a:gd name="f1009" fmla="val 1067"/>
              <a:gd name="f1010" fmla="val 1073"/>
              <a:gd name="f1011" fmla="val 1077"/>
              <a:gd name="f1012" fmla="val 741"/>
              <a:gd name="f1013" fmla="val 1079"/>
              <a:gd name="f1014" fmla="val 1083"/>
              <a:gd name="f1015" fmla="val 762"/>
              <a:gd name="f1016" fmla="val 1075"/>
              <a:gd name="f1017" fmla="val 767"/>
              <a:gd name="f1018" fmla="val 1074"/>
              <a:gd name="f1019" fmla="val 778"/>
              <a:gd name="f1020" fmla="val 786"/>
              <a:gd name="f1021" fmla="val 795"/>
              <a:gd name="f1022" fmla="val 801"/>
              <a:gd name="f1023" fmla="val 1061"/>
              <a:gd name="f1024" fmla="val 1056"/>
              <a:gd name="f1025" fmla="val 1055"/>
              <a:gd name="f1026" fmla="val 799"/>
              <a:gd name="f1027" fmla="val 1054"/>
              <a:gd name="f1028" fmla="val 1053"/>
              <a:gd name="f1029" fmla="val 805"/>
              <a:gd name="f1030" fmla="val 1049"/>
              <a:gd name="f1031" fmla="val 1046"/>
              <a:gd name="f1032" fmla="val 1041"/>
              <a:gd name="f1033" fmla="val 820"/>
              <a:gd name="f1034" fmla="val 1038"/>
              <a:gd name="f1035" fmla="val 818"/>
              <a:gd name="f1036" fmla="val 1035"/>
              <a:gd name="f1037" fmla="val 1034"/>
              <a:gd name="f1038" fmla="val 830"/>
              <a:gd name="f1039" fmla="val 1032"/>
              <a:gd name="f1040" fmla="val 1030"/>
              <a:gd name="f1041" fmla="val 1021"/>
              <a:gd name="f1042" fmla="val 1019"/>
              <a:gd name="f1043" fmla="val 1017"/>
              <a:gd name="f1044" fmla="val 840"/>
              <a:gd name="f1045" fmla="val 999"/>
              <a:gd name="f1046" fmla="val 970"/>
              <a:gd name="f1047" fmla="val 966"/>
              <a:gd name="f1048" fmla="val 961"/>
              <a:gd name="f1049" fmla="val 960"/>
              <a:gd name="f1050" fmla="val 956"/>
              <a:gd name="f1051" fmla="val 821"/>
              <a:gd name="f1052" fmla="val 953"/>
              <a:gd name="f1053" fmla="val 949"/>
              <a:gd name="f1054" fmla="val 827"/>
              <a:gd name="f1055" fmla="val 941"/>
              <a:gd name="f1056" fmla="val 938"/>
              <a:gd name="f1057" fmla="val 937"/>
              <a:gd name="f1058" fmla="val 814"/>
              <a:gd name="f1059" fmla="val 939"/>
              <a:gd name="f1060" fmla="val 934"/>
              <a:gd name="f1061" fmla="val 790"/>
              <a:gd name="f1062" fmla="val 793"/>
              <a:gd name="f1063" fmla="val 787"/>
              <a:gd name="f1064" fmla="val 756"/>
              <a:gd name="f1065" fmla="val 754"/>
              <a:gd name="f1066" fmla="val 747"/>
              <a:gd name="f1067" fmla="val 737"/>
              <a:gd name="f1068" fmla="val 730"/>
              <a:gd name="f1069" fmla="val 722"/>
              <a:gd name="f1070" fmla="val 716"/>
              <a:gd name="f1071" fmla="val 932"/>
              <a:gd name="f1072" fmla="val 931"/>
              <a:gd name="f1073" fmla="val 929"/>
              <a:gd name="f1074" fmla="val 697"/>
              <a:gd name="f1075" fmla="val 891"/>
              <a:gd name="f1076" fmla="val 873"/>
              <a:gd name="f1077" fmla="val 868"/>
              <a:gd name="f1078" fmla="val 729"/>
              <a:gd name="f1079" fmla="val 858"/>
              <a:gd name="f1080" fmla="val 831"/>
              <a:gd name="f1081" fmla="val 834"/>
              <a:gd name="f1082" fmla="val 661"/>
              <a:gd name="f1083" fmla="val 641"/>
              <a:gd name="f1084" fmla="val 622"/>
              <a:gd name="f1085" fmla="val 851"/>
              <a:gd name="f1086" fmla="val 859"/>
              <a:gd name="f1087" fmla="val 862"/>
              <a:gd name="f1088" fmla="val 613"/>
              <a:gd name="f1089" fmla="val 864"/>
              <a:gd name="f1090" fmla="val 586"/>
              <a:gd name="f1091" fmla="val 581"/>
              <a:gd name="f1092" fmla="val 575"/>
              <a:gd name="f1093" fmla="val 865"/>
              <a:gd name="f1094" fmla="val 884"/>
              <a:gd name="f1095" fmla="val 901"/>
              <a:gd name="f1096" fmla="val 525"/>
              <a:gd name="f1097" fmla="val 510"/>
              <a:gd name="f1098" fmla="val 508"/>
              <a:gd name="f1099" fmla="val 925"/>
              <a:gd name="f1100" fmla="val 946"/>
              <a:gd name="f1101" fmla="val 948"/>
              <a:gd name="f1102" fmla="val 952"/>
              <a:gd name="f1103" fmla="val 957"/>
              <a:gd name="f1104" fmla="val 514"/>
              <a:gd name="f1105" fmla="val 974"/>
              <a:gd name="f1106" fmla="val 548"/>
              <a:gd name="f1107" fmla="val 542"/>
              <a:gd name="f1108" fmla="val 518"/>
              <a:gd name="f1109" fmla="val 987"/>
              <a:gd name="f1110" fmla="val 889"/>
              <a:gd name="f1111" fmla="val 815"/>
              <a:gd name="f1112" fmla="val 417"/>
              <a:gd name="f1113" fmla="val 776"/>
              <a:gd name="f1114" fmla="val 774"/>
              <a:gd name="f1115" fmla="val 416"/>
              <a:gd name="f1116" fmla="val 422"/>
              <a:gd name="f1117" fmla="val 687"/>
              <a:gd name="f1118" fmla="val 616"/>
              <a:gd name="f1119" fmla="val 418"/>
              <a:gd name="f1120" fmla="val 455"/>
              <a:gd name="f1121" fmla="val 522"/>
              <a:gd name="f1122" fmla="val 638"/>
              <a:gd name="f1123" fmla="val 621"/>
              <a:gd name="f1124" fmla="val 628"/>
              <a:gd name="f1125" fmla="val 561"/>
              <a:gd name="f1126" fmla="val 584"/>
              <a:gd name="f1127" fmla="val 384"/>
              <a:gd name="f1128" fmla="val 562"/>
              <a:gd name="f1129" fmla="val 437"/>
              <a:gd name="f1130" fmla="val 357"/>
              <a:gd name="f1131" fmla="val 324"/>
              <a:gd name="f1132" fmla="val 300"/>
              <a:gd name="f1133" fmla="val 292"/>
              <a:gd name="f1134" fmla="val 316"/>
              <a:gd name="f1135" fmla="val 326"/>
              <a:gd name="f1136" fmla="val 353"/>
              <a:gd name="f1137" fmla="val 408"/>
              <a:gd name="f1138" fmla="val 354"/>
              <a:gd name="f1139" fmla="val 425"/>
              <a:gd name="f1140" fmla="val 342"/>
              <a:gd name="f1141" fmla="val 431"/>
              <a:gd name="f1142" fmla="val 332"/>
              <a:gd name="f1143" fmla="val 356"/>
              <a:gd name="f1144" fmla="val 453"/>
              <a:gd name="f1145" fmla="val 434"/>
              <a:gd name="f1146" fmla="val 536"/>
              <a:gd name="f1147" fmla="val 469"/>
              <a:gd name="f1148" fmla="val 362"/>
              <a:gd name="f1149" fmla="val 334"/>
              <a:gd name="f1150" fmla="val 330"/>
              <a:gd name="f1151" fmla="val 340"/>
              <a:gd name="f1152" fmla="val 358"/>
              <a:gd name="f1153" fmla="val 377"/>
              <a:gd name="f1154" fmla="val 654"/>
              <a:gd name="f1155" fmla="val 467"/>
              <a:gd name="f1156" fmla="val 478"/>
              <a:gd name="f1157" fmla="val 470"/>
              <a:gd name="f1158" fmla="val 447"/>
              <a:gd name="f1159" fmla="val 699"/>
              <a:gd name="f1160" fmla="val 724"/>
              <a:gd name="f1161" fmla="val 427"/>
              <a:gd name="f1162" fmla="val 420"/>
              <a:gd name="f1163" fmla="val 763"/>
              <a:gd name="f1164" fmla="val 770"/>
              <a:gd name="f1165" fmla="val 783"/>
              <a:gd name="f1166" fmla="val 779"/>
              <a:gd name="f1167" fmla="val 766"/>
              <a:gd name="f1168" fmla="val 310"/>
              <a:gd name="f1169" fmla="val 743"/>
              <a:gd name="f1170" fmla="val 271"/>
              <a:gd name="f1171" fmla="val 262"/>
              <a:gd name="f1172" fmla="val 263"/>
              <a:gd name="f1173" fmla="val 266"/>
              <a:gd name="f1174" fmla="val 719"/>
              <a:gd name="f1175" fmla="val 727"/>
              <a:gd name="f1176" fmla="val 276"/>
              <a:gd name="f1177" fmla="val 281"/>
              <a:gd name="f1178" fmla="val 278"/>
              <a:gd name="f1179" fmla="val 759"/>
              <a:gd name="f1180" fmla="val 282"/>
              <a:gd name="f1181" fmla="val 285"/>
              <a:gd name="f1182" fmla="val 259"/>
              <a:gd name="f1183" fmla="val 258"/>
              <a:gd name="f1184" fmla="val 758"/>
              <a:gd name="f1185" fmla="val 256"/>
              <a:gd name="f1186" fmla="val 212"/>
              <a:gd name="f1187" fmla="val 199"/>
              <a:gd name="f1188" fmla="val 185"/>
              <a:gd name="f1189" fmla="val 177"/>
              <a:gd name="f1190" fmla="val 173"/>
              <a:gd name="f1191" fmla="val 709"/>
              <a:gd name="f1192" fmla="val 159"/>
              <a:gd name="f1193" fmla="val 692"/>
              <a:gd name="f1194" fmla="val 678"/>
              <a:gd name="f1195" fmla="val 145"/>
              <a:gd name="f1196" fmla="val 142"/>
              <a:gd name="f1197" fmla="val 129"/>
              <a:gd name="f1198" fmla="val 128"/>
              <a:gd name="f1199" fmla="val 123"/>
              <a:gd name="f1200" fmla="val 495"/>
              <a:gd name="f1201" fmla="val 158"/>
              <a:gd name="f1202" fmla="val 449"/>
              <a:gd name="f1203" fmla="val 157"/>
              <a:gd name="f1204" fmla="val 191"/>
              <a:gd name="f1205" fmla="val 194"/>
              <a:gd name="f1206" fmla="val 192"/>
              <a:gd name="f1207" fmla="val 189"/>
              <a:gd name="f1208" fmla="val 186"/>
              <a:gd name="f1209" fmla="val 178"/>
              <a:gd name="f1210" fmla="val 181"/>
              <a:gd name="f1211" fmla="val 198"/>
              <a:gd name="f1212" fmla="val 200"/>
              <a:gd name="f1213" fmla="val 214"/>
              <a:gd name="f1214" fmla="val 226"/>
              <a:gd name="f1215" fmla="val 229"/>
              <a:gd name="f1216" fmla="val 257"/>
              <a:gd name="f1217" fmla="val 328"/>
              <a:gd name="f1218" fmla="val 264"/>
              <a:gd name="f1219" fmla="val 254"/>
              <a:gd name="f1220" fmla="val 1256"/>
              <a:gd name="f1221" fmla="val 1234"/>
              <a:gd name="f1222" fmla="val 1283"/>
              <a:gd name="f1223" fmla="val 1293"/>
              <a:gd name="f1224" fmla="val 1313"/>
              <a:gd name="f1225" fmla="val 1330"/>
              <a:gd name="f1226" fmla="val 1338"/>
              <a:gd name="f1227" fmla="val 1332"/>
              <a:gd name="f1228" fmla="val 1301"/>
              <a:gd name="f1229" fmla="val 700"/>
              <a:gd name="f1230" fmla="val 712"/>
              <a:gd name="f1231" fmla="val 1360"/>
              <a:gd name="f1232" fmla="val 1353"/>
              <a:gd name="f1233" fmla="val 1324"/>
              <a:gd name="f1234" fmla="val 1320"/>
              <a:gd name="f1235" fmla="val 1358"/>
              <a:gd name="f1236" fmla="val 1136"/>
              <a:gd name="f1237" fmla="val 1174"/>
              <a:gd name="f1238" fmla="val 1141"/>
              <a:gd name="f1239" fmla="val 1139"/>
              <a:gd name="f1240" fmla="val 1138"/>
              <a:gd name="f1241" fmla="val 1434"/>
              <a:gd name="f1242" fmla="val 1440"/>
              <a:gd name="f1243" fmla="val 1416"/>
              <a:gd name="f1244" fmla="val 1428"/>
              <a:gd name="f1245" fmla="val 1429"/>
              <a:gd name="f1246" fmla="val 1406"/>
              <a:gd name="f1247" fmla="+- 0 0 -90"/>
              <a:gd name="f1248" fmla="*/ f4 1 1590"/>
              <a:gd name="f1249" fmla="*/ f5 1 1029"/>
              <a:gd name="f1250" fmla="val f6"/>
              <a:gd name="f1251" fmla="val f7"/>
              <a:gd name="f1252" fmla="val f8"/>
              <a:gd name="f1253" fmla="*/ f1247 f0 1"/>
              <a:gd name="f1254" fmla="+- f1252 0 f1250"/>
              <a:gd name="f1255" fmla="+- f1251 0 f1250"/>
              <a:gd name="f1256" fmla="*/ f1253 1 f3"/>
              <a:gd name="f1257" fmla="*/ f1255 1 1590"/>
              <a:gd name="f1258" fmla="*/ f1254 1 1029"/>
              <a:gd name="f1259" fmla="*/ 499 f1255 1"/>
              <a:gd name="f1260" fmla="*/ 363 f1254 1"/>
              <a:gd name="f1261" fmla="*/ 577 f1255 1"/>
              <a:gd name="f1262" fmla="*/ 255 f1254 1"/>
              <a:gd name="f1263" fmla="*/ 506 f1255 1"/>
              <a:gd name="f1264" fmla="*/ 180 f1254 1"/>
              <a:gd name="f1265" fmla="*/ 567 f1255 1"/>
              <a:gd name="f1266" fmla="*/ 143 f1254 1"/>
              <a:gd name="f1267" fmla="*/ 644 f1255 1"/>
              <a:gd name="f1268" fmla="*/ 44 f1254 1"/>
              <a:gd name="f1269" fmla="*/ 768 f1255 1"/>
              <a:gd name="f1270" fmla="*/ 12 f1254 1"/>
              <a:gd name="f1271" fmla="*/ 882 f1255 1"/>
              <a:gd name="f1272" fmla="*/ 17 f1254 1"/>
              <a:gd name="f1273" fmla="*/ 919 f1255 1"/>
              <a:gd name="f1274" fmla="*/ 105 f1254 1"/>
              <a:gd name="f1275" fmla="*/ 982 f1255 1"/>
              <a:gd name="f1276" fmla="*/ 153 f1254 1"/>
              <a:gd name="f1277" fmla="*/ 997 f1255 1"/>
              <a:gd name="f1278" fmla="*/ 237 f1254 1"/>
              <a:gd name="f1279" fmla="*/ 912 f1255 1"/>
              <a:gd name="f1280" fmla="*/ 291 f1254 1"/>
              <a:gd name="f1281" fmla="*/ 913 f1255 1"/>
              <a:gd name="f1282" fmla="*/ 366 f1254 1"/>
              <a:gd name="f1283" fmla="*/ 803 f1255 1"/>
              <a:gd name="f1284" fmla="*/ 394 f1254 1"/>
              <a:gd name="f1285" fmla="*/ 1044 f1255 1"/>
              <a:gd name="f1286" fmla="*/ 503 f1254 1"/>
              <a:gd name="f1287" fmla="*/ 1214 f1255 1"/>
              <a:gd name="f1288" fmla="*/ 546 f1254 1"/>
              <a:gd name="f1289" fmla="*/ 1220 f1255 1"/>
              <a:gd name="f1290" fmla="*/ 460 f1254 1"/>
              <a:gd name="f1291" fmla="*/ 1250 f1255 1"/>
              <a:gd name="f1292" fmla="*/ 474 f1254 1"/>
              <a:gd name="f1293" fmla="*/ 1261 f1255 1"/>
              <a:gd name="f1294" fmla="*/ 441 f1254 1"/>
              <a:gd name="f1295" fmla="*/ 1337 f1255 1"/>
              <a:gd name="f1296" fmla="*/ 419 f1254 1"/>
              <a:gd name="f1297" fmla="*/ 1390 f1255 1"/>
              <a:gd name="f1298" fmla="*/ 389 f1254 1"/>
              <a:gd name="f1299" fmla="*/ 1447 f1255 1"/>
              <a:gd name="f1300" fmla="*/ 443 f1254 1"/>
              <a:gd name="f1301" fmla="*/ 1484 f1255 1"/>
              <a:gd name="f1302" fmla="*/ 516 f1254 1"/>
              <a:gd name="f1303" fmla="*/ 1457 f1255 1"/>
              <a:gd name="f1304" fmla="*/ 585 f1254 1"/>
              <a:gd name="f1305" fmla="*/ 1483 f1255 1"/>
              <a:gd name="f1306" fmla="*/ 644 f1254 1"/>
              <a:gd name="f1307" fmla="*/ 1439 f1255 1"/>
              <a:gd name="f1308" fmla="*/ 713 f1254 1"/>
              <a:gd name="f1309" fmla="*/ 1368 f1255 1"/>
              <a:gd name="f1310" fmla="*/ 602 f1254 1"/>
              <a:gd name="f1311" fmla="*/ 1580 f1255 1"/>
              <a:gd name="f1312" fmla="*/ 823 f1254 1"/>
              <a:gd name="f1313" fmla="*/ 1520 f1255 1"/>
              <a:gd name="f1314" fmla="*/ 1006 f1254 1"/>
              <a:gd name="f1315" fmla="*/ 1471 f1255 1"/>
              <a:gd name="f1316" fmla="*/ 829 f1254 1"/>
              <a:gd name="f1317" fmla="*/ 1172 f1255 1"/>
              <a:gd name="f1318" fmla="*/ 594 f1254 1"/>
              <a:gd name="f1319" fmla="*/ 1207 f1255 1"/>
              <a:gd name="f1320" fmla="*/ 684 f1254 1"/>
              <a:gd name="f1321" fmla="*/ 1180 f1255 1"/>
              <a:gd name="f1322" fmla="*/ 749 f1254 1"/>
              <a:gd name="f1323" fmla="*/ 1075 f1255 1"/>
              <a:gd name="f1324" fmla="*/ 767 f1254 1"/>
              <a:gd name="f1325" fmla="*/ 822 f1254 1"/>
              <a:gd name="f1326" fmla="*/ 961 f1255 1"/>
              <a:gd name="f1327" fmla="*/ 838 f1254 1"/>
              <a:gd name="f1328" fmla="*/ 911 f1255 1"/>
              <a:gd name="f1329" fmla="*/ 782 f1254 1"/>
              <a:gd name="f1330" fmla="*/ 908 f1255 1"/>
              <a:gd name="f1331" fmla="*/ 711 f1254 1"/>
              <a:gd name="f1332" fmla="*/ 825 f1255 1"/>
              <a:gd name="f1333" fmla="*/ 679 f1254 1"/>
              <a:gd name="f1334" fmla="*/ 829 f1255 1"/>
              <a:gd name="f1335" fmla="*/ 589 f1254 1"/>
              <a:gd name="f1336" fmla="*/ 894 f1255 1"/>
              <a:gd name="f1337" fmla="*/ 506 f1254 1"/>
              <a:gd name="f1338" fmla="*/ 1024 f1255 1"/>
              <a:gd name="f1339" fmla="*/ 527 f1254 1"/>
              <a:gd name="f1340" fmla="*/ 590 f1255 1"/>
              <a:gd name="f1341" fmla="*/ 493 f1254 1"/>
              <a:gd name="f1342" fmla="*/ 594 f1255 1"/>
              <a:gd name="f1343" fmla="*/ 550 f1254 1"/>
              <a:gd name="f1344" fmla="*/ 553 f1255 1"/>
              <a:gd name="f1345" fmla="*/ 286 f1255 1"/>
              <a:gd name="f1346" fmla="*/ 395 f1254 1"/>
              <a:gd name="f1347" fmla="*/ 368 f1255 1"/>
              <a:gd name="f1348" fmla="*/ 445 f1254 1"/>
              <a:gd name="f1349" fmla="*/ 416 f1255 1"/>
              <a:gd name="f1350" fmla="*/ 592 f1254 1"/>
              <a:gd name="f1351" fmla="*/ 445 f1255 1"/>
              <a:gd name="f1352" fmla="*/ 638 f1254 1"/>
              <a:gd name="f1353" fmla="*/ 435 f1255 1"/>
              <a:gd name="f1354" fmla="*/ 738 f1254 1"/>
              <a:gd name="f1355" fmla="*/ 301 f1255 1"/>
              <a:gd name="f1356" fmla="*/ 732 f1254 1"/>
              <a:gd name="f1357" fmla="*/ 278 f1255 1"/>
              <a:gd name="f1358" fmla="*/ 766 f1254 1"/>
              <a:gd name="f1359" fmla="*/ 150 f1255 1"/>
              <a:gd name="f1360" fmla="*/ 682 f1254 1"/>
              <a:gd name="f1361" fmla="*/ 159 f1255 1"/>
              <a:gd name="f1362" fmla="*/ 454 f1254 1"/>
              <a:gd name="f1363" fmla="*/ 193 f1255 1"/>
              <a:gd name="f1364" fmla="*/ 500 f1254 1"/>
              <a:gd name="f1365" fmla="*/ 8 f1255 1"/>
              <a:gd name="f1366" fmla="*/ 261 f1254 1"/>
              <a:gd name="f1367" fmla="*/ 1322 f1255 1"/>
              <a:gd name="f1368" fmla="*/ 542 f1254 1"/>
              <a:gd name="f1369" fmla="*/ 682 f1255 1"/>
              <a:gd name="f1370" fmla="*/ 371 f1254 1"/>
              <a:gd name="f1371" fmla="*/ 1348 f1255 1"/>
              <a:gd name="f1372" fmla="*/ 545 f1254 1"/>
              <a:gd name="f1373" fmla="*/ 1433 f1255 1"/>
              <a:gd name="f1374" fmla="*/ 624 f1254 1"/>
              <a:gd name="f1375" fmla="*/ 1406 f1255 1"/>
              <a:gd name="f1376" fmla="*/ 488 f1254 1"/>
              <a:gd name="f1377" fmla="+- f1256 0 f1"/>
              <a:gd name="f1378" fmla="*/ f1259 1 1590"/>
              <a:gd name="f1379" fmla="*/ f1260 1 1029"/>
              <a:gd name="f1380" fmla="*/ f1261 1 1590"/>
              <a:gd name="f1381" fmla="*/ f1262 1 1029"/>
              <a:gd name="f1382" fmla="*/ f1263 1 1590"/>
              <a:gd name="f1383" fmla="*/ f1264 1 1029"/>
              <a:gd name="f1384" fmla="*/ f1265 1 1590"/>
              <a:gd name="f1385" fmla="*/ f1266 1 1029"/>
              <a:gd name="f1386" fmla="*/ f1267 1 1590"/>
              <a:gd name="f1387" fmla="*/ f1268 1 1029"/>
              <a:gd name="f1388" fmla="*/ f1269 1 1590"/>
              <a:gd name="f1389" fmla="*/ f1270 1 1029"/>
              <a:gd name="f1390" fmla="*/ f1271 1 1590"/>
              <a:gd name="f1391" fmla="*/ f1272 1 1029"/>
              <a:gd name="f1392" fmla="*/ f1273 1 1590"/>
              <a:gd name="f1393" fmla="*/ f1274 1 1029"/>
              <a:gd name="f1394" fmla="*/ f1275 1 1590"/>
              <a:gd name="f1395" fmla="*/ f1276 1 1029"/>
              <a:gd name="f1396" fmla="*/ f1277 1 1590"/>
              <a:gd name="f1397" fmla="*/ f1278 1 1029"/>
              <a:gd name="f1398" fmla="*/ f1279 1 1590"/>
              <a:gd name="f1399" fmla="*/ f1280 1 1029"/>
              <a:gd name="f1400" fmla="*/ f1281 1 1590"/>
              <a:gd name="f1401" fmla="*/ f1282 1 1029"/>
              <a:gd name="f1402" fmla="*/ f1283 1 1590"/>
              <a:gd name="f1403" fmla="*/ f1284 1 1029"/>
              <a:gd name="f1404" fmla="*/ f1285 1 1590"/>
              <a:gd name="f1405" fmla="*/ f1286 1 1029"/>
              <a:gd name="f1406" fmla="*/ f1287 1 1590"/>
              <a:gd name="f1407" fmla="*/ f1288 1 1029"/>
              <a:gd name="f1408" fmla="*/ f1289 1 1590"/>
              <a:gd name="f1409" fmla="*/ f1290 1 1029"/>
              <a:gd name="f1410" fmla="*/ f1291 1 1590"/>
              <a:gd name="f1411" fmla="*/ f1292 1 1029"/>
              <a:gd name="f1412" fmla="*/ f1293 1 1590"/>
              <a:gd name="f1413" fmla="*/ f1294 1 1029"/>
              <a:gd name="f1414" fmla="*/ f1295 1 1590"/>
              <a:gd name="f1415" fmla="*/ f1296 1 1029"/>
              <a:gd name="f1416" fmla="*/ f1297 1 1590"/>
              <a:gd name="f1417" fmla="*/ f1298 1 1029"/>
              <a:gd name="f1418" fmla="*/ f1299 1 1590"/>
              <a:gd name="f1419" fmla="*/ f1300 1 1029"/>
              <a:gd name="f1420" fmla="*/ f1301 1 1590"/>
              <a:gd name="f1421" fmla="*/ f1302 1 1029"/>
              <a:gd name="f1422" fmla="*/ f1303 1 1590"/>
              <a:gd name="f1423" fmla="*/ f1304 1 1029"/>
              <a:gd name="f1424" fmla="*/ f1305 1 1590"/>
              <a:gd name="f1425" fmla="*/ f1306 1 1029"/>
              <a:gd name="f1426" fmla="*/ f1307 1 1590"/>
              <a:gd name="f1427" fmla="*/ f1308 1 1029"/>
              <a:gd name="f1428" fmla="*/ f1309 1 1590"/>
              <a:gd name="f1429" fmla="*/ f1310 1 1029"/>
              <a:gd name="f1430" fmla="*/ f1311 1 1590"/>
              <a:gd name="f1431" fmla="*/ f1312 1 1029"/>
              <a:gd name="f1432" fmla="*/ f1313 1 1590"/>
              <a:gd name="f1433" fmla="*/ f1314 1 1029"/>
              <a:gd name="f1434" fmla="*/ f1315 1 1590"/>
              <a:gd name="f1435" fmla="*/ f1316 1 1029"/>
              <a:gd name="f1436" fmla="*/ f1317 1 1590"/>
              <a:gd name="f1437" fmla="*/ f1318 1 1029"/>
              <a:gd name="f1438" fmla="*/ f1319 1 1590"/>
              <a:gd name="f1439" fmla="*/ f1320 1 1029"/>
              <a:gd name="f1440" fmla="*/ f1321 1 1590"/>
              <a:gd name="f1441" fmla="*/ f1322 1 1029"/>
              <a:gd name="f1442" fmla="*/ f1323 1 1590"/>
              <a:gd name="f1443" fmla="*/ f1324 1 1029"/>
              <a:gd name="f1444" fmla="*/ f1325 1 1029"/>
              <a:gd name="f1445" fmla="*/ f1326 1 1590"/>
              <a:gd name="f1446" fmla="*/ f1327 1 1029"/>
              <a:gd name="f1447" fmla="*/ f1328 1 1590"/>
              <a:gd name="f1448" fmla="*/ f1329 1 1029"/>
              <a:gd name="f1449" fmla="*/ f1330 1 1590"/>
              <a:gd name="f1450" fmla="*/ f1331 1 1029"/>
              <a:gd name="f1451" fmla="*/ f1332 1 1590"/>
              <a:gd name="f1452" fmla="*/ f1333 1 1029"/>
              <a:gd name="f1453" fmla="*/ f1334 1 1590"/>
              <a:gd name="f1454" fmla="*/ f1335 1 1029"/>
              <a:gd name="f1455" fmla="*/ f1336 1 1590"/>
              <a:gd name="f1456" fmla="*/ f1337 1 1029"/>
              <a:gd name="f1457" fmla="*/ f1338 1 1590"/>
              <a:gd name="f1458" fmla="*/ f1339 1 1029"/>
              <a:gd name="f1459" fmla="*/ f1340 1 1590"/>
              <a:gd name="f1460" fmla="*/ f1341 1 1029"/>
              <a:gd name="f1461" fmla="*/ f1342 1 1590"/>
              <a:gd name="f1462" fmla="*/ f1343 1 1029"/>
              <a:gd name="f1463" fmla="*/ f1344 1 1590"/>
              <a:gd name="f1464" fmla="*/ f1345 1 1590"/>
              <a:gd name="f1465" fmla="*/ f1346 1 1029"/>
              <a:gd name="f1466" fmla="*/ f1347 1 1590"/>
              <a:gd name="f1467" fmla="*/ f1348 1 1029"/>
              <a:gd name="f1468" fmla="*/ f1349 1 1590"/>
              <a:gd name="f1469" fmla="*/ f1350 1 1029"/>
              <a:gd name="f1470" fmla="*/ f1351 1 1590"/>
              <a:gd name="f1471" fmla="*/ f1352 1 1029"/>
              <a:gd name="f1472" fmla="*/ f1353 1 1590"/>
              <a:gd name="f1473" fmla="*/ f1354 1 1029"/>
              <a:gd name="f1474" fmla="*/ f1355 1 1590"/>
              <a:gd name="f1475" fmla="*/ f1356 1 1029"/>
              <a:gd name="f1476" fmla="*/ f1357 1 1590"/>
              <a:gd name="f1477" fmla="*/ f1358 1 1029"/>
              <a:gd name="f1478" fmla="*/ f1359 1 1590"/>
              <a:gd name="f1479" fmla="*/ f1360 1 1029"/>
              <a:gd name="f1480" fmla="*/ f1361 1 1590"/>
              <a:gd name="f1481" fmla="*/ f1362 1 1029"/>
              <a:gd name="f1482" fmla="*/ f1363 1 1590"/>
              <a:gd name="f1483" fmla="*/ f1364 1 1029"/>
              <a:gd name="f1484" fmla="*/ f1365 1 1590"/>
              <a:gd name="f1485" fmla="*/ f1366 1 1029"/>
              <a:gd name="f1486" fmla="*/ f1367 1 1590"/>
              <a:gd name="f1487" fmla="*/ f1368 1 1029"/>
              <a:gd name="f1488" fmla="*/ f1369 1 1590"/>
              <a:gd name="f1489" fmla="*/ f1370 1 1029"/>
              <a:gd name="f1490" fmla="*/ f1371 1 1590"/>
              <a:gd name="f1491" fmla="*/ f1372 1 1029"/>
              <a:gd name="f1492" fmla="*/ f1373 1 1590"/>
              <a:gd name="f1493" fmla="*/ f1374 1 1029"/>
              <a:gd name="f1494" fmla="*/ f1375 1 1590"/>
              <a:gd name="f1495" fmla="*/ f1376 1 1029"/>
              <a:gd name="f1496" fmla="*/ 0 1 f1257"/>
              <a:gd name="f1497" fmla="*/ f1251 1 f1257"/>
              <a:gd name="f1498" fmla="*/ 0 1 f1258"/>
              <a:gd name="f1499" fmla="*/ f1252 1 f1258"/>
              <a:gd name="f1500" fmla="*/ f1378 1 f1257"/>
              <a:gd name="f1501" fmla="*/ f1379 1 f1258"/>
              <a:gd name="f1502" fmla="*/ f1380 1 f1257"/>
              <a:gd name="f1503" fmla="*/ f1381 1 f1258"/>
              <a:gd name="f1504" fmla="*/ f1382 1 f1257"/>
              <a:gd name="f1505" fmla="*/ f1383 1 f1258"/>
              <a:gd name="f1506" fmla="*/ f1384 1 f1257"/>
              <a:gd name="f1507" fmla="*/ f1385 1 f1258"/>
              <a:gd name="f1508" fmla="*/ f1386 1 f1257"/>
              <a:gd name="f1509" fmla="*/ f1387 1 f1258"/>
              <a:gd name="f1510" fmla="*/ f1388 1 f1257"/>
              <a:gd name="f1511" fmla="*/ f1389 1 f1258"/>
              <a:gd name="f1512" fmla="*/ f1390 1 f1257"/>
              <a:gd name="f1513" fmla="*/ f1391 1 f1258"/>
              <a:gd name="f1514" fmla="*/ f1392 1 f1257"/>
              <a:gd name="f1515" fmla="*/ f1393 1 f1258"/>
              <a:gd name="f1516" fmla="*/ f1394 1 f1257"/>
              <a:gd name="f1517" fmla="*/ f1395 1 f1258"/>
              <a:gd name="f1518" fmla="*/ f1396 1 f1257"/>
              <a:gd name="f1519" fmla="*/ f1397 1 f1258"/>
              <a:gd name="f1520" fmla="*/ f1398 1 f1257"/>
              <a:gd name="f1521" fmla="*/ f1399 1 f1258"/>
              <a:gd name="f1522" fmla="*/ f1400 1 f1257"/>
              <a:gd name="f1523" fmla="*/ f1401 1 f1258"/>
              <a:gd name="f1524" fmla="*/ f1402 1 f1257"/>
              <a:gd name="f1525" fmla="*/ f1403 1 f1258"/>
              <a:gd name="f1526" fmla="*/ f1404 1 f1257"/>
              <a:gd name="f1527" fmla="*/ f1405 1 f1258"/>
              <a:gd name="f1528" fmla="*/ f1406 1 f1257"/>
              <a:gd name="f1529" fmla="*/ f1407 1 f1258"/>
              <a:gd name="f1530" fmla="*/ f1408 1 f1257"/>
              <a:gd name="f1531" fmla="*/ f1409 1 f1258"/>
              <a:gd name="f1532" fmla="*/ f1410 1 f1257"/>
              <a:gd name="f1533" fmla="*/ f1411 1 f1258"/>
              <a:gd name="f1534" fmla="*/ f1412 1 f1257"/>
              <a:gd name="f1535" fmla="*/ f1413 1 f1258"/>
              <a:gd name="f1536" fmla="*/ f1414 1 f1257"/>
              <a:gd name="f1537" fmla="*/ f1415 1 f1258"/>
              <a:gd name="f1538" fmla="*/ f1416 1 f1257"/>
              <a:gd name="f1539" fmla="*/ f1417 1 f1258"/>
              <a:gd name="f1540" fmla="*/ f1418 1 f1257"/>
              <a:gd name="f1541" fmla="*/ f1419 1 f1258"/>
              <a:gd name="f1542" fmla="*/ f1420 1 f1257"/>
              <a:gd name="f1543" fmla="*/ f1421 1 f1258"/>
              <a:gd name="f1544" fmla="*/ f1422 1 f1257"/>
              <a:gd name="f1545" fmla="*/ f1423 1 f1258"/>
              <a:gd name="f1546" fmla="*/ f1424 1 f1257"/>
              <a:gd name="f1547" fmla="*/ f1425 1 f1258"/>
              <a:gd name="f1548" fmla="*/ f1426 1 f1257"/>
              <a:gd name="f1549" fmla="*/ f1427 1 f1258"/>
              <a:gd name="f1550" fmla="*/ f1428 1 f1257"/>
              <a:gd name="f1551" fmla="*/ f1429 1 f1258"/>
              <a:gd name="f1552" fmla="*/ f1430 1 f1257"/>
              <a:gd name="f1553" fmla="*/ f1431 1 f1258"/>
              <a:gd name="f1554" fmla="*/ f1432 1 f1257"/>
              <a:gd name="f1555" fmla="*/ f1433 1 f1258"/>
              <a:gd name="f1556" fmla="*/ f1434 1 f1257"/>
              <a:gd name="f1557" fmla="*/ f1435 1 f1258"/>
              <a:gd name="f1558" fmla="*/ f1436 1 f1257"/>
              <a:gd name="f1559" fmla="*/ f1437 1 f1258"/>
              <a:gd name="f1560" fmla="*/ f1438 1 f1257"/>
              <a:gd name="f1561" fmla="*/ f1439 1 f1258"/>
              <a:gd name="f1562" fmla="*/ f1440 1 f1257"/>
              <a:gd name="f1563" fmla="*/ f1441 1 f1258"/>
              <a:gd name="f1564" fmla="*/ f1442 1 f1257"/>
              <a:gd name="f1565" fmla="*/ f1443 1 f1258"/>
              <a:gd name="f1566" fmla="*/ f1444 1 f1258"/>
              <a:gd name="f1567" fmla="*/ f1445 1 f1257"/>
              <a:gd name="f1568" fmla="*/ f1446 1 f1258"/>
              <a:gd name="f1569" fmla="*/ f1447 1 f1257"/>
              <a:gd name="f1570" fmla="*/ f1448 1 f1258"/>
              <a:gd name="f1571" fmla="*/ f1449 1 f1257"/>
              <a:gd name="f1572" fmla="*/ f1450 1 f1258"/>
              <a:gd name="f1573" fmla="*/ f1451 1 f1257"/>
              <a:gd name="f1574" fmla="*/ f1452 1 f1258"/>
              <a:gd name="f1575" fmla="*/ f1453 1 f1257"/>
              <a:gd name="f1576" fmla="*/ f1454 1 f1258"/>
              <a:gd name="f1577" fmla="*/ f1455 1 f1257"/>
              <a:gd name="f1578" fmla="*/ f1456 1 f1258"/>
              <a:gd name="f1579" fmla="*/ f1457 1 f1257"/>
              <a:gd name="f1580" fmla="*/ f1458 1 f1258"/>
              <a:gd name="f1581" fmla="*/ f1459 1 f1257"/>
              <a:gd name="f1582" fmla="*/ f1460 1 f1258"/>
              <a:gd name="f1583" fmla="*/ f1461 1 f1257"/>
              <a:gd name="f1584" fmla="*/ f1462 1 f1258"/>
              <a:gd name="f1585" fmla="*/ f1463 1 f1257"/>
              <a:gd name="f1586" fmla="*/ f1464 1 f1257"/>
              <a:gd name="f1587" fmla="*/ f1465 1 f1258"/>
              <a:gd name="f1588" fmla="*/ f1466 1 f1257"/>
              <a:gd name="f1589" fmla="*/ f1467 1 f1258"/>
              <a:gd name="f1590" fmla="*/ f1468 1 f1257"/>
              <a:gd name="f1591" fmla="*/ f1469 1 f1258"/>
              <a:gd name="f1592" fmla="*/ f1470 1 f1257"/>
              <a:gd name="f1593" fmla="*/ f1471 1 f1258"/>
              <a:gd name="f1594" fmla="*/ f1472 1 f1257"/>
              <a:gd name="f1595" fmla="*/ f1473 1 f1258"/>
              <a:gd name="f1596" fmla="*/ f1474 1 f1257"/>
              <a:gd name="f1597" fmla="*/ f1475 1 f1258"/>
              <a:gd name="f1598" fmla="*/ f1476 1 f1257"/>
              <a:gd name="f1599" fmla="*/ f1477 1 f1258"/>
              <a:gd name="f1600" fmla="*/ f1478 1 f1257"/>
              <a:gd name="f1601" fmla="*/ f1479 1 f1258"/>
              <a:gd name="f1602" fmla="*/ f1480 1 f1257"/>
              <a:gd name="f1603" fmla="*/ f1481 1 f1258"/>
              <a:gd name="f1604" fmla="*/ f1482 1 f1257"/>
              <a:gd name="f1605" fmla="*/ f1483 1 f1258"/>
              <a:gd name="f1606" fmla="*/ f1484 1 f1257"/>
              <a:gd name="f1607" fmla="*/ f1485 1 f1258"/>
              <a:gd name="f1608" fmla="*/ f1486 1 f1257"/>
              <a:gd name="f1609" fmla="*/ f1487 1 f1258"/>
              <a:gd name="f1610" fmla="*/ f1488 1 f1257"/>
              <a:gd name="f1611" fmla="*/ f1489 1 f1258"/>
              <a:gd name="f1612" fmla="*/ f1490 1 f1257"/>
              <a:gd name="f1613" fmla="*/ f1491 1 f1258"/>
              <a:gd name="f1614" fmla="*/ f1492 1 f1257"/>
              <a:gd name="f1615" fmla="*/ f1493 1 f1258"/>
              <a:gd name="f1616" fmla="*/ f1494 1 f1257"/>
              <a:gd name="f1617" fmla="*/ f1495 1 f1258"/>
              <a:gd name="f1618" fmla="*/ f1496 f1248 1"/>
              <a:gd name="f1619" fmla="*/ f1497 f1248 1"/>
              <a:gd name="f1620" fmla="*/ f1499 f1249 1"/>
              <a:gd name="f1621" fmla="*/ f1498 f1249 1"/>
              <a:gd name="f1622" fmla="*/ f1500 f1248 1"/>
              <a:gd name="f1623" fmla="*/ f1501 f1249 1"/>
              <a:gd name="f1624" fmla="*/ f1502 f1248 1"/>
              <a:gd name="f1625" fmla="*/ f1503 f1249 1"/>
              <a:gd name="f1626" fmla="*/ f1504 f1248 1"/>
              <a:gd name="f1627" fmla="*/ f1505 f1249 1"/>
              <a:gd name="f1628" fmla="*/ f1506 f1248 1"/>
              <a:gd name="f1629" fmla="*/ f1507 f1249 1"/>
              <a:gd name="f1630" fmla="*/ f1508 f1248 1"/>
              <a:gd name="f1631" fmla="*/ f1509 f1249 1"/>
              <a:gd name="f1632" fmla="*/ f1510 f1248 1"/>
              <a:gd name="f1633" fmla="*/ f1511 f1249 1"/>
              <a:gd name="f1634" fmla="*/ f1512 f1248 1"/>
              <a:gd name="f1635" fmla="*/ f1513 f1249 1"/>
              <a:gd name="f1636" fmla="*/ f1514 f1248 1"/>
              <a:gd name="f1637" fmla="*/ f1515 f1249 1"/>
              <a:gd name="f1638" fmla="*/ f1516 f1248 1"/>
              <a:gd name="f1639" fmla="*/ f1517 f1249 1"/>
              <a:gd name="f1640" fmla="*/ f1518 f1248 1"/>
              <a:gd name="f1641" fmla="*/ f1519 f1249 1"/>
              <a:gd name="f1642" fmla="*/ f1520 f1248 1"/>
              <a:gd name="f1643" fmla="*/ f1521 f1249 1"/>
              <a:gd name="f1644" fmla="*/ f1522 f1248 1"/>
              <a:gd name="f1645" fmla="*/ f1523 f1249 1"/>
              <a:gd name="f1646" fmla="*/ f1524 f1248 1"/>
              <a:gd name="f1647" fmla="*/ f1525 f1249 1"/>
              <a:gd name="f1648" fmla="*/ f1526 f1248 1"/>
              <a:gd name="f1649" fmla="*/ f1527 f1249 1"/>
              <a:gd name="f1650" fmla="*/ f1528 f1248 1"/>
              <a:gd name="f1651" fmla="*/ f1529 f1249 1"/>
              <a:gd name="f1652" fmla="*/ f1530 f1248 1"/>
              <a:gd name="f1653" fmla="*/ f1531 f1249 1"/>
              <a:gd name="f1654" fmla="*/ f1532 f1248 1"/>
              <a:gd name="f1655" fmla="*/ f1533 f1249 1"/>
              <a:gd name="f1656" fmla="*/ f1534 f1248 1"/>
              <a:gd name="f1657" fmla="*/ f1535 f1249 1"/>
              <a:gd name="f1658" fmla="*/ f1536 f1248 1"/>
              <a:gd name="f1659" fmla="*/ f1537 f1249 1"/>
              <a:gd name="f1660" fmla="*/ f1538 f1248 1"/>
              <a:gd name="f1661" fmla="*/ f1539 f1249 1"/>
              <a:gd name="f1662" fmla="*/ f1540 f1248 1"/>
              <a:gd name="f1663" fmla="*/ f1541 f1249 1"/>
              <a:gd name="f1664" fmla="*/ f1542 f1248 1"/>
              <a:gd name="f1665" fmla="*/ f1543 f1249 1"/>
              <a:gd name="f1666" fmla="*/ f1544 f1248 1"/>
              <a:gd name="f1667" fmla="*/ f1545 f1249 1"/>
              <a:gd name="f1668" fmla="*/ f1546 f1248 1"/>
              <a:gd name="f1669" fmla="*/ f1547 f1249 1"/>
              <a:gd name="f1670" fmla="*/ f1548 f1248 1"/>
              <a:gd name="f1671" fmla="*/ f1549 f1249 1"/>
              <a:gd name="f1672" fmla="*/ f1550 f1248 1"/>
              <a:gd name="f1673" fmla="*/ f1551 f1249 1"/>
              <a:gd name="f1674" fmla="*/ f1552 f1248 1"/>
              <a:gd name="f1675" fmla="*/ f1553 f1249 1"/>
              <a:gd name="f1676" fmla="*/ f1554 f1248 1"/>
              <a:gd name="f1677" fmla="*/ f1555 f1249 1"/>
              <a:gd name="f1678" fmla="*/ f1556 f1248 1"/>
              <a:gd name="f1679" fmla="*/ f1557 f1249 1"/>
              <a:gd name="f1680" fmla="*/ f1558 f1248 1"/>
              <a:gd name="f1681" fmla="*/ f1559 f1249 1"/>
              <a:gd name="f1682" fmla="*/ f1560 f1248 1"/>
              <a:gd name="f1683" fmla="*/ f1561 f1249 1"/>
              <a:gd name="f1684" fmla="*/ f1562 f1248 1"/>
              <a:gd name="f1685" fmla="*/ f1563 f1249 1"/>
              <a:gd name="f1686" fmla="*/ f1564 f1248 1"/>
              <a:gd name="f1687" fmla="*/ f1565 f1249 1"/>
              <a:gd name="f1688" fmla="*/ f1566 f1249 1"/>
              <a:gd name="f1689" fmla="*/ f1567 f1248 1"/>
              <a:gd name="f1690" fmla="*/ f1568 f1249 1"/>
              <a:gd name="f1691" fmla="*/ f1569 f1248 1"/>
              <a:gd name="f1692" fmla="*/ f1570 f1249 1"/>
              <a:gd name="f1693" fmla="*/ f1571 f1248 1"/>
              <a:gd name="f1694" fmla="*/ f1572 f1249 1"/>
              <a:gd name="f1695" fmla="*/ f1573 f1248 1"/>
              <a:gd name="f1696" fmla="*/ f1574 f1249 1"/>
              <a:gd name="f1697" fmla="*/ f1575 f1248 1"/>
              <a:gd name="f1698" fmla="*/ f1576 f1249 1"/>
              <a:gd name="f1699" fmla="*/ f1577 f1248 1"/>
              <a:gd name="f1700" fmla="*/ f1578 f1249 1"/>
              <a:gd name="f1701" fmla="*/ f1579 f1248 1"/>
              <a:gd name="f1702" fmla="*/ f1580 f1249 1"/>
              <a:gd name="f1703" fmla="*/ f1581 f1248 1"/>
              <a:gd name="f1704" fmla="*/ f1582 f1249 1"/>
              <a:gd name="f1705" fmla="*/ f1583 f1248 1"/>
              <a:gd name="f1706" fmla="*/ f1584 f1249 1"/>
              <a:gd name="f1707" fmla="*/ f1585 f1248 1"/>
              <a:gd name="f1708" fmla="*/ f1586 f1248 1"/>
              <a:gd name="f1709" fmla="*/ f1587 f1249 1"/>
              <a:gd name="f1710" fmla="*/ f1588 f1248 1"/>
              <a:gd name="f1711" fmla="*/ f1589 f1249 1"/>
              <a:gd name="f1712" fmla="*/ f1590 f1248 1"/>
              <a:gd name="f1713" fmla="*/ f1591 f1249 1"/>
              <a:gd name="f1714" fmla="*/ f1592 f1248 1"/>
              <a:gd name="f1715" fmla="*/ f1593 f1249 1"/>
              <a:gd name="f1716" fmla="*/ f1594 f1248 1"/>
              <a:gd name="f1717" fmla="*/ f1595 f1249 1"/>
              <a:gd name="f1718" fmla="*/ f1596 f1248 1"/>
              <a:gd name="f1719" fmla="*/ f1597 f1249 1"/>
              <a:gd name="f1720" fmla="*/ f1598 f1248 1"/>
              <a:gd name="f1721" fmla="*/ f1599 f1249 1"/>
              <a:gd name="f1722" fmla="*/ f1600 f1248 1"/>
              <a:gd name="f1723" fmla="*/ f1601 f1249 1"/>
              <a:gd name="f1724" fmla="*/ f1602 f1248 1"/>
              <a:gd name="f1725" fmla="*/ f1603 f1249 1"/>
              <a:gd name="f1726" fmla="*/ f1604 f1248 1"/>
              <a:gd name="f1727" fmla="*/ f1605 f1249 1"/>
              <a:gd name="f1728" fmla="*/ f1606 f1248 1"/>
              <a:gd name="f1729" fmla="*/ f1607 f1249 1"/>
              <a:gd name="f1730" fmla="*/ f1608 f1248 1"/>
              <a:gd name="f1731" fmla="*/ f1609 f1249 1"/>
              <a:gd name="f1732" fmla="*/ f1610 f1248 1"/>
              <a:gd name="f1733" fmla="*/ f1611 f1249 1"/>
              <a:gd name="f1734" fmla="*/ f1612 f1248 1"/>
              <a:gd name="f1735" fmla="*/ f1613 f1249 1"/>
              <a:gd name="f1736" fmla="*/ f1614 f1248 1"/>
              <a:gd name="f1737" fmla="*/ f1615 f1249 1"/>
              <a:gd name="f1738" fmla="*/ f1616 f1248 1"/>
              <a:gd name="f1739" fmla="*/ f1617 f124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1377">
                <a:pos x="f1622" y="f1623"/>
              </a:cxn>
              <a:cxn ang="f1377">
                <a:pos x="f1624" y="f1625"/>
              </a:cxn>
              <a:cxn ang="f1377">
                <a:pos x="f1626" y="f1627"/>
              </a:cxn>
              <a:cxn ang="f1377">
                <a:pos x="f1628" y="f1629"/>
              </a:cxn>
              <a:cxn ang="f1377">
                <a:pos x="f1630" y="f1631"/>
              </a:cxn>
              <a:cxn ang="f1377">
                <a:pos x="f1632" y="f1633"/>
              </a:cxn>
              <a:cxn ang="f1377">
                <a:pos x="f1634" y="f1635"/>
              </a:cxn>
              <a:cxn ang="f1377">
                <a:pos x="f1636" y="f1637"/>
              </a:cxn>
              <a:cxn ang="f1377">
                <a:pos x="f1638" y="f1639"/>
              </a:cxn>
              <a:cxn ang="f1377">
                <a:pos x="f1640" y="f1641"/>
              </a:cxn>
              <a:cxn ang="f1377">
                <a:pos x="f1642" y="f1643"/>
              </a:cxn>
              <a:cxn ang="f1377">
                <a:pos x="f1644" y="f1645"/>
              </a:cxn>
              <a:cxn ang="f1377">
                <a:pos x="f1646" y="f1647"/>
              </a:cxn>
              <a:cxn ang="f1377">
                <a:pos x="f1648" y="f1649"/>
              </a:cxn>
              <a:cxn ang="f1377">
                <a:pos x="f1650" y="f1651"/>
              </a:cxn>
              <a:cxn ang="f1377">
                <a:pos x="f1652" y="f1653"/>
              </a:cxn>
              <a:cxn ang="f1377">
                <a:pos x="f1654" y="f1655"/>
              </a:cxn>
              <a:cxn ang="f1377">
                <a:pos x="f1656" y="f1657"/>
              </a:cxn>
              <a:cxn ang="f1377">
                <a:pos x="f1658" y="f1659"/>
              </a:cxn>
              <a:cxn ang="f1377">
                <a:pos x="f1660" y="f1661"/>
              </a:cxn>
              <a:cxn ang="f1377">
                <a:pos x="f1662" y="f1663"/>
              </a:cxn>
              <a:cxn ang="f1377">
                <a:pos x="f1664" y="f1665"/>
              </a:cxn>
              <a:cxn ang="f1377">
                <a:pos x="f1666" y="f1667"/>
              </a:cxn>
              <a:cxn ang="f1377">
                <a:pos x="f1668" y="f1669"/>
              </a:cxn>
              <a:cxn ang="f1377">
                <a:pos x="f1670" y="f1671"/>
              </a:cxn>
              <a:cxn ang="f1377">
                <a:pos x="f1672" y="f1673"/>
              </a:cxn>
              <a:cxn ang="f1377">
                <a:pos x="f1674" y="f1675"/>
              </a:cxn>
              <a:cxn ang="f1377">
                <a:pos x="f1676" y="f1677"/>
              </a:cxn>
              <a:cxn ang="f1377">
                <a:pos x="f1678" y="f1679"/>
              </a:cxn>
              <a:cxn ang="f1377">
                <a:pos x="f1680" y="f1681"/>
              </a:cxn>
              <a:cxn ang="f1377">
                <a:pos x="f1682" y="f1683"/>
              </a:cxn>
              <a:cxn ang="f1377">
                <a:pos x="f1684" y="f1685"/>
              </a:cxn>
              <a:cxn ang="f1377">
                <a:pos x="f1686" y="f1687"/>
              </a:cxn>
              <a:cxn ang="f1377">
                <a:pos x="f1648" y="f1688"/>
              </a:cxn>
              <a:cxn ang="f1377">
                <a:pos x="f1689" y="f1690"/>
              </a:cxn>
              <a:cxn ang="f1377">
                <a:pos x="f1691" y="f1692"/>
              </a:cxn>
              <a:cxn ang="f1377">
                <a:pos x="f1693" y="f1694"/>
              </a:cxn>
              <a:cxn ang="f1377">
                <a:pos x="f1695" y="f1696"/>
              </a:cxn>
              <a:cxn ang="f1377">
                <a:pos x="f1697" y="f1698"/>
              </a:cxn>
              <a:cxn ang="f1377">
                <a:pos x="f1699" y="f1700"/>
              </a:cxn>
              <a:cxn ang="f1377">
                <a:pos x="f1701" y="f1702"/>
              </a:cxn>
              <a:cxn ang="f1377">
                <a:pos x="f1703" y="f1704"/>
              </a:cxn>
              <a:cxn ang="f1377">
                <a:pos x="f1705" y="f1706"/>
              </a:cxn>
              <a:cxn ang="f1377">
                <a:pos x="f1707" y="f1649"/>
              </a:cxn>
              <a:cxn ang="f1377">
                <a:pos x="f1708" y="f1709"/>
              </a:cxn>
              <a:cxn ang="f1377">
                <a:pos x="f1710" y="f1711"/>
              </a:cxn>
              <a:cxn ang="f1377">
                <a:pos x="f1712" y="f1713"/>
              </a:cxn>
              <a:cxn ang="f1377">
                <a:pos x="f1714" y="f1715"/>
              </a:cxn>
              <a:cxn ang="f1377">
                <a:pos x="f1716" y="f1717"/>
              </a:cxn>
              <a:cxn ang="f1377">
                <a:pos x="f1718" y="f1719"/>
              </a:cxn>
              <a:cxn ang="f1377">
                <a:pos x="f1720" y="f1721"/>
              </a:cxn>
              <a:cxn ang="f1377">
                <a:pos x="f1722" y="f1723"/>
              </a:cxn>
              <a:cxn ang="f1377">
                <a:pos x="f1724" y="f1725"/>
              </a:cxn>
              <a:cxn ang="f1377">
                <a:pos x="f1726" y="f1727"/>
              </a:cxn>
              <a:cxn ang="f1377">
                <a:pos x="f1728" y="f1729"/>
              </a:cxn>
              <a:cxn ang="f1377">
                <a:pos x="f1730" y="f1731"/>
              </a:cxn>
              <a:cxn ang="f1377">
                <a:pos x="f1732" y="f1733"/>
              </a:cxn>
              <a:cxn ang="f1377">
                <a:pos x="f1734" y="f1735"/>
              </a:cxn>
              <a:cxn ang="f1377">
                <a:pos x="f1736" y="f1737"/>
              </a:cxn>
              <a:cxn ang="f1377">
                <a:pos x="f1738" y="f1739"/>
              </a:cxn>
            </a:cxnLst>
            <a:rect l="f1618" t="f1621" r="f1619" b="f1620"/>
            <a:pathLst>
              <a:path w="1590" h="1029">
                <a:moveTo>
                  <a:pt x="f6" y="f9"/>
                </a:moveTo>
                <a:cubicBezTo>
                  <a:pt x="f10" y="f11"/>
                  <a:pt x="f12" y="f13"/>
                  <a:pt x="f14" y="f15"/>
                </a:cubicBezTo>
                <a:cubicBezTo>
                  <a:pt x="f16" y="f17"/>
                  <a:pt x="f18" y="f19"/>
                  <a:pt x="f20" y="f21"/>
                </a:cubicBezTo>
                <a:cubicBezTo>
                  <a:pt x="f9" y="f22"/>
                  <a:pt x="f23" y="f24"/>
                  <a:pt x="f25" y="f26"/>
                </a:cubicBezTo>
                <a:cubicBezTo>
                  <a:pt x="f27" y="f28"/>
                  <a:pt x="f29" y="f30"/>
                  <a:pt x="f31" y="f32"/>
                </a:cubicBezTo>
                <a:cubicBezTo>
                  <a:pt x="f33" y="f34"/>
                  <a:pt x="f35" y="f34"/>
                  <a:pt x="f36" y="f28"/>
                </a:cubicBezTo>
                <a:cubicBezTo>
                  <a:pt x="f37" y="f38"/>
                  <a:pt x="f39" y="f40"/>
                  <a:pt x="f41" y="f42"/>
                </a:cubicBezTo>
                <a:cubicBezTo>
                  <a:pt x="f43" y="f44"/>
                  <a:pt x="f40" y="f45"/>
                  <a:pt x="f46" y="f45"/>
                </a:cubicBezTo>
                <a:cubicBezTo>
                  <a:pt x="f47" y="f48"/>
                  <a:pt x="f49" y="f48"/>
                  <a:pt x="f50" y="f51"/>
                </a:cubicBezTo>
                <a:cubicBezTo>
                  <a:pt x="f52" y="f53"/>
                  <a:pt x="f54" y="f46"/>
                  <a:pt x="f55" y="f56"/>
                </a:cubicBezTo>
                <a:cubicBezTo>
                  <a:pt x="f57" y="f58"/>
                  <a:pt x="f59" y="f56"/>
                  <a:pt x="f60" y="f46"/>
                </a:cubicBezTo>
                <a:cubicBezTo>
                  <a:pt x="f61" y="f62"/>
                  <a:pt x="f63" y="f2"/>
                  <a:pt x="f64" y="f65"/>
                </a:cubicBezTo>
                <a:cubicBezTo>
                  <a:pt x="f66" y="f67"/>
                  <a:pt x="f68" y="f69"/>
                  <a:pt x="f70" y="f71"/>
                </a:cubicBezTo>
                <a:cubicBezTo>
                  <a:pt x="f72" y="f29"/>
                  <a:pt x="f73" y="f74"/>
                  <a:pt x="f75" y="f76"/>
                </a:cubicBezTo>
                <a:cubicBezTo>
                  <a:pt x="f77" y="f76"/>
                  <a:pt x="f78" y="f15"/>
                  <a:pt x="f79" y="f23"/>
                </a:cubicBezTo>
                <a:cubicBezTo>
                  <a:pt x="f80" y="f74"/>
                  <a:pt x="f81" y="f74"/>
                  <a:pt x="f82" y="f74"/>
                </a:cubicBezTo>
                <a:cubicBezTo>
                  <a:pt x="f83" y="f74"/>
                  <a:pt x="f83" y="f74"/>
                  <a:pt x="f83" y="f74"/>
                </a:cubicBezTo>
                <a:cubicBezTo>
                  <a:pt x="f84" y="f85"/>
                  <a:pt x="f86" y="f87"/>
                  <a:pt x="f88" y="f89"/>
                </a:cubicBezTo>
                <a:cubicBezTo>
                  <a:pt x="f90" y="f91"/>
                  <a:pt x="f92" y="f93"/>
                  <a:pt x="f94" y="f15"/>
                </a:cubicBezTo>
                <a:cubicBezTo>
                  <a:pt x="f95" y="f96"/>
                  <a:pt x="f97" y="f13"/>
                  <a:pt x="f54" y="f98"/>
                </a:cubicBezTo>
                <a:cubicBezTo>
                  <a:pt x="f99" y="f100"/>
                  <a:pt x="f101" y="f102"/>
                  <a:pt x="f103" y="f104"/>
                </a:cubicBezTo>
                <a:cubicBezTo>
                  <a:pt x="f105" y="f104"/>
                  <a:pt x="f106" y="f104"/>
                  <a:pt x="f107" y="f108"/>
                </a:cubicBezTo>
                <a:cubicBezTo>
                  <a:pt x="f109" y="f110"/>
                  <a:pt x="f111" y="f112"/>
                  <a:pt x="f113" y="f114"/>
                </a:cubicBezTo>
                <a:cubicBezTo>
                  <a:pt x="f115" y="f116"/>
                  <a:pt x="f117" y="f118"/>
                  <a:pt x="f119" y="f120"/>
                </a:cubicBezTo>
                <a:cubicBezTo>
                  <a:pt x="f121" y="f122"/>
                  <a:pt x="f123" y="f124"/>
                  <a:pt x="f125" y="f126"/>
                </a:cubicBezTo>
                <a:cubicBezTo>
                  <a:pt x="f127" y="f128"/>
                  <a:pt x="f129" y="f130"/>
                  <a:pt x="f131" y="f132"/>
                </a:cubicBezTo>
                <a:cubicBezTo>
                  <a:pt x="f133" y="f134"/>
                  <a:pt x="f129" y="f135"/>
                  <a:pt x="f136" y="f3"/>
                </a:cubicBezTo>
                <a:cubicBezTo>
                  <a:pt x="f137" y="f138"/>
                  <a:pt x="f137" y="f139"/>
                  <a:pt x="f140" y="f141"/>
                </a:cubicBezTo>
                <a:cubicBezTo>
                  <a:pt x="f131" y="f18"/>
                  <a:pt x="f121" y="f142"/>
                  <a:pt x="f143" y="f144"/>
                </a:cubicBezTo>
                <a:cubicBezTo>
                  <a:pt x="f119" y="f144"/>
                  <a:pt x="f145" y="f142"/>
                  <a:pt x="f146" y="f142"/>
                </a:cubicBezTo>
                <a:cubicBezTo>
                  <a:pt x="f147" y="f142"/>
                  <a:pt x="f148" y="f149"/>
                  <a:pt x="f150" y="f151"/>
                </a:cubicBezTo>
                <a:cubicBezTo>
                  <a:pt x="f150" y="f152"/>
                  <a:pt x="f150" y="f152"/>
                  <a:pt x="f150" y="f153"/>
                </a:cubicBezTo>
                <a:cubicBezTo>
                  <a:pt x="f154" y="f151"/>
                  <a:pt x="f95" y="f142"/>
                  <a:pt x="f155" y="f156"/>
                </a:cubicBezTo>
                <a:cubicBezTo>
                  <a:pt x="f157" y="f158"/>
                  <a:pt x="f159" y="f160"/>
                  <a:pt x="f161" y="f18"/>
                </a:cubicBezTo>
                <a:cubicBezTo>
                  <a:pt x="f162" y="f163"/>
                  <a:pt x="f86" y="f164"/>
                  <a:pt x="f165" y="f166"/>
                </a:cubicBezTo>
                <a:cubicBezTo>
                  <a:pt x="f167" y="f168"/>
                  <a:pt x="f169" y="f170"/>
                  <a:pt x="f171" y="f172"/>
                </a:cubicBezTo>
                <a:cubicBezTo>
                  <a:pt x="f97" y="f173"/>
                  <a:pt x="f54" y="f174"/>
                  <a:pt x="f54" y="f175"/>
                </a:cubicBezTo>
                <a:cubicBezTo>
                  <a:pt x="f176" y="f177"/>
                  <a:pt x="f178" y="f179"/>
                  <a:pt x="f165" y="f180"/>
                </a:cubicBezTo>
                <a:cubicBezTo>
                  <a:pt x="f159" y="f181"/>
                  <a:pt x="f182" y="f16"/>
                  <a:pt x="f86" y="f183"/>
                </a:cubicBezTo>
                <a:cubicBezTo>
                  <a:pt x="f159" y="f184"/>
                  <a:pt x="f86" y="f185"/>
                  <a:pt x="f186" y="f187"/>
                </a:cubicBezTo>
                <a:cubicBezTo>
                  <a:pt x="f188" y="f189"/>
                  <a:pt x="f188" y="f190"/>
                  <a:pt x="f188" y="f191"/>
                </a:cubicBezTo>
                <a:cubicBezTo>
                  <a:pt x="f192" y="f191"/>
                  <a:pt x="f192" y="f193"/>
                  <a:pt x="f194" y="f191"/>
                </a:cubicBezTo>
                <a:cubicBezTo>
                  <a:pt x="f195" y="f196"/>
                  <a:pt x="f197" y="f190"/>
                  <a:pt x="f198" y="f199"/>
                </a:cubicBezTo>
                <a:cubicBezTo>
                  <a:pt x="f200" y="f201"/>
                  <a:pt x="f59" y="f202"/>
                  <a:pt x="f203" y="f204"/>
                </a:cubicBezTo>
                <a:cubicBezTo>
                  <a:pt x="f80" y="f205"/>
                  <a:pt x="f206" y="f207"/>
                  <a:pt x="f206" y="f208"/>
                </a:cubicBezTo>
                <a:cubicBezTo>
                  <a:pt x="f209" y="f210"/>
                  <a:pt x="f211" y="f212"/>
                  <a:pt x="f213" y="f214"/>
                </a:cubicBezTo>
                <a:cubicBezTo>
                  <a:pt x="f63" y="f215"/>
                  <a:pt x="f216" y="f217"/>
                  <a:pt x="f66" y="f218"/>
                </a:cubicBezTo>
                <a:cubicBezTo>
                  <a:pt x="f68" y="f210"/>
                  <a:pt x="f219" y="f220"/>
                  <a:pt x="f221" y="f215"/>
                </a:cubicBezTo>
                <a:cubicBezTo>
                  <a:pt x="f222" y="f223"/>
                  <a:pt x="f224" y="f225"/>
                  <a:pt x="f226" y="f227"/>
                </a:cubicBezTo>
                <a:cubicBezTo>
                  <a:pt x="f228" y="f229"/>
                  <a:pt x="f230" y="f229"/>
                  <a:pt x="f231" y="f232"/>
                </a:cubicBezTo>
                <a:cubicBezTo>
                  <a:pt x="f233" y="f210"/>
                  <a:pt x="f234" y="f217"/>
                  <a:pt x="f235" y="f236"/>
                </a:cubicBezTo>
                <a:cubicBezTo>
                  <a:pt x="f237" y="f238"/>
                  <a:pt x="f239" y="f240"/>
                  <a:pt x="f241" y="f238"/>
                </a:cubicBezTo>
                <a:cubicBezTo>
                  <a:pt x="f242" y="f215"/>
                  <a:pt x="f243" y="f236"/>
                  <a:pt x="f244" y="f240"/>
                </a:cubicBezTo>
                <a:cubicBezTo>
                  <a:pt x="f245" y="f246"/>
                  <a:pt x="f247" y="f248"/>
                  <a:pt x="f249" y="f12"/>
                </a:cubicBezTo>
                <a:cubicBezTo>
                  <a:pt x="f250" y="f251"/>
                  <a:pt x="f252" y="f251"/>
                  <a:pt x="f253" y="f254"/>
                </a:cubicBezTo>
                <a:cubicBezTo>
                  <a:pt x="f255" y="f12"/>
                  <a:pt x="f256" y="f254"/>
                  <a:pt x="f257" y="f258"/>
                </a:cubicBezTo>
                <a:cubicBezTo>
                  <a:pt x="f259" y="f251"/>
                  <a:pt x="f260" y="f261"/>
                  <a:pt x="f262" y="f263"/>
                </a:cubicBezTo>
                <a:cubicBezTo>
                  <a:pt x="f264" y="f10"/>
                  <a:pt x="f265" y="f10"/>
                  <a:pt x="f266" y="f267"/>
                </a:cubicBezTo>
                <a:cubicBezTo>
                  <a:pt x="f268" y="f269"/>
                  <a:pt x="f270" y="f269"/>
                  <a:pt x="f271" y="f272"/>
                </a:cubicBezTo>
                <a:cubicBezTo>
                  <a:pt x="f273" y="f267"/>
                  <a:pt x="f274" y="f275"/>
                  <a:pt x="f276" y="f269"/>
                </a:cubicBezTo>
                <a:cubicBezTo>
                  <a:pt x="f277" y="f278"/>
                  <a:pt x="f279" y="f6"/>
                  <a:pt x="f280" y="f6"/>
                </a:cubicBezTo>
                <a:cubicBezTo>
                  <a:pt x="f281" y="f278"/>
                  <a:pt x="f282" y="f269"/>
                  <a:pt x="f283" y="f269"/>
                </a:cubicBezTo>
                <a:cubicBezTo>
                  <a:pt x="f284" y="f278"/>
                  <a:pt x="f285" y="f275"/>
                  <a:pt x="f286" y="f287"/>
                </a:cubicBezTo>
                <a:cubicBezTo>
                  <a:pt x="f288" y="f236"/>
                  <a:pt x="f289" y="f217"/>
                  <a:pt x="f290" y="f214"/>
                </a:cubicBezTo>
                <a:cubicBezTo>
                  <a:pt x="f291" y="f214"/>
                  <a:pt x="f291" y="f223"/>
                  <a:pt x="f292" y="f293"/>
                </a:cubicBezTo>
                <a:cubicBezTo>
                  <a:pt x="f294" y="f295"/>
                  <a:pt x="f296" y="f297"/>
                  <a:pt x="f298" y="f208"/>
                </a:cubicBezTo>
                <a:cubicBezTo>
                  <a:pt x="f299" y="f229"/>
                  <a:pt x="f300" y="f204"/>
                  <a:pt x="f301" y="f302"/>
                </a:cubicBezTo>
                <a:cubicBezTo>
                  <a:pt x="f303" y="f302"/>
                  <a:pt x="f303" y="f304"/>
                  <a:pt x="f305" y="f190"/>
                </a:cubicBezTo>
                <a:cubicBezTo>
                  <a:pt x="f306" y="f307"/>
                  <a:pt x="f308" y="f309"/>
                  <a:pt x="f303" y="f310"/>
                </a:cubicBezTo>
                <a:cubicBezTo>
                  <a:pt x="f305" y="f311"/>
                  <a:pt x="f312" y="f313"/>
                  <a:pt x="f305" y="f314"/>
                </a:cubicBezTo>
                <a:cubicBezTo>
                  <a:pt x="f315" y="f183"/>
                  <a:pt x="f316" y="f16"/>
                  <a:pt x="f317" y="f318"/>
                </a:cubicBezTo>
                <a:cubicBezTo>
                  <a:pt x="f319" y="f180"/>
                  <a:pt x="f320" y="f321"/>
                  <a:pt x="f322" y="f179"/>
                </a:cubicBezTo>
                <a:cubicBezTo>
                  <a:pt x="f316" y="f323"/>
                  <a:pt x="f315" y="f324"/>
                  <a:pt x="f312" y="f325"/>
                </a:cubicBezTo>
                <a:cubicBezTo>
                  <a:pt x="f306" y="f326"/>
                  <a:pt x="f306" y="f327"/>
                  <a:pt x="f312" y="f328"/>
                </a:cubicBezTo>
                <a:cubicBezTo>
                  <a:pt x="f291" y="f329"/>
                  <a:pt x="f294" y="f330"/>
                  <a:pt x="f290" y="f331"/>
                </a:cubicBezTo>
                <a:cubicBezTo>
                  <a:pt x="f332" y="f174"/>
                  <a:pt x="f333" y="f334"/>
                  <a:pt x="f335" y="f336"/>
                </a:cubicBezTo>
                <a:cubicBezTo>
                  <a:pt x="f337" y="f338"/>
                  <a:pt x="f286" y="f338"/>
                  <a:pt x="f339" y="f340"/>
                </a:cubicBezTo>
                <a:cubicBezTo>
                  <a:pt x="f306" y="f341"/>
                  <a:pt x="f342" y="f341"/>
                  <a:pt x="f343" y="f344"/>
                </a:cubicBezTo>
                <a:cubicBezTo>
                  <a:pt x="f345" y="f336"/>
                  <a:pt x="f346" y="f347"/>
                  <a:pt x="f348" y="f349"/>
                </a:cubicBezTo>
                <a:cubicBezTo>
                  <a:pt x="f350" y="f338"/>
                  <a:pt x="f351" y="f352"/>
                  <a:pt x="f353" y="f354"/>
                </a:cubicBezTo>
                <a:cubicBezTo>
                  <a:pt x="f355" y="f356"/>
                  <a:pt x="f357" y="f358"/>
                  <a:pt x="f359" y="f360"/>
                </a:cubicBezTo>
                <a:cubicBezTo>
                  <a:pt x="f361" y="f362"/>
                  <a:pt x="f363" y="f362"/>
                  <a:pt x="f364" y="f365"/>
                </a:cubicBezTo>
                <a:cubicBezTo>
                  <a:pt x="f364" y="f153"/>
                  <a:pt x="f366" y="f149"/>
                  <a:pt x="f367" y="f142"/>
                </a:cubicBezTo>
                <a:cubicBezTo>
                  <a:pt x="f368" y="f158"/>
                  <a:pt x="f369" y="f370"/>
                  <a:pt x="f371" y="f372"/>
                </a:cubicBezTo>
                <a:cubicBezTo>
                  <a:pt x="f373" y="f374"/>
                  <a:pt x="f375" y="f376"/>
                  <a:pt x="f377" y="f378"/>
                </a:cubicBezTo>
                <a:cubicBezTo>
                  <a:pt x="f379" y="f380"/>
                  <a:pt x="f381" y="f382"/>
                  <a:pt x="f383" y="f380"/>
                </a:cubicBezTo>
                <a:cubicBezTo>
                  <a:pt x="f384" y="f118"/>
                  <a:pt x="f367" y="f385"/>
                  <a:pt x="f386" y="f387"/>
                </a:cubicBezTo>
                <a:cubicBezTo>
                  <a:pt x="f366" y="f114"/>
                  <a:pt x="f388" y="f389"/>
                  <a:pt x="f361" y="f116"/>
                </a:cubicBezTo>
                <a:cubicBezTo>
                  <a:pt x="f363" y="f390"/>
                  <a:pt x="f391" y="f392"/>
                  <a:pt x="f384" y="f393"/>
                </a:cubicBezTo>
                <a:cubicBezTo>
                  <a:pt x="f367" y="f104"/>
                  <a:pt x="f367" y="f394"/>
                  <a:pt x="f395" y="f396"/>
                </a:cubicBezTo>
                <a:cubicBezTo>
                  <a:pt x="f383" y="f397"/>
                  <a:pt x="f398" y="f20"/>
                  <a:pt x="f364" y="f20"/>
                </a:cubicBezTo>
                <a:cubicBezTo>
                  <a:pt x="f399" y="f397"/>
                  <a:pt x="f400" y="f401"/>
                  <a:pt x="f402" y="f102"/>
                </a:cubicBezTo>
                <a:cubicBezTo>
                  <a:pt x="f403" y="f13"/>
                  <a:pt x="f350" y="f98"/>
                  <a:pt x="f345" y="f404"/>
                </a:cubicBezTo>
                <a:cubicBezTo>
                  <a:pt x="f351" y="f89"/>
                  <a:pt x="f405" y="f23"/>
                  <a:pt x="f403" y="f406"/>
                </a:cubicBezTo>
                <a:cubicBezTo>
                  <a:pt x="f357" y="f407"/>
                  <a:pt x="f408" y="f409"/>
                  <a:pt x="f410" y="f411"/>
                </a:cubicBezTo>
                <a:cubicBezTo>
                  <a:pt x="f412" y="f29"/>
                  <a:pt x="f413" y="f414"/>
                  <a:pt x="f415" y="f29"/>
                </a:cubicBezTo>
                <a:cubicBezTo>
                  <a:pt x="f342" y="f29"/>
                  <a:pt x="f416" y="f414"/>
                  <a:pt x="f417" y="f414"/>
                </a:cubicBezTo>
                <a:cubicBezTo>
                  <a:pt x="f417" y="f418"/>
                  <a:pt x="f417" y="f419"/>
                  <a:pt x="f420" y="f421"/>
                </a:cubicBezTo>
                <a:cubicBezTo>
                  <a:pt x="f422" y="f19"/>
                  <a:pt x="f423" y="f424"/>
                  <a:pt x="f306" y="f425"/>
                </a:cubicBezTo>
                <a:cubicBezTo>
                  <a:pt x="f312" y="f414"/>
                  <a:pt x="f291" y="f426"/>
                  <a:pt x="f427" y="f428"/>
                </a:cubicBezTo>
                <a:cubicBezTo>
                  <a:pt x="f286" y="f429"/>
                  <a:pt x="f430" y="f429"/>
                  <a:pt x="f431" y="f407"/>
                </a:cubicBezTo>
                <a:cubicBezTo>
                  <a:pt x="f282" y="f418"/>
                  <a:pt x="f432" y="f424"/>
                  <a:pt x="f433" y="f434"/>
                </a:cubicBezTo>
                <a:cubicBezTo>
                  <a:pt x="f435" y="f436"/>
                  <a:pt x="f437" y="f438"/>
                  <a:pt x="f339" y="f36"/>
                </a:cubicBezTo>
                <a:cubicBezTo>
                  <a:pt x="f427" y="f439"/>
                  <a:pt x="f427" y="f440"/>
                  <a:pt x="f441" y="f442"/>
                </a:cubicBezTo>
                <a:cubicBezTo>
                  <a:pt x="f443" y="f444"/>
                  <a:pt x="f294" y="f445"/>
                  <a:pt x="f292" y="f446"/>
                </a:cubicBezTo>
                <a:cubicBezTo>
                  <a:pt x="f308" y="f43"/>
                  <a:pt x="f300" y="f447"/>
                  <a:pt x="f448" y="f45"/>
                </a:cubicBezTo>
                <a:cubicBezTo>
                  <a:pt x="f448" y="f2"/>
                  <a:pt x="f449" y="f51"/>
                  <a:pt x="f317" y="f450"/>
                </a:cubicBezTo>
                <a:cubicBezTo>
                  <a:pt x="f300" y="f53"/>
                  <a:pt x="f316" y="f53"/>
                  <a:pt x="f308" y="f451"/>
                </a:cubicBezTo>
                <a:cubicBezTo>
                  <a:pt x="f298" y="f452"/>
                  <a:pt x="f453" y="f454"/>
                  <a:pt x="f437" y="f56"/>
                </a:cubicBezTo>
                <a:cubicBezTo>
                  <a:pt x="f455" y="f456"/>
                  <a:pt x="f285" y="f58"/>
                  <a:pt x="f455" y="f457"/>
                </a:cubicBezTo>
                <a:cubicBezTo>
                  <a:pt x="f337" y="f458"/>
                  <a:pt x="f455" y="f459"/>
                  <a:pt x="f430" y="f460"/>
                </a:cubicBezTo>
                <a:cubicBezTo>
                  <a:pt x="f461" y="f462"/>
                  <a:pt x="f279" y="f463"/>
                  <a:pt x="f464" y="f465"/>
                </a:cubicBezTo>
                <a:cubicBezTo>
                  <a:pt x="f464" y="f466"/>
                  <a:pt x="f464" y="f463"/>
                  <a:pt x="f467" y="f468"/>
                </a:cubicBezTo>
                <a:cubicBezTo>
                  <a:pt x="f467" y="f469"/>
                  <a:pt x="f470" y="f471"/>
                  <a:pt x="f271" y="f472"/>
                </a:cubicBezTo>
                <a:cubicBezTo>
                  <a:pt x="f473" y="f474"/>
                  <a:pt x="f475" y="f459"/>
                  <a:pt x="f476" y="f460"/>
                </a:cubicBezTo>
                <a:cubicBezTo>
                  <a:pt x="f477" y="f478"/>
                  <a:pt x="f479" y="f463"/>
                  <a:pt x="f480" y="f481"/>
                </a:cubicBezTo>
                <a:cubicBezTo>
                  <a:pt x="f480" y="f478"/>
                  <a:pt x="f480" y="f468"/>
                  <a:pt x="f480" y="f458"/>
                </a:cubicBezTo>
                <a:cubicBezTo>
                  <a:pt x="f480" y="f482"/>
                  <a:pt x="f480" y="f472"/>
                  <a:pt x="f260" y="f472"/>
                </a:cubicBezTo>
                <a:cubicBezTo>
                  <a:pt x="f483" y="f469"/>
                  <a:pt x="f484" y="f469"/>
                  <a:pt x="f485" y="f472"/>
                </a:cubicBezTo>
                <a:cubicBezTo>
                  <a:pt x="f256" y="f486"/>
                  <a:pt x="f253" y="f468"/>
                  <a:pt x="f487" y="f463"/>
                </a:cubicBezTo>
                <a:cubicBezTo>
                  <a:pt x="f250" y="f482"/>
                  <a:pt x="f487" y="f474"/>
                  <a:pt x="f488" y="f469"/>
                </a:cubicBezTo>
                <a:cubicBezTo>
                  <a:pt x="f489" y="f490"/>
                  <a:pt x="f491" y="f492"/>
                  <a:pt x="f493" y="f494"/>
                </a:cubicBezTo>
                <a:cubicBezTo>
                  <a:pt x="f495" y="f496"/>
                  <a:pt x="f497" y="f498"/>
                  <a:pt x="f499" y="f500"/>
                </a:cubicBezTo>
                <a:cubicBezTo>
                  <a:pt x="f501" y="f502"/>
                  <a:pt x="f377" y="f127"/>
                  <a:pt x="f8" y="f503"/>
                </a:cubicBezTo>
                <a:cubicBezTo>
                  <a:pt x="f504" y="f50"/>
                  <a:pt x="f504" y="f505"/>
                  <a:pt x="f506" y="f505"/>
                </a:cubicBezTo>
                <a:cubicBezTo>
                  <a:pt x="f506" y="f507"/>
                  <a:pt x="f506" y="f508"/>
                  <a:pt x="f509" y="f502"/>
                </a:cubicBezTo>
                <a:cubicBezTo>
                  <a:pt x="f510" y="f511"/>
                  <a:pt x="f512" y="f513"/>
                  <a:pt x="f514" y="f513"/>
                </a:cubicBezTo>
                <a:cubicBezTo>
                  <a:pt x="f515" y="f516"/>
                  <a:pt x="f515" y="f517"/>
                  <a:pt x="f518" y="f519"/>
                </a:cubicBezTo>
                <a:cubicBezTo>
                  <a:pt x="f520" y="f517"/>
                  <a:pt x="f521" y="f505"/>
                  <a:pt x="f522" y="f516"/>
                </a:cubicBezTo>
                <a:cubicBezTo>
                  <a:pt x="f522" y="f505"/>
                  <a:pt x="f523" y="f517"/>
                  <a:pt x="f523" y="f519"/>
                </a:cubicBezTo>
                <a:cubicBezTo>
                  <a:pt x="f524" y="f508"/>
                  <a:pt x="f525" y="f127"/>
                  <a:pt x="f526" y="f129"/>
                </a:cubicBezTo>
                <a:cubicBezTo>
                  <a:pt x="f527" y="f133"/>
                  <a:pt x="f528" y="f529"/>
                  <a:pt x="f530" y="f531"/>
                </a:cubicBezTo>
                <a:cubicBezTo>
                  <a:pt x="f532" y="f533"/>
                  <a:pt x="f534" y="f115"/>
                  <a:pt x="f535" y="f536"/>
                </a:cubicBezTo>
                <a:cubicBezTo>
                  <a:pt x="f537" y="f538"/>
                  <a:pt x="f539" y="f540"/>
                  <a:pt x="f541" y="f542"/>
                </a:cubicBezTo>
                <a:cubicBezTo>
                  <a:pt x="f543" y="f107"/>
                  <a:pt x="f544" y="f106"/>
                  <a:pt x="f545" y="f546"/>
                </a:cubicBezTo>
                <a:cubicBezTo>
                  <a:pt x="f547" y="f548"/>
                  <a:pt x="f549" y="f119"/>
                  <a:pt x="f550" y="f536"/>
                </a:cubicBezTo>
                <a:cubicBezTo>
                  <a:pt x="f551" y="f552"/>
                  <a:pt x="f553" y="f554"/>
                  <a:pt x="f555" y="f113"/>
                </a:cubicBezTo>
                <a:cubicBezTo>
                  <a:pt x="f556" y="f127"/>
                  <a:pt x="f557" y="f505"/>
                  <a:pt x="f558" y="f559"/>
                </a:cubicBezTo>
                <a:cubicBezTo>
                  <a:pt x="f560" y="f561"/>
                  <a:pt x="f562" y="f563"/>
                  <a:pt x="f564" y="f563"/>
                </a:cubicBezTo>
                <a:cubicBezTo>
                  <a:pt x="f565" y="f566"/>
                  <a:pt x="f567" y="f561"/>
                  <a:pt x="f567" y="f559"/>
                </a:cubicBezTo>
                <a:cubicBezTo>
                  <a:pt x="f567" y="f568"/>
                  <a:pt x="f569" y="f570"/>
                  <a:pt x="f565" y="f570"/>
                </a:cubicBezTo>
                <a:cubicBezTo>
                  <a:pt x="f571" y="f572"/>
                  <a:pt x="f573" y="f574"/>
                  <a:pt x="f551" y="f496"/>
                </a:cubicBezTo>
                <a:cubicBezTo>
                  <a:pt x="f558" y="f575"/>
                  <a:pt x="f576" y="f577"/>
                  <a:pt x="f578" y="f579"/>
                </a:cubicBezTo>
                <a:cubicBezTo>
                  <a:pt x="f580" y="f581"/>
                  <a:pt x="f582" y="f583"/>
                  <a:pt x="f584" y="f583"/>
                </a:cubicBezTo>
                <a:cubicBezTo>
                  <a:pt x="f584" y="f583"/>
                  <a:pt x="f585" y="f586"/>
                  <a:pt x="f587" y="f588"/>
                </a:cubicBezTo>
                <a:cubicBezTo>
                  <a:pt x="f589" y="f590"/>
                  <a:pt x="f591" y="f592"/>
                  <a:pt x="f578" y="f593"/>
                </a:cubicBezTo>
                <a:cubicBezTo>
                  <a:pt x="f594" y="f595"/>
                  <a:pt x="f578" y="f596"/>
                  <a:pt x="f562" y="f597"/>
                </a:cubicBezTo>
                <a:cubicBezTo>
                  <a:pt x="f580" y="f598"/>
                  <a:pt x="f567" y="f599"/>
                  <a:pt x="f587" y="f599"/>
                </a:cubicBezTo>
                <a:cubicBezTo>
                  <a:pt x="f600" y="f599"/>
                  <a:pt x="f601" y="f598"/>
                  <a:pt x="f602" y="f603"/>
                </a:cubicBezTo>
                <a:cubicBezTo>
                  <a:pt x="f604" y="f603"/>
                  <a:pt x="f605" y="f599"/>
                  <a:pt x="f606" y="f599"/>
                </a:cubicBezTo>
                <a:cubicBezTo>
                  <a:pt x="f601" y="f607"/>
                  <a:pt x="f565" y="f607"/>
                  <a:pt x="f562" y="f608"/>
                </a:cubicBezTo>
                <a:cubicBezTo>
                  <a:pt x="f609" y="f610"/>
                  <a:pt x="f551" y="f492"/>
                  <a:pt x="f560" y="f611"/>
                </a:cubicBezTo>
                <a:cubicBezTo>
                  <a:pt x="f612" y="f49"/>
                  <a:pt x="f613" y="f575"/>
                  <a:pt x="f612" y="f614"/>
                </a:cubicBezTo>
                <a:cubicBezTo>
                  <a:pt x="f612" y="f572"/>
                  <a:pt x="f612" y="f615"/>
                  <a:pt x="f612" y="f615"/>
                </a:cubicBezTo>
                <a:cubicBezTo>
                  <a:pt x="f616" y="f561"/>
                  <a:pt x="f556" y="f505"/>
                  <a:pt x="f617" y="f508"/>
                </a:cubicBezTo>
                <a:cubicBezTo>
                  <a:pt x="f618" y="f507"/>
                  <a:pt x="f619" y="f516"/>
                  <a:pt x="f620" y="f566"/>
                </a:cubicBezTo>
                <a:cubicBezTo>
                  <a:pt x="f556" y="f561"/>
                  <a:pt x="f556" y="f568"/>
                  <a:pt x="f556" y="f570"/>
                </a:cubicBezTo>
                <a:cubicBezTo>
                  <a:pt x="f621" y="f570"/>
                  <a:pt x="f617" y="f615"/>
                  <a:pt x="f622" y="f570"/>
                </a:cubicBezTo>
                <a:cubicBezTo>
                  <a:pt x="f623" y="f570"/>
                  <a:pt x="f624" y="f625"/>
                  <a:pt x="f626" y="f568"/>
                </a:cubicBezTo>
                <a:cubicBezTo>
                  <a:pt x="f624" y="f572"/>
                  <a:pt x="f627" y="f628"/>
                  <a:pt x="f629" y="f630"/>
                </a:cubicBezTo>
                <a:cubicBezTo>
                  <a:pt x="f629" y="f577"/>
                  <a:pt x="f631" y="f579"/>
                  <a:pt x="f617" y="f586"/>
                </a:cubicBezTo>
                <a:cubicBezTo>
                  <a:pt x="f618" y="f611"/>
                  <a:pt x="f619" y="f592"/>
                  <a:pt x="f556" y="f632"/>
                </a:cubicBezTo>
                <a:cubicBezTo>
                  <a:pt x="f556" y="f632"/>
                  <a:pt x="f620" y="f633"/>
                  <a:pt x="f619" y="f633"/>
                </a:cubicBezTo>
                <a:cubicBezTo>
                  <a:pt x="f617" y="f632"/>
                  <a:pt x="f627" y="f634"/>
                  <a:pt x="f624" y="f595"/>
                </a:cubicBezTo>
                <a:cubicBezTo>
                  <a:pt x="f635" y="f636"/>
                  <a:pt x="f629" y="f637"/>
                  <a:pt x="f638" y="f639"/>
                </a:cubicBezTo>
                <a:cubicBezTo>
                  <a:pt x="f640" y="f641"/>
                  <a:pt x="f642" y="f643"/>
                  <a:pt x="f644" y="f645"/>
                </a:cubicBezTo>
                <a:cubicBezTo>
                  <a:pt x="f646" y="f647"/>
                  <a:pt x="f629" y="f472"/>
                  <a:pt x="f648" y="f472"/>
                </a:cubicBezTo>
                <a:cubicBezTo>
                  <a:pt x="f649" y="f460"/>
                  <a:pt x="f650" y="f651"/>
                  <a:pt x="f652" y="f653"/>
                </a:cubicBezTo>
                <a:cubicBezTo>
                  <a:pt x="f654" y="f653"/>
                  <a:pt x="f655" y="f653"/>
                  <a:pt x="f656" y="f454"/>
                </a:cubicBezTo>
                <a:cubicBezTo>
                  <a:pt x="f657" y="f658"/>
                  <a:pt x="f659" y="f468"/>
                  <a:pt x="f660" y="f486"/>
                </a:cubicBezTo>
                <a:cubicBezTo>
                  <a:pt x="f661" y="f662"/>
                  <a:pt x="f663" y="f641"/>
                  <a:pt x="f664" y="f490"/>
                </a:cubicBezTo>
                <a:cubicBezTo>
                  <a:pt x="f664" y="f643"/>
                  <a:pt x="f664" y="f665"/>
                  <a:pt x="f664" y="f471"/>
                </a:cubicBezTo>
                <a:cubicBezTo>
                  <a:pt x="f666" y="f667"/>
                  <a:pt x="f668" y="f669"/>
                  <a:pt x="f670" y="f671"/>
                </a:cubicBezTo>
                <a:cubicBezTo>
                  <a:pt x="f672" y="f669"/>
                  <a:pt x="f672" y="f667"/>
                  <a:pt x="f673" y="f667"/>
                </a:cubicBezTo>
                <a:cubicBezTo>
                  <a:pt x="f673" y="f662"/>
                  <a:pt x="f673" y="f674"/>
                  <a:pt x="f675" y="f482"/>
                </a:cubicBezTo>
                <a:cubicBezTo>
                  <a:pt x="f675" y="f458"/>
                  <a:pt x="f676" y="f478"/>
                  <a:pt x="f677" y="f462"/>
                </a:cubicBezTo>
                <a:cubicBezTo>
                  <a:pt x="f678" y="f462"/>
                  <a:pt x="f679" y="f460"/>
                  <a:pt x="f680" y="f468"/>
                </a:cubicBezTo>
                <a:cubicBezTo>
                  <a:pt x="f681" y="f482"/>
                  <a:pt x="f682" y="f674"/>
                  <a:pt x="f683" y="f684"/>
                </a:cubicBezTo>
                <a:cubicBezTo>
                  <a:pt x="f685" y="f459"/>
                  <a:pt x="f686" y="f687"/>
                  <a:pt x="f688" y="f457"/>
                </a:cubicBezTo>
                <a:cubicBezTo>
                  <a:pt x="f689" y="f651"/>
                  <a:pt x="f690" y="f691"/>
                  <a:pt x="f692" y="f463"/>
                </a:cubicBezTo>
                <a:cubicBezTo>
                  <a:pt x="f693" y="f466"/>
                  <a:pt x="f694" y="f658"/>
                  <a:pt x="f695" y="f696"/>
                </a:cubicBezTo>
                <a:cubicBezTo>
                  <a:pt x="f697" y="f457"/>
                  <a:pt x="f698" y="f699"/>
                  <a:pt x="f700" y="f651"/>
                </a:cubicBezTo>
                <a:cubicBezTo>
                  <a:pt x="f701" y="f696"/>
                  <a:pt x="f702" y="f653"/>
                  <a:pt x="f703" y="f56"/>
                </a:cubicBezTo>
                <a:cubicBezTo>
                  <a:pt x="f704" y="f456"/>
                  <a:pt x="f705" y="f46"/>
                  <a:pt x="f706" y="f56"/>
                </a:cubicBezTo>
                <a:cubicBezTo>
                  <a:pt x="f707" y="f58"/>
                  <a:pt x="f708" y="f709"/>
                  <a:pt x="f707" y="f696"/>
                </a:cubicBezTo>
                <a:cubicBezTo>
                  <a:pt x="f705" y="f463"/>
                  <a:pt x="f710" y="f674"/>
                  <a:pt x="f711" y="f665"/>
                </a:cubicBezTo>
                <a:cubicBezTo>
                  <a:pt x="f711" y="f647"/>
                  <a:pt x="f712" y="f47"/>
                  <a:pt x="f713" y="f47"/>
                </a:cubicBezTo>
                <a:cubicBezTo>
                  <a:pt x="f714" y="f641"/>
                  <a:pt x="f714" y="f645"/>
                  <a:pt x="f715" y="f637"/>
                </a:cubicBezTo>
                <a:cubicBezTo>
                  <a:pt x="f716" y="f598"/>
                  <a:pt x="f716" y="f717"/>
                  <a:pt x="f718" y="f595"/>
                </a:cubicBezTo>
                <a:cubicBezTo>
                  <a:pt x="f718" y="f719"/>
                  <a:pt x="f720" y="f593"/>
                  <a:pt x="f720" y="f593"/>
                </a:cubicBezTo>
                <a:cubicBezTo>
                  <a:pt x="f721" y="f590"/>
                  <a:pt x="f722" y="f723"/>
                  <a:pt x="f724" y="f723"/>
                </a:cubicBezTo>
                <a:cubicBezTo>
                  <a:pt x="f725" y="f49"/>
                  <a:pt x="f722" y="f726"/>
                  <a:pt x="f721" y="f727"/>
                </a:cubicBezTo>
                <a:cubicBezTo>
                  <a:pt x="f728" y="f729"/>
                  <a:pt x="f730" y="f628"/>
                  <a:pt x="f731" y="f570"/>
                </a:cubicBezTo>
                <a:cubicBezTo>
                  <a:pt x="f731" y="f561"/>
                  <a:pt x="f732" y="f563"/>
                  <a:pt x="f733" y="f734"/>
                </a:cubicBezTo>
                <a:cubicBezTo>
                  <a:pt x="f735" y="f561"/>
                  <a:pt x="f736" y="f498"/>
                  <a:pt x="f735" y="f519"/>
                </a:cubicBezTo>
                <a:cubicBezTo>
                  <a:pt x="f737" y="f738"/>
                  <a:pt x="f739" y="f125"/>
                  <a:pt x="f737" y="f503"/>
                </a:cubicBezTo>
                <a:cubicBezTo>
                  <a:pt x="f735" y="f140"/>
                  <a:pt x="f740" y="f133"/>
                  <a:pt x="f739" y="f131"/>
                </a:cubicBezTo>
                <a:cubicBezTo>
                  <a:pt x="f740" y="f131"/>
                  <a:pt x="f737" y="f131"/>
                  <a:pt x="f735" y="f531"/>
                </a:cubicBezTo>
                <a:cubicBezTo>
                  <a:pt x="f741" y="f113"/>
                  <a:pt x="f742" y="f533"/>
                  <a:pt x="f743" y="f744"/>
                </a:cubicBezTo>
                <a:cubicBezTo>
                  <a:pt x="f745" y="f121"/>
                  <a:pt x="f742" y="f746"/>
                  <a:pt x="f741" y="f536"/>
                </a:cubicBezTo>
                <a:cubicBezTo>
                  <a:pt x="f740" y="f747"/>
                  <a:pt x="f748" y="f749"/>
                  <a:pt x="f731" y="f548"/>
                </a:cubicBezTo>
                <a:cubicBezTo>
                  <a:pt x="f748" y="f150"/>
                  <a:pt x="f748" y="f750"/>
                  <a:pt x="f751" y="f752"/>
                </a:cubicBezTo>
                <a:cubicBezTo>
                  <a:pt x="f753" y="f105"/>
                  <a:pt x="f754" y="f755"/>
                  <a:pt x="f714" y="f756"/>
                </a:cubicBezTo>
                <a:cubicBezTo>
                  <a:pt x="f720" y="f756"/>
                  <a:pt x="f757" y="f758"/>
                  <a:pt x="f716" y="f101"/>
                </a:cubicBezTo>
                <a:cubicBezTo>
                  <a:pt x="f715" y="f94"/>
                  <a:pt x="f759" y="f760"/>
                  <a:pt x="f761" y="f171"/>
                </a:cubicBezTo>
                <a:cubicBezTo>
                  <a:pt x="f762" y="f92"/>
                  <a:pt x="f725" y="f90"/>
                  <a:pt x="f725" y="f178"/>
                </a:cubicBezTo>
                <a:cubicBezTo>
                  <a:pt x="f763" y="f764"/>
                  <a:pt x="f722" y="f765"/>
                  <a:pt x="f754" y="f766"/>
                </a:cubicBezTo>
                <a:cubicBezTo>
                  <a:pt x="f721" y="f767"/>
                  <a:pt x="f721" y="f767"/>
                  <a:pt x="f768" y="f162"/>
                </a:cubicBezTo>
                <a:cubicBezTo>
                  <a:pt x="f768" y="f769"/>
                  <a:pt x="f768" y="f186"/>
                  <a:pt x="f768" y="f770"/>
                </a:cubicBezTo>
                <a:cubicBezTo>
                  <a:pt x="f771" y="f770"/>
                  <a:pt x="f772" y="f770"/>
                  <a:pt x="f736" y="f770"/>
                </a:cubicBezTo>
                <a:cubicBezTo>
                  <a:pt x="f773" y="f55"/>
                  <a:pt x="f735" y="f774"/>
                  <a:pt x="f737" y="f195"/>
                </a:cubicBezTo>
                <a:cubicBezTo>
                  <a:pt x="f741" y="f195"/>
                  <a:pt x="f745" y="f195"/>
                  <a:pt x="f775" y="f776"/>
                </a:cubicBezTo>
                <a:cubicBezTo>
                  <a:pt x="f777" y="f57"/>
                  <a:pt x="f778" y="f779"/>
                  <a:pt x="f780" y="f781"/>
                </a:cubicBezTo>
                <a:cubicBezTo>
                  <a:pt x="f782" y="f781"/>
                  <a:pt x="f783" y="f198"/>
                  <a:pt x="f784" y="f81"/>
                </a:cubicBezTo>
                <a:cubicBezTo>
                  <a:pt x="f783" y="f200"/>
                  <a:pt x="f785" y="f786"/>
                  <a:pt x="f787" y="f788"/>
                </a:cubicBezTo>
                <a:cubicBezTo>
                  <a:pt x="f789" y="f790"/>
                  <a:pt x="f743" y="f791"/>
                  <a:pt x="f737" y="f206"/>
                </a:cubicBezTo>
                <a:cubicBezTo>
                  <a:pt x="f792" y="f793"/>
                  <a:pt x="f745" y="f794"/>
                  <a:pt x="f795" y="f796"/>
                </a:cubicBezTo>
                <a:cubicBezTo>
                  <a:pt x="f775" y="f797"/>
                  <a:pt x="f795" y="f798"/>
                  <a:pt x="f743" y="f78"/>
                </a:cubicBezTo>
                <a:cubicBezTo>
                  <a:pt x="f795" y="f799"/>
                  <a:pt x="f800" y="f801"/>
                  <a:pt x="f775" y="f802"/>
                </a:cubicBezTo>
                <a:cubicBezTo>
                  <a:pt x="f743" y="f803"/>
                  <a:pt x="f804" y="f221"/>
                  <a:pt x="f805" y="f806"/>
                </a:cubicBezTo>
                <a:cubicBezTo>
                  <a:pt x="f795" y="f224"/>
                  <a:pt x="f735" y="f807"/>
                  <a:pt x="f808" y="f809"/>
                </a:cubicBezTo>
                <a:cubicBezTo>
                  <a:pt x="f771" y="f806"/>
                  <a:pt x="f732" y="f810"/>
                  <a:pt x="f768" y="f811"/>
                </a:cubicBezTo>
                <a:cubicBezTo>
                  <a:pt x="f768" y="f75"/>
                  <a:pt x="f751" y="f222"/>
                  <a:pt x="f724" y="f809"/>
                </a:cubicBezTo>
                <a:cubicBezTo>
                  <a:pt x="f721" y="f75"/>
                  <a:pt x="f714" y="f72"/>
                  <a:pt x="f812" y="f813"/>
                </a:cubicBezTo>
                <a:cubicBezTo>
                  <a:pt x="f713" y="f75"/>
                  <a:pt x="f712" y="f814"/>
                  <a:pt x="f815" y="f816"/>
                </a:cubicBezTo>
                <a:cubicBezTo>
                  <a:pt x="f710" y="f817"/>
                  <a:pt x="f708" y="f818"/>
                  <a:pt x="f707" y="f819"/>
                </a:cubicBezTo>
                <a:cubicBezTo>
                  <a:pt x="f820" y="f806"/>
                  <a:pt x="f821" y="f72"/>
                  <a:pt x="f703" y="f822"/>
                </a:cubicBezTo>
                <a:cubicBezTo>
                  <a:pt x="f823" y="f824"/>
                  <a:pt x="f825" y="f826"/>
                  <a:pt x="f827" y="f828"/>
                </a:cubicBezTo>
                <a:cubicBezTo>
                  <a:pt x="f829" y="f793"/>
                  <a:pt x="f827" y="f830"/>
                  <a:pt x="f831" y="f203"/>
                </a:cubicBezTo>
                <a:cubicBezTo>
                  <a:pt x="f831" y="f832"/>
                  <a:pt x="f833" y="f59"/>
                  <a:pt x="f834" y="f788"/>
                </a:cubicBezTo>
                <a:cubicBezTo>
                  <a:pt x="f701" y="f835"/>
                  <a:pt x="f697" y="f57"/>
                  <a:pt x="f836" y="f837"/>
                </a:cubicBezTo>
                <a:cubicBezTo>
                  <a:pt x="f693" y="f776"/>
                  <a:pt x="f838" y="f776"/>
                  <a:pt x="f692" y="f776"/>
                </a:cubicBezTo>
                <a:cubicBezTo>
                  <a:pt x="f839" y="f195"/>
                  <a:pt x="f840" y="f841"/>
                  <a:pt x="f688" y="f842"/>
                </a:cubicBezTo>
                <a:cubicBezTo>
                  <a:pt x="f843" y="f844"/>
                  <a:pt x="f845" y="f770"/>
                  <a:pt x="f846" y="f84"/>
                </a:cubicBezTo>
                <a:cubicBezTo>
                  <a:pt x="f678" y="f192"/>
                  <a:pt x="f847" y="f192"/>
                  <a:pt x="f848" y="f186"/>
                </a:cubicBezTo>
                <a:cubicBezTo>
                  <a:pt x="f663" y="f837"/>
                  <a:pt x="f849" y="f781"/>
                  <a:pt x="f850" y="f203"/>
                </a:cubicBezTo>
                <a:cubicBezTo>
                  <a:pt x="f851" y="f826"/>
                  <a:pt x="f843" y="f72"/>
                  <a:pt x="f693" y="f816"/>
                </a:cubicBezTo>
                <a:cubicBezTo>
                  <a:pt x="f829" y="f852"/>
                  <a:pt x="f710" y="f853"/>
                  <a:pt x="f721" y="f259"/>
                </a:cubicBezTo>
                <a:cubicBezTo>
                  <a:pt x="f732" y="f266"/>
                  <a:pt x="f740" y="f271"/>
                  <a:pt x="f743" y="f854"/>
                </a:cubicBezTo>
                <a:cubicBezTo>
                  <a:pt x="f804" y="f855"/>
                  <a:pt x="f856" y="f857"/>
                  <a:pt x="f783" y="f858"/>
                </a:cubicBezTo>
                <a:cubicBezTo>
                  <a:pt x="f859" y="f285"/>
                  <a:pt x="f860" y="f285"/>
                  <a:pt x="f861" y="f335"/>
                </a:cubicBezTo>
                <a:cubicBezTo>
                  <a:pt x="f862" y="f863"/>
                  <a:pt x="f864" y="f280"/>
                  <a:pt x="f865" y="f866"/>
                </a:cubicBezTo>
                <a:cubicBezTo>
                  <a:pt x="f867" y="f868"/>
                  <a:pt x="f867" y="f869"/>
                  <a:pt x="f870" y="f871"/>
                </a:cubicBezTo>
                <a:cubicBezTo>
                  <a:pt x="f872" y="f273"/>
                  <a:pt x="f7" y="f873"/>
                  <a:pt x="f874" y="f283"/>
                </a:cubicBezTo>
                <a:cubicBezTo>
                  <a:pt x="f864" y="f284"/>
                  <a:pt x="f870" y="f875"/>
                  <a:pt x="f876" y="f435"/>
                </a:cubicBezTo>
                <a:cubicBezTo>
                  <a:pt x="f877" y="f286"/>
                  <a:pt x="f860" y="f333"/>
                  <a:pt x="f878" y="f286"/>
                </a:cubicBezTo>
                <a:cubicBezTo>
                  <a:pt x="f879" y="f286"/>
                  <a:pt x="f859" y="f333"/>
                  <a:pt x="f880" y="f337"/>
                </a:cubicBezTo>
                <a:cubicBezTo>
                  <a:pt x="f881" y="f453"/>
                  <a:pt x="f882" y="f883"/>
                  <a:pt x="f884" y="f320"/>
                </a:cubicBezTo>
                <a:cubicBezTo>
                  <a:pt x="f885" y="f886"/>
                  <a:pt x="f887" y="f888"/>
                  <a:pt x="f876" y="f889"/>
                </a:cubicBezTo>
                <a:cubicBezTo>
                  <a:pt x="f890" y="f398"/>
                  <a:pt x="f887" y="f891"/>
                  <a:pt x="f892" y="f893"/>
                </a:cubicBezTo>
                <a:cubicBezTo>
                  <a:pt x="f894" y="f501"/>
                  <a:pt x="f895" y="f8"/>
                  <a:pt x="f896" y="f377"/>
                </a:cubicBezTo>
                <a:cubicBezTo>
                  <a:pt x="f897" y="f898"/>
                  <a:pt x="f899" y="f379"/>
                  <a:pt x="f900" y="f901"/>
                </a:cubicBezTo>
                <a:cubicBezTo>
                  <a:pt x="f902" y="f368"/>
                  <a:pt x="f900" y="f366"/>
                  <a:pt x="f899" y="f497"/>
                </a:cubicBezTo>
                <a:cubicBezTo>
                  <a:pt x="f903" y="f904"/>
                  <a:pt x="f905" y="f906"/>
                  <a:pt x="f907" y="f399"/>
                </a:cubicBezTo>
                <a:cubicBezTo>
                  <a:pt x="f908" y="f398"/>
                  <a:pt x="f908" y="f909"/>
                  <a:pt x="f897" y="f373"/>
                </a:cubicBezTo>
                <a:cubicBezTo>
                  <a:pt x="f907" y="f910"/>
                  <a:pt x="f860" y="f898"/>
                  <a:pt x="f911" y="f912"/>
                </a:cubicBezTo>
                <a:cubicBezTo>
                  <a:pt x="f861" y="f381"/>
                  <a:pt x="f913" y="f398"/>
                  <a:pt x="f914" y="f400"/>
                </a:cubicBezTo>
                <a:cubicBezTo>
                  <a:pt x="f861" y="f345"/>
                  <a:pt x="f915" y="f916"/>
                  <a:pt x="f860" y="f420"/>
                </a:cubicBezTo>
                <a:cubicBezTo>
                  <a:pt x="f917" y="f300"/>
                  <a:pt x="f881" y="f303"/>
                  <a:pt x="f918" y="f294"/>
                </a:cubicBezTo>
                <a:cubicBezTo>
                  <a:pt x="f903" y="f919"/>
                  <a:pt x="f920" y="f875"/>
                  <a:pt x="f921" y="f858"/>
                </a:cubicBezTo>
                <a:cubicBezTo>
                  <a:pt x="f745" y="f922"/>
                  <a:pt x="f740" y="f923"/>
                  <a:pt x="f924" y="f271"/>
                </a:cubicBezTo>
                <a:cubicBezTo>
                  <a:pt x="f718" y="f259"/>
                  <a:pt x="f925" y="f926"/>
                  <a:pt x="f694" y="f927"/>
                </a:cubicBezTo>
                <a:cubicBezTo>
                  <a:pt x="f928" y="f929"/>
                  <a:pt x="f851" y="f930"/>
                  <a:pt x="f673" y="f931"/>
                </a:cubicBezTo>
                <a:cubicBezTo>
                  <a:pt x="f932" y="f933"/>
                  <a:pt x="f934" y="f83"/>
                  <a:pt x="f659" y="f769"/>
                </a:cubicBezTo>
                <a:cubicBezTo>
                  <a:pt x="f935" y="f936"/>
                  <a:pt x="f937" y="f162"/>
                  <a:pt x="f938" y="f767"/>
                </a:cubicBezTo>
                <a:cubicBezTo>
                  <a:pt x="f939" y="f165"/>
                  <a:pt x="f940" y="f176"/>
                  <a:pt x="f941" y="f758"/>
                </a:cubicBezTo>
                <a:cubicBezTo>
                  <a:pt x="f942" y="f99"/>
                  <a:pt x="f943" y="f99"/>
                  <a:pt x="f944" y="f90"/>
                </a:cubicBezTo>
                <a:cubicBezTo>
                  <a:pt x="f945" y="f167"/>
                  <a:pt x="f946" y="f765"/>
                  <a:pt x="f947" y="f948"/>
                </a:cubicBezTo>
                <a:cubicBezTo>
                  <a:pt x="f947" y="f159"/>
                  <a:pt x="f947" y="f86"/>
                  <a:pt x="f947" y="f182"/>
                </a:cubicBezTo>
                <a:cubicBezTo>
                  <a:pt x="f946" y="f949"/>
                  <a:pt x="f950" y="f951"/>
                  <a:pt x="f952" y="f767"/>
                </a:cubicBezTo>
                <a:cubicBezTo>
                  <a:pt x="f953" y="f162"/>
                  <a:pt x="f954" y="f162"/>
                  <a:pt x="f954" y="f194"/>
                </a:cubicBezTo>
                <a:cubicBezTo>
                  <a:pt x="f954" y="f770"/>
                  <a:pt x="f955" y="f956"/>
                  <a:pt x="f957" y="f844"/>
                </a:cubicBezTo>
                <a:cubicBezTo>
                  <a:pt x="f955" y="f774"/>
                  <a:pt x="f958" y="f841"/>
                  <a:pt x="f942" y="f776"/>
                </a:cubicBezTo>
                <a:cubicBezTo>
                  <a:pt x="f953" y="f83"/>
                  <a:pt x="f959" y="f960"/>
                  <a:pt x="f535" y="f961"/>
                </a:cubicBezTo>
                <a:cubicBezTo>
                  <a:pt x="f962" y="f779"/>
                  <a:pt x="f963" y="f57"/>
                  <a:pt x="f964" y="f788"/>
                </a:cubicBezTo>
                <a:cubicBezTo>
                  <a:pt x="f965" y="f203"/>
                  <a:pt x="f541" y="f966"/>
                  <a:pt x="f967" y="f931"/>
                </a:cubicBezTo>
                <a:cubicBezTo>
                  <a:pt x="f539" y="f796"/>
                  <a:pt x="f963" y="f968"/>
                  <a:pt x="f947" y="f63"/>
                </a:cubicBezTo>
                <a:cubicBezTo>
                  <a:pt x="f969" y="f801"/>
                  <a:pt x="f965" y="f970"/>
                  <a:pt x="f971" y="f972"/>
                </a:cubicBezTo>
                <a:cubicBezTo>
                  <a:pt x="f544" y="f66"/>
                  <a:pt x="f604" y="f803"/>
                  <a:pt x="f605" y="f807"/>
                </a:cubicBezTo>
                <a:cubicBezTo>
                  <a:pt x="f605" y="f219"/>
                  <a:pt x="f973" y="f221"/>
                  <a:pt x="f543" y="f73"/>
                </a:cubicBezTo>
                <a:cubicBezTo>
                  <a:pt x="f974" y="f75"/>
                  <a:pt x="f974" y="f810"/>
                  <a:pt x="f975" y="f814"/>
                </a:cubicBezTo>
                <a:cubicBezTo>
                  <a:pt x="f976" y="f929"/>
                  <a:pt x="f965" y="f818"/>
                  <a:pt x="f977" y="f817"/>
                </a:cubicBezTo>
                <a:cubicBezTo>
                  <a:pt x="f978" y="f979"/>
                  <a:pt x="f606" y="f980"/>
                  <a:pt x="f947" y="f981"/>
                </a:cubicBezTo>
                <a:cubicBezTo>
                  <a:pt x="f976" y="f982"/>
                  <a:pt x="f543" y="f231"/>
                  <a:pt x="f977" y="f233"/>
                </a:cubicBezTo>
                <a:cubicBezTo>
                  <a:pt x="f544" y="f983"/>
                  <a:pt x="f964" y="f237"/>
                  <a:pt x="f984" y="f239"/>
                </a:cubicBezTo>
                <a:cubicBezTo>
                  <a:pt x="f601" y="f985"/>
                  <a:pt x="f545" y="f242"/>
                  <a:pt x="f601" y="f986"/>
                </a:cubicBezTo>
                <a:cubicBezTo>
                  <a:pt x="f984" y="f243"/>
                  <a:pt x="f964" y="f243"/>
                  <a:pt x="f978" y="f243"/>
                </a:cubicBezTo>
                <a:cubicBezTo>
                  <a:pt x="f963" y="f987"/>
                  <a:pt x="f974" y="f242"/>
                  <a:pt x="f537" y="f988"/>
                </a:cubicBezTo>
                <a:cubicBezTo>
                  <a:pt x="f989" y="f990"/>
                  <a:pt x="f952" y="f988"/>
                  <a:pt x="f952" y="f991"/>
                </a:cubicBezTo>
                <a:cubicBezTo>
                  <a:pt x="f952" y="f992"/>
                  <a:pt x="f953" y="f245"/>
                  <a:pt x="f941" y="f992"/>
                </a:cubicBezTo>
                <a:cubicBezTo>
                  <a:pt x="f530" y="f991"/>
                  <a:pt x="f530" y="f991"/>
                  <a:pt x="f993" y="f994"/>
                </a:cubicBezTo>
                <a:cubicBezTo>
                  <a:pt x="f524" y="f233"/>
                  <a:pt x="f995" y="f996"/>
                  <a:pt x="f997" y="f998"/>
                </a:cubicBezTo>
                <a:cubicBezTo>
                  <a:pt x="f999" y="f1000"/>
                  <a:pt x="f1001" y="f226"/>
                  <a:pt x="f1002" y="f1003"/>
                </a:cubicBezTo>
                <a:cubicBezTo>
                  <a:pt x="f1004" y="f814"/>
                  <a:pt x="f1005" y="f1003"/>
                  <a:pt x="f1005" y="f1006"/>
                </a:cubicBezTo>
                <a:cubicBezTo>
                  <a:pt x="f1007" y="f1008"/>
                  <a:pt x="f1009" y="f230"/>
                  <a:pt x="f518" y="f982"/>
                </a:cubicBezTo>
                <a:cubicBezTo>
                  <a:pt x="f1010" y="f234"/>
                  <a:pt x="f1011" y="f1012"/>
                  <a:pt x="f1013" y="f988"/>
                </a:cubicBezTo>
                <a:cubicBezTo>
                  <a:pt x="f520" y="f991"/>
                  <a:pt x="f1014" y="f1015"/>
                  <a:pt x="f1016" y="f1017"/>
                </a:cubicBezTo>
                <a:cubicBezTo>
                  <a:pt x="f1018" y="f249"/>
                  <a:pt x="f1018" y="f853"/>
                  <a:pt x="f1018" y="f853"/>
                </a:cubicBezTo>
                <a:cubicBezTo>
                  <a:pt x="f1018" y="f1019"/>
                  <a:pt x="f1018" y="f1020"/>
                  <a:pt x="f1018" y="f1021"/>
                </a:cubicBezTo>
                <a:cubicBezTo>
                  <a:pt x="f1010" y="f1022"/>
                  <a:pt x="f1002" y="f262"/>
                  <a:pt x="f518" y="f266"/>
                </a:cubicBezTo>
                <a:cubicBezTo>
                  <a:pt x="f1004" y="f264"/>
                  <a:pt x="f1023" y="f479"/>
                  <a:pt x="f512" y="f260"/>
                </a:cubicBezTo>
                <a:cubicBezTo>
                  <a:pt x="f1024" y="f1022"/>
                  <a:pt x="f1024" y="f483"/>
                  <a:pt x="f1025" y="f1026"/>
                </a:cubicBezTo>
                <a:cubicBezTo>
                  <a:pt x="f1025" y="f483"/>
                  <a:pt x="f1027" y="f483"/>
                  <a:pt x="f1028" y="f483"/>
                </a:cubicBezTo>
                <a:cubicBezTo>
                  <a:pt x="f1028" y="f1029"/>
                  <a:pt x="f1027" y="f265"/>
                  <a:pt x="f1028" y="f475"/>
                </a:cubicBezTo>
                <a:cubicBezTo>
                  <a:pt x="f1028" y="f268"/>
                  <a:pt x="f1028" y="f871"/>
                  <a:pt x="f510" y="f871"/>
                </a:cubicBezTo>
                <a:cubicBezTo>
                  <a:pt x="f1030" y="f270"/>
                  <a:pt x="f1031" y="f871"/>
                  <a:pt x="f509" y="f473"/>
                </a:cubicBezTo>
                <a:cubicBezTo>
                  <a:pt x="f1032" y="f1033"/>
                  <a:pt x="f1034" y="f1035"/>
                  <a:pt x="f1036" y="f475"/>
                </a:cubicBezTo>
                <a:cubicBezTo>
                  <a:pt x="f1037" y="f871"/>
                  <a:pt x="f504" y="f1038"/>
                  <a:pt x="f1039" y="f470"/>
                </a:cubicBezTo>
                <a:cubicBezTo>
                  <a:pt x="f1040" y="f279"/>
                  <a:pt x="f8" y="f279"/>
                  <a:pt x="f910" y="f276"/>
                </a:cubicBezTo>
                <a:cubicBezTo>
                  <a:pt x="f1041" y="f467"/>
                  <a:pt x="f1042" y="f470"/>
                  <a:pt x="f379" y="f464"/>
                </a:cubicBezTo>
                <a:cubicBezTo>
                  <a:pt x="f1043" y="f467"/>
                  <a:pt x="f375" y="f1044"/>
                  <a:pt x="f912" y="f923"/>
                </a:cubicBezTo>
                <a:cubicBezTo>
                  <a:pt x="f893" y="f855"/>
                  <a:pt x="f371" y="f432"/>
                  <a:pt x="f1045" y="f433"/>
                </a:cubicBezTo>
                <a:cubicBezTo>
                  <a:pt x="f391" y="f432"/>
                  <a:pt x="f497" y="f855"/>
                  <a:pt x="f906" y="f279"/>
                </a:cubicBezTo>
                <a:cubicBezTo>
                  <a:pt x="f400" y="f276"/>
                  <a:pt x="f408" y="f274"/>
                  <a:pt x="f1046" y="f277"/>
                </a:cubicBezTo>
                <a:cubicBezTo>
                  <a:pt x="f1047" y="f854"/>
                  <a:pt x="f350" y="f873"/>
                  <a:pt x="f1048" y="f467"/>
                </a:cubicBezTo>
                <a:cubicBezTo>
                  <a:pt x="f1049" y="f273"/>
                  <a:pt x="f345" y="f869"/>
                  <a:pt x="f345" y="f268"/>
                </a:cubicBezTo>
                <a:cubicBezTo>
                  <a:pt x="f1050" y="f1051"/>
                  <a:pt x="f412" y="f871"/>
                  <a:pt x="f1052" y="f270"/>
                </a:cubicBezTo>
                <a:cubicBezTo>
                  <a:pt x="f1053" y="f869"/>
                  <a:pt x="f413" y="f1054"/>
                  <a:pt x="f1055" y="f271"/>
                </a:cubicBezTo>
                <a:cubicBezTo>
                  <a:pt x="f886" y="f489"/>
                  <a:pt x="f1056" y="f473"/>
                  <a:pt x="f1056" y="f1035"/>
                </a:cubicBezTo>
                <a:cubicBezTo>
                  <a:pt x="f1057" y="f1058"/>
                  <a:pt x="f1059" y="f476"/>
                  <a:pt x="f1060" y="f262"/>
                </a:cubicBezTo>
                <a:cubicBezTo>
                  <a:pt x="f342" y="f262"/>
                  <a:pt x="f342" y="f480"/>
                  <a:pt x="f342" y="f483"/>
                </a:cubicBezTo>
                <a:cubicBezTo>
                  <a:pt x="f342" y="f259"/>
                  <a:pt x="f342" y="f485"/>
                  <a:pt x="f342" y="f1061"/>
                </a:cubicBezTo>
                <a:cubicBezTo>
                  <a:pt x="f319" y="f485"/>
                  <a:pt x="f322" y="f259"/>
                  <a:pt x="f883" y="f1022"/>
                </a:cubicBezTo>
                <a:cubicBezTo>
                  <a:pt x="f883" y="f1062"/>
                  <a:pt x="f315" y="f1063"/>
                  <a:pt x="f315" y="f253"/>
                </a:cubicBezTo>
                <a:cubicBezTo>
                  <a:pt x="f315" y="f252"/>
                  <a:pt x="f301" y="f250"/>
                  <a:pt x="f883" y="f249"/>
                </a:cubicBezTo>
                <a:cubicBezTo>
                  <a:pt x="f883" y="f247"/>
                  <a:pt x="f306" y="f992"/>
                  <a:pt x="f493" y="f1064"/>
                </a:cubicBezTo>
                <a:cubicBezTo>
                  <a:pt x="f315" y="f991"/>
                  <a:pt x="f305" y="f991"/>
                  <a:pt x="f312" y="f1065"/>
                </a:cubicBezTo>
                <a:cubicBezTo>
                  <a:pt x="f312" y="f986"/>
                  <a:pt x="f305" y="f1066"/>
                  <a:pt x="f301" y="f239"/>
                </a:cubicBezTo>
                <a:cubicBezTo>
                  <a:pt x="f308" y="f1067"/>
                  <a:pt x="f322" y="f1068"/>
                  <a:pt x="f448" y="f1069"/>
                </a:cubicBezTo>
                <a:cubicBezTo>
                  <a:pt x="f417" y="f1070"/>
                  <a:pt x="f416" y="f817"/>
                  <a:pt x="f1071" y="f819"/>
                </a:cubicBezTo>
                <a:cubicBezTo>
                  <a:pt x="f342" y="f814"/>
                  <a:pt x="f1072" y="f809"/>
                  <a:pt x="f1073" y="f1074"/>
                </a:cubicBezTo>
                <a:cubicBezTo>
                  <a:pt x="f420" y="f806"/>
                  <a:pt x="f448" y="f1074"/>
                  <a:pt x="f449" y="f809"/>
                </a:cubicBezTo>
                <a:cubicBezTo>
                  <a:pt x="f299" y="f814"/>
                  <a:pt x="f308" y="f818"/>
                  <a:pt x="f303" y="f1000"/>
                </a:cubicBezTo>
                <a:cubicBezTo>
                  <a:pt x="f296" y="f998"/>
                  <a:pt x="f1075" y="f982"/>
                  <a:pt x="f286" y="f927"/>
                </a:cubicBezTo>
                <a:cubicBezTo>
                  <a:pt x="f455" y="f983"/>
                  <a:pt x="f1076" y="f994"/>
                  <a:pt x="f1077" y="f1067"/>
                </a:cubicBezTo>
                <a:cubicBezTo>
                  <a:pt x="f284" y="f1078"/>
                  <a:pt x="f430" y="f1068"/>
                  <a:pt x="f1079" y="f233"/>
                </a:cubicBezTo>
                <a:cubicBezTo>
                  <a:pt x="f431" y="f234"/>
                  <a:pt x="f277" y="f994"/>
                  <a:pt x="f866" y="f1067"/>
                </a:cubicBezTo>
                <a:cubicBezTo>
                  <a:pt x="f1038" y="f235"/>
                  <a:pt x="f1054" y="f235"/>
                  <a:pt x="f489" y="f1067"/>
                </a:cubicBezTo>
                <a:cubicBezTo>
                  <a:pt x="f270" y="f994"/>
                  <a:pt x="f489" y="f927"/>
                  <a:pt x="f489" y="f1078"/>
                </a:cubicBezTo>
                <a:cubicBezTo>
                  <a:pt x="f1054" y="f998"/>
                  <a:pt x="f271" y="f818"/>
                  <a:pt x="f1080" y="f222"/>
                </a:cubicBezTo>
                <a:cubicBezTo>
                  <a:pt x="f1054" y="f222"/>
                  <a:pt x="f489" y="f810"/>
                  <a:pt x="f473" y="f810"/>
                </a:cubicBezTo>
                <a:cubicBezTo>
                  <a:pt x="f268" y="f72"/>
                  <a:pt x="f473" y="f813"/>
                  <a:pt x="f489" y="f77"/>
                </a:cubicBezTo>
                <a:cubicBezTo>
                  <a:pt x="f274" y="f826"/>
                  <a:pt x="f1081" y="f1082"/>
                  <a:pt x="f475" y="f797"/>
                </a:cubicBezTo>
                <a:cubicBezTo>
                  <a:pt x="f266" y="f968"/>
                  <a:pt x="f265" y="f968"/>
                  <a:pt x="f477" y="f796"/>
                </a:cubicBezTo>
                <a:cubicBezTo>
                  <a:pt x="f265" y="f1083"/>
                  <a:pt x="f489" y="f203"/>
                  <a:pt x="f470" y="f933"/>
                </a:cubicBezTo>
                <a:cubicBezTo>
                  <a:pt x="f271" y="f198"/>
                  <a:pt x="f1080" y="f1084"/>
                  <a:pt x="f470" y="f961"/>
                </a:cubicBezTo>
                <a:cubicBezTo>
                  <a:pt x="f873" y="f197"/>
                  <a:pt x="f1085" y="f960"/>
                  <a:pt x="f1086" y="f83"/>
                </a:cubicBezTo>
                <a:cubicBezTo>
                  <a:pt x="f1087" y="f1088"/>
                  <a:pt x="f1089" y="f776"/>
                  <a:pt x="f284" y="f841"/>
                </a:cubicBezTo>
                <a:cubicBezTo>
                  <a:pt x="f1089" y="f844"/>
                  <a:pt x="f1087" y="f770"/>
                  <a:pt x="f1086" y="f84"/>
                </a:cubicBezTo>
                <a:cubicBezTo>
                  <a:pt x="f1085" y="f192"/>
                  <a:pt x="f873" y="f186"/>
                  <a:pt x="f470" y="f936"/>
                </a:cubicBezTo>
                <a:cubicBezTo>
                  <a:pt x="f866" y="f162"/>
                  <a:pt x="f271" y="f949"/>
                  <a:pt x="f271" y="f86"/>
                </a:cubicBezTo>
                <a:cubicBezTo>
                  <a:pt x="f868" y="f1090"/>
                  <a:pt x="f273" y="f165"/>
                  <a:pt x="f1081" y="f1091"/>
                </a:cubicBezTo>
                <a:cubicBezTo>
                  <a:pt x="f1044" y="f1092"/>
                  <a:pt x="f280" y="f54"/>
                  <a:pt x="f282" y="f760"/>
                </a:cubicBezTo>
                <a:cubicBezTo>
                  <a:pt x="f279" y="f752"/>
                  <a:pt x="f1085" y="f750"/>
                  <a:pt x="f433" y="f148"/>
                </a:cubicBezTo>
                <a:cubicBezTo>
                  <a:pt x="f1077" y="f542"/>
                  <a:pt x="f1093" y="f109"/>
                  <a:pt x="f1087" y="f749"/>
                </a:cubicBezTo>
                <a:cubicBezTo>
                  <a:pt x="f1077" y="f117"/>
                  <a:pt x="f285" y="f143"/>
                  <a:pt x="f919" y="f538"/>
                </a:cubicBezTo>
                <a:cubicBezTo>
                  <a:pt x="f437" y="f536"/>
                  <a:pt x="f437" y="f746"/>
                  <a:pt x="f1094" y="f121"/>
                </a:cubicBezTo>
                <a:cubicBezTo>
                  <a:pt x="f289" y="f121"/>
                  <a:pt x="f1075" y="f121"/>
                  <a:pt x="f453" y="f115"/>
                </a:cubicBezTo>
                <a:cubicBezTo>
                  <a:pt x="f1095" y="f1096"/>
                  <a:pt x="f291" y="f554"/>
                  <a:pt x="f1095" y="f113"/>
                </a:cubicBezTo>
                <a:cubicBezTo>
                  <a:pt x="f296" y="f529"/>
                  <a:pt x="f443" y="f1097"/>
                  <a:pt x="f290" y="f136"/>
                </a:cubicBezTo>
                <a:cubicBezTo>
                  <a:pt x="f298" y="f508"/>
                  <a:pt x="f493" y="f1098"/>
                  <a:pt x="f1099" y="f1098"/>
                </a:cubicBezTo>
                <a:cubicBezTo>
                  <a:pt x="f448" y="f503"/>
                  <a:pt x="f448" y="f502"/>
                  <a:pt x="f320" y="f50"/>
                </a:cubicBezTo>
                <a:cubicBezTo>
                  <a:pt x="f1071" y="f502"/>
                  <a:pt x="f1059" y="f140"/>
                  <a:pt x="f1100" y="f1097"/>
                </a:cubicBezTo>
                <a:cubicBezTo>
                  <a:pt x="f1101" y="f1098"/>
                  <a:pt x="f495" y="f136"/>
                  <a:pt x="f1102" y="f136"/>
                </a:cubicBezTo>
                <a:cubicBezTo>
                  <a:pt x="f1103" y="f1098"/>
                  <a:pt x="f346" y="f1097"/>
                  <a:pt x="f410" y="f1104"/>
                </a:cubicBezTo>
                <a:cubicBezTo>
                  <a:pt x="f1046" y="f744"/>
                  <a:pt x="f403" y="f117"/>
                  <a:pt x="f1105" y="f119"/>
                </a:cubicBezTo>
                <a:cubicBezTo>
                  <a:pt x="f357" y="f750"/>
                  <a:pt x="f388" y="f101"/>
                  <a:pt x="f368" y="f54"/>
                </a:cubicBezTo>
                <a:cubicBezTo>
                  <a:pt x="f901" y="f94"/>
                  <a:pt x="f373" y="f103"/>
                  <a:pt x="f1043" y="f1106"/>
                </a:cubicBezTo>
                <a:cubicBezTo>
                  <a:pt x="f499" y="f1107"/>
                  <a:pt x="f898" y="f119"/>
                  <a:pt x="f501" y="f746"/>
                </a:cubicBezTo>
                <a:cubicBezTo>
                  <a:pt x="f910" y="f121"/>
                  <a:pt x="f1042" y="f1108"/>
                  <a:pt x="f375" y="f113"/>
                </a:cubicBezTo>
                <a:cubicBezTo>
                  <a:pt x="f371" y="f123"/>
                  <a:pt x="f395" y="f1097"/>
                  <a:pt x="f1109" y="f136"/>
                </a:cubicBezTo>
                <a:cubicBezTo>
                  <a:pt x="f343" y="f517"/>
                  <a:pt x="f449" y="f570"/>
                  <a:pt x="f1110" y="f630"/>
                </a:cubicBezTo>
                <a:cubicBezTo>
                  <a:pt x="f282" y="f593"/>
                  <a:pt x="f1111" y="f636"/>
                  <a:pt x="f1019" y="f1112"/>
                </a:cubicBezTo>
                <a:cubicBezTo>
                  <a:pt x="f1113" y="f1112"/>
                  <a:pt x="f487" y="f645"/>
                  <a:pt x="f1114" y="f1115"/>
                </a:cubicBezTo>
                <a:cubicBezTo>
                  <a:pt x="f926" y="f1116"/>
                  <a:pt x="f244" y="f1115"/>
                  <a:pt x="f987" y="f639"/>
                </a:cubicBezTo>
                <a:cubicBezTo>
                  <a:pt x="f234" y="f468"/>
                  <a:pt x="f817" y="f460"/>
                  <a:pt x="f1117" y="f462"/>
                </a:cubicBezTo>
                <a:cubicBezTo>
                  <a:pt x="f794" y="f691"/>
                  <a:pt x="f1118" y="f466"/>
                  <a:pt x="f167" y="f651"/>
                </a:cubicBezTo>
                <a:cubicBezTo>
                  <a:pt x="f55" y="f1119"/>
                  <a:pt x="f842" y="f1120"/>
                  <a:pt x="f182" y="f519"/>
                </a:cubicBezTo>
                <a:cubicBezTo>
                  <a:pt x="f55" y="f127"/>
                  <a:pt x="f83" y="f1121"/>
                  <a:pt x="f770" y="f548"/>
                </a:cubicBezTo>
                <a:cubicBezTo>
                  <a:pt x="f844" y="f1107"/>
                  <a:pt x="f842" y="f542"/>
                  <a:pt x="f195" y="f146"/>
                </a:cubicBezTo>
                <a:cubicBezTo>
                  <a:pt x="f81" y="f107"/>
                  <a:pt x="f203" y="f760"/>
                  <a:pt x="f203" y="f165"/>
                </a:cubicBezTo>
                <a:cubicBezTo>
                  <a:pt x="f1122" y="f936"/>
                  <a:pt x="f203" y="f842"/>
                  <a:pt x="f203" y="f1084"/>
                </a:cubicBezTo>
                <a:cubicBezTo>
                  <a:pt x="f832" y="f1084"/>
                  <a:pt x="f59" y="f1084"/>
                  <a:pt x="f933" y="f1084"/>
                </a:cubicBezTo>
                <a:cubicBezTo>
                  <a:pt x="f933" y="f1123"/>
                  <a:pt x="f933" y="f1123"/>
                  <a:pt x="f933" y="f961"/>
                </a:cubicBezTo>
                <a:cubicBezTo>
                  <a:pt x="f933" y="f774"/>
                  <a:pt x="f933" y="f767"/>
                  <a:pt x="f200" y="f1091"/>
                </a:cubicBezTo>
                <a:cubicBezTo>
                  <a:pt x="f1124" y="f94"/>
                  <a:pt x="f960" y="f106"/>
                  <a:pt x="f192" y="f150"/>
                </a:cubicBezTo>
                <a:cubicBezTo>
                  <a:pt x="f188" y="f1106"/>
                  <a:pt x="f936" y="f150"/>
                  <a:pt x="f767" y="f750"/>
                </a:cubicBezTo>
                <a:cubicBezTo>
                  <a:pt x="f949" y="f107"/>
                  <a:pt x="f182" y="f752"/>
                  <a:pt x="f159" y="f105"/>
                </a:cubicBezTo>
                <a:cubicBezTo>
                  <a:pt x="f766" y="f755"/>
                  <a:pt x="f157" y="f758"/>
                  <a:pt x="f167" y="f105"/>
                </a:cubicBezTo>
                <a:cubicBezTo>
                  <a:pt x="f1092" y="f150"/>
                  <a:pt x="f88" y="f147"/>
                  <a:pt x="f1091" y="f1107"/>
                </a:cubicBezTo>
                <a:cubicBezTo>
                  <a:pt x="f165" y="f109"/>
                  <a:pt x="f1090" y="f109"/>
                  <a:pt x="f159" y="f109"/>
                </a:cubicBezTo>
                <a:cubicBezTo>
                  <a:pt x="f936" y="f540"/>
                  <a:pt x="f194" y="f747"/>
                  <a:pt x="f194" y="f1096"/>
                </a:cubicBezTo>
                <a:cubicBezTo>
                  <a:pt x="f192" y="f1104"/>
                  <a:pt x="f162" y="f136"/>
                  <a:pt x="f1090" y="f125"/>
                </a:cubicBezTo>
                <a:cubicBezTo>
                  <a:pt x="f765" y="f502"/>
                  <a:pt x="f157" y="f136"/>
                  <a:pt x="f178" y="f1098"/>
                </a:cubicBezTo>
                <a:cubicBezTo>
                  <a:pt x="f90" y="f1097"/>
                  <a:pt x="f92" y="f123"/>
                  <a:pt x="f95" y="f123"/>
                </a:cubicBezTo>
                <a:cubicBezTo>
                  <a:pt x="f101" y="f529"/>
                  <a:pt x="f752" y="f1098"/>
                  <a:pt x="f752" y="f502"/>
                </a:cubicBezTo>
                <a:cubicBezTo>
                  <a:pt x="f106" y="f738"/>
                  <a:pt x="f755" y="f507"/>
                  <a:pt x="f1125" y="f517"/>
                </a:cubicBezTo>
                <a:cubicBezTo>
                  <a:pt x="f95" y="f505"/>
                  <a:pt x="f169" y="f516"/>
                  <a:pt x="f88" y="f516"/>
                </a:cubicBezTo>
                <a:cubicBezTo>
                  <a:pt x="f765" y="f516"/>
                  <a:pt x="f1126" y="f513"/>
                  <a:pt x="f1090" y="f734"/>
                </a:cubicBezTo>
                <a:cubicBezTo>
                  <a:pt x="f186" y="f611"/>
                  <a:pt x="f936" y="f645"/>
                  <a:pt x="f92" y="f691"/>
                </a:cubicBezTo>
                <a:cubicBezTo>
                  <a:pt x="f97" y="f1127"/>
                  <a:pt x="f99" y="f651"/>
                  <a:pt x="f1128" y="f651"/>
                </a:cubicBezTo>
                <a:cubicBezTo>
                  <a:pt x="f52" y="f699"/>
                  <a:pt x="f136" y="f696"/>
                  <a:pt x="f570" y="f696"/>
                </a:cubicBezTo>
                <a:cubicBezTo>
                  <a:pt x="f1129" y="f457"/>
                  <a:pt x="f486" y="f457"/>
                  <a:pt x="f1130" y="f454"/>
                </a:cubicBezTo>
                <a:cubicBezTo>
                  <a:pt x="f447" y="f58"/>
                  <a:pt x="f67" y="f56"/>
                  <a:pt x="f1131" y="f56"/>
                </a:cubicBezTo>
                <a:cubicBezTo>
                  <a:pt x="f1132" y="f46"/>
                  <a:pt x="f434" y="f56"/>
                  <a:pt x="f411" y="f459"/>
                </a:cubicBezTo>
                <a:cubicBezTo>
                  <a:pt x="f1133" y="f468"/>
                  <a:pt x="f19" y="f460"/>
                  <a:pt x="f35" y="f462"/>
                </a:cubicBezTo>
                <a:cubicBezTo>
                  <a:pt x="f35" y="f468"/>
                  <a:pt x="f35" y="f459"/>
                  <a:pt x="f35" y="f486"/>
                </a:cubicBezTo>
                <a:cubicBezTo>
                  <a:pt x="f35" y="f486"/>
                  <a:pt x="f71" y="f486"/>
                  <a:pt x="f36" y="f486"/>
                </a:cubicBezTo>
                <a:cubicBezTo>
                  <a:pt x="f1134" y="f474"/>
                  <a:pt x="f1135" y="f486"/>
                  <a:pt x="f67" y="f474"/>
                </a:cubicBezTo>
                <a:cubicBezTo>
                  <a:pt x="f26" y="f472"/>
                  <a:pt x="f38" y="f684"/>
                  <a:pt x="f1136" y="f1137"/>
                </a:cubicBezTo>
                <a:cubicBezTo>
                  <a:pt x="f1138" y="f665"/>
                  <a:pt x="f1136" y="f645"/>
                  <a:pt x="f42" y="f1119"/>
                </a:cubicBezTo>
                <a:cubicBezTo>
                  <a:pt x="f38" y="f1139"/>
                  <a:pt x="f1140" y="f1141"/>
                  <a:pt x="f34" y="f1129"/>
                </a:cubicBezTo>
                <a:cubicBezTo>
                  <a:pt x="f67" y="f596"/>
                  <a:pt x="f43" y="f632"/>
                  <a:pt x="f1142" y="f590"/>
                </a:cubicBezTo>
                <a:cubicBezTo>
                  <a:pt x="f28" y="f1129"/>
                  <a:pt x="f1143" y="f590"/>
                  <a:pt x="f62" y="f719"/>
                </a:cubicBezTo>
                <a:cubicBezTo>
                  <a:pt x="f709" y="f592"/>
                  <a:pt x="f56" y="f1144"/>
                  <a:pt x="f456" y="f579"/>
                </a:cubicBezTo>
                <a:cubicBezTo>
                  <a:pt x="f481" y="f579"/>
                  <a:pt x="f667" y="f579"/>
                  <a:pt x="f490" y="f614"/>
                </a:cubicBezTo>
                <a:cubicBezTo>
                  <a:pt x="f645" y="f625"/>
                  <a:pt x="f647" y="f566"/>
                  <a:pt x="f669" y="f507"/>
                </a:cubicBezTo>
                <a:cubicBezTo>
                  <a:pt x="f647" y="f511"/>
                  <a:pt x="f1115" y="f508"/>
                  <a:pt x="f607" y="f125"/>
                </a:cubicBezTo>
                <a:cubicBezTo>
                  <a:pt x="f1119" y="f140"/>
                  <a:pt x="f1116" y="f129"/>
                  <a:pt x="f599" y="f529"/>
                </a:cubicBezTo>
                <a:cubicBezTo>
                  <a:pt x="f1145" y="f531"/>
                  <a:pt x="f596" y="f1121"/>
                  <a:pt x="f590" y="f746"/>
                </a:cubicBezTo>
                <a:cubicBezTo>
                  <a:pt x="f633" y="f143"/>
                  <a:pt x="f1129" y="f1146"/>
                  <a:pt x="f636" y="f109"/>
                </a:cubicBezTo>
                <a:cubicBezTo>
                  <a:pt x="f592" y="f103"/>
                  <a:pt x="f630" y="f760"/>
                  <a:pt x="f1147" y="f1090"/>
                </a:cubicBezTo>
                <a:cubicBezTo>
                  <a:pt x="f723" y="f86"/>
                  <a:pt x="f1145" y="f767"/>
                  <a:pt x="f1115" y="f949"/>
                </a:cubicBezTo>
                <a:cubicBezTo>
                  <a:pt x="f645" y="f949"/>
                  <a:pt x="f641" y="f767"/>
                  <a:pt x="f47" y="f767"/>
                </a:cubicBezTo>
                <a:cubicBezTo>
                  <a:pt x="f669" y="f162"/>
                  <a:pt x="f472" y="f769"/>
                  <a:pt x="f459" y="f936"/>
                </a:cubicBezTo>
                <a:cubicBezTo>
                  <a:pt x="f481" y="f162"/>
                  <a:pt x="f658" y="f182"/>
                  <a:pt x="f653" y="f159"/>
                </a:cubicBezTo>
                <a:cubicBezTo>
                  <a:pt x="f46" y="f1090"/>
                  <a:pt x="f1148" y="f766"/>
                  <a:pt x="f44" y="f165"/>
                </a:cubicBezTo>
                <a:cubicBezTo>
                  <a:pt x="f65" y="f765"/>
                  <a:pt x="f30" y="f765"/>
                  <a:pt x="f24" y="f1091"/>
                </a:cubicBezTo>
                <a:cubicBezTo>
                  <a:pt x="f1149" y="f1091"/>
                  <a:pt x="f1150" y="f1091"/>
                  <a:pt x="f1135" y="f1091"/>
                </a:cubicBezTo>
                <a:cubicBezTo>
                  <a:pt x="f1150" y="f186"/>
                  <a:pt x="f1151" y="f842"/>
                  <a:pt x="f1152" y="f195"/>
                </a:cubicBezTo>
                <a:cubicBezTo>
                  <a:pt x="f1153" y="f837"/>
                  <a:pt x="f486" y="f82"/>
                  <a:pt x="f1115" y="f197"/>
                </a:cubicBezTo>
                <a:cubicBezTo>
                  <a:pt x="f598" y="f961"/>
                  <a:pt x="f632" y="f1124"/>
                  <a:pt x="f719" y="f1122"/>
                </a:cubicBezTo>
                <a:cubicBezTo>
                  <a:pt x="f634" y="f791"/>
                  <a:pt x="f596" y="f1083"/>
                  <a:pt x="f636" y="f206"/>
                </a:cubicBezTo>
                <a:cubicBezTo>
                  <a:pt x="f492" y="f931"/>
                  <a:pt x="f634" y="f794"/>
                  <a:pt x="f592" y="f1154"/>
                </a:cubicBezTo>
                <a:cubicBezTo>
                  <a:pt x="f581" y="f798"/>
                  <a:pt x="f1155" y="f64"/>
                  <a:pt x="f572" y="f813"/>
                </a:cubicBezTo>
                <a:cubicBezTo>
                  <a:pt x="f1156" y="f72"/>
                  <a:pt x="f570" y="f811"/>
                  <a:pt x="f628" y="f811"/>
                </a:cubicBezTo>
                <a:cubicBezTo>
                  <a:pt x="f1157" y="f811"/>
                  <a:pt x="f1147" y="f73"/>
                  <a:pt x="f727" y="f811"/>
                </a:cubicBezTo>
                <a:cubicBezTo>
                  <a:pt x="f579" y="f809"/>
                  <a:pt x="f1158" y="f809"/>
                  <a:pt x="f597" y="f809"/>
                </a:cubicBezTo>
                <a:cubicBezTo>
                  <a:pt x="f1145" y="f809"/>
                  <a:pt x="f1145" y="f1159"/>
                  <a:pt x="f636" y="f1159"/>
                </a:cubicBezTo>
                <a:cubicBezTo>
                  <a:pt x="f1129" y="f1006"/>
                  <a:pt x="f633" y="f1070"/>
                  <a:pt x="f595" y="f1160"/>
                </a:cubicBezTo>
                <a:cubicBezTo>
                  <a:pt x="f592" y="f927"/>
                  <a:pt x="f590" y="f994"/>
                  <a:pt x="f597" y="f235"/>
                </a:cubicBezTo>
                <a:cubicBezTo>
                  <a:pt x="f1139" y="f237"/>
                  <a:pt x="f1139" y="f237"/>
                  <a:pt x="f1161" y="f242"/>
                </a:cubicBezTo>
                <a:cubicBezTo>
                  <a:pt x="f603" y="f245"/>
                  <a:pt x="f603" y="f1015"/>
                  <a:pt x="f1162" y="f1163"/>
                </a:cubicBezTo>
                <a:cubicBezTo>
                  <a:pt x="f607" y="f1164"/>
                  <a:pt x="f1116" y="f1113"/>
                  <a:pt x="f637" y="f1165"/>
                </a:cubicBezTo>
                <a:cubicBezTo>
                  <a:pt x="f669" y="f1020"/>
                  <a:pt x="f460" y="f252"/>
                  <a:pt x="f1153" y="f250"/>
                </a:cubicBezTo>
                <a:cubicBezTo>
                  <a:pt x="f709" y="f1113"/>
                  <a:pt x="f709" y="f1166"/>
                  <a:pt x="f653" y="f255"/>
                </a:cubicBezTo>
                <a:cubicBezTo>
                  <a:pt x="f53" y="f1019"/>
                  <a:pt x="f1143" y="f250"/>
                  <a:pt x="f38" y="f249"/>
                </a:cubicBezTo>
                <a:cubicBezTo>
                  <a:pt x="f28" y="f1017"/>
                  <a:pt x="f1140" y="f926"/>
                  <a:pt x="f32" y="f1017"/>
                </a:cubicBezTo>
                <a:cubicBezTo>
                  <a:pt x="f34" y="f249"/>
                  <a:pt x="f1142" y="f1167"/>
                  <a:pt x="f1150" y="f247"/>
                </a:cubicBezTo>
                <a:cubicBezTo>
                  <a:pt x="f69" y="f1065"/>
                  <a:pt x="f1168" y="f1169"/>
                  <a:pt x="f33" y="f927"/>
                </a:cubicBezTo>
                <a:cubicBezTo>
                  <a:pt x="f424" y="f1069"/>
                  <a:pt x="f414" y="f1000"/>
                  <a:pt x="f27" y="f224"/>
                </a:cubicBezTo>
                <a:cubicBezTo>
                  <a:pt x="f407" y="f809"/>
                  <a:pt x="f1170" y="f810"/>
                  <a:pt x="f406" y="f222"/>
                </a:cubicBezTo>
                <a:cubicBezTo>
                  <a:pt x="f1171" y="f1074"/>
                  <a:pt x="f23" y="f819"/>
                  <a:pt x="f1172" y="f817"/>
                </a:cubicBezTo>
                <a:cubicBezTo>
                  <a:pt x="f1173" y="f1174"/>
                  <a:pt x="f74" y="f1175"/>
                  <a:pt x="f17" y="f994"/>
                </a:cubicBezTo>
                <a:cubicBezTo>
                  <a:pt x="f1176" y="f1169"/>
                  <a:pt x="f1177" y="f988"/>
                  <a:pt x="f1178" y="f244"/>
                </a:cubicBezTo>
                <a:cubicBezTo>
                  <a:pt x="f407" y="f1179"/>
                  <a:pt x="f27" y="f245"/>
                  <a:pt x="f1177" y="f1163"/>
                </a:cubicBezTo>
                <a:cubicBezTo>
                  <a:pt x="f1180" y="f926"/>
                  <a:pt x="f409" y="f1167"/>
                  <a:pt x="f411" y="f249"/>
                </a:cubicBezTo>
                <a:cubicBezTo>
                  <a:pt x="f411" y="f249"/>
                  <a:pt x="f1181" y="f853"/>
                  <a:pt x="f1181" y="f1164"/>
                </a:cubicBezTo>
                <a:cubicBezTo>
                  <a:pt x="f1180" y="f853"/>
                  <a:pt x="f27" y="f249"/>
                  <a:pt x="f1178" y="f1167"/>
                </a:cubicBezTo>
                <a:cubicBezTo>
                  <a:pt x="f25" y="f1015"/>
                  <a:pt x="f406" y="f1064"/>
                  <a:pt x="f1182" y="f244"/>
                </a:cubicBezTo>
                <a:cubicBezTo>
                  <a:pt x="f1183" y="f1184"/>
                  <a:pt x="f1185" y="f991"/>
                  <a:pt x="f89" y="f243"/>
                </a:cubicBezTo>
                <a:cubicBezTo>
                  <a:pt x="f91" y="f990"/>
                  <a:pt x="f76" y="f1169"/>
                  <a:pt x="f9" y="f237"/>
                </a:cubicBezTo>
                <a:cubicBezTo>
                  <a:pt x="f13" y="f1078"/>
                  <a:pt x="f102" y="f982"/>
                  <a:pt x="f392" y="f996"/>
                </a:cubicBezTo>
                <a:cubicBezTo>
                  <a:pt x="f1186" y="f1160"/>
                  <a:pt x="f1187" y="f981"/>
                  <a:pt x="f1188" y="f1069"/>
                </a:cubicBezTo>
                <a:cubicBezTo>
                  <a:pt x="f1189" y="f1069"/>
                  <a:pt x="f160" y="f1174"/>
                  <a:pt x="f1190" y="f1000"/>
                </a:cubicBezTo>
                <a:cubicBezTo>
                  <a:pt x="f1190" y="f1191"/>
                  <a:pt x="f139" y="f226"/>
                  <a:pt x="f158" y="f819"/>
                </a:cubicBezTo>
                <a:cubicBezTo>
                  <a:pt x="f141" y="f1074"/>
                  <a:pt x="f144" y="f810"/>
                  <a:pt x="f1192" y="f75"/>
                </a:cubicBezTo>
                <a:cubicBezTo>
                  <a:pt x="f358" y="f1193"/>
                  <a:pt x="f354" y="f73"/>
                  <a:pt x="f356" y="f68"/>
                </a:cubicBezTo>
                <a:cubicBezTo>
                  <a:pt x="f358" y="f1194"/>
                  <a:pt x="f356" y="f802"/>
                  <a:pt x="f356" y="f64"/>
                </a:cubicBezTo>
                <a:cubicBezTo>
                  <a:pt x="f354" y="f213"/>
                  <a:pt x="f354" y="f1082"/>
                  <a:pt x="f168" y="f968"/>
                </a:cubicBezTo>
                <a:cubicBezTo>
                  <a:pt x="f352" y="f794"/>
                  <a:pt x="f1195" y="f60"/>
                  <a:pt x="f1196" y="f209"/>
                </a:cubicBezTo>
                <a:cubicBezTo>
                  <a:pt x="f344" y="f1083"/>
                  <a:pt x="f1197" y="f59"/>
                  <a:pt x="f1197" y="f779"/>
                </a:cubicBezTo>
                <a:cubicBezTo>
                  <a:pt x="f1197" y="f961"/>
                  <a:pt x="f1198" y="f960"/>
                  <a:pt x="f174" y="f83"/>
                </a:cubicBezTo>
                <a:cubicBezTo>
                  <a:pt x="f1199" y="f774"/>
                  <a:pt x="f331" y="f770"/>
                  <a:pt x="f341" y="f188"/>
                </a:cubicBezTo>
                <a:cubicBezTo>
                  <a:pt x="f352" y="f948"/>
                  <a:pt x="f354" y="f167"/>
                  <a:pt x="f338" y="f758"/>
                </a:cubicBezTo>
                <a:cubicBezTo>
                  <a:pt x="f349" y="f749"/>
                  <a:pt x="f340" y="f531"/>
                  <a:pt x="f358" y="f1200"/>
                </a:cubicBezTo>
                <a:cubicBezTo>
                  <a:pt x="f1201" y="f561"/>
                  <a:pt x="f1201" y="f727"/>
                  <a:pt x="f1192" y="f586"/>
                </a:cubicBezTo>
                <a:cubicBezTo>
                  <a:pt x="f1192" y="f1202"/>
                  <a:pt x="f166" y="f719"/>
                  <a:pt x="f356" y="f633"/>
                </a:cubicBezTo>
                <a:cubicBezTo>
                  <a:pt x="f168" y="f1145"/>
                  <a:pt x="f170" y="f599"/>
                  <a:pt x="f1195" y="f637"/>
                </a:cubicBezTo>
                <a:cubicBezTo>
                  <a:pt x="f1195" y="f1162"/>
                  <a:pt x="f168" y="f1112"/>
                  <a:pt x="f358" y="f645"/>
                </a:cubicBezTo>
                <a:cubicBezTo>
                  <a:pt x="f166" y="f637"/>
                  <a:pt x="f1203" y="f1139"/>
                  <a:pt x="f152" y="f599"/>
                </a:cubicBezTo>
                <a:cubicBezTo>
                  <a:pt x="f1190" y="f636"/>
                  <a:pt x="f135" y="f633"/>
                  <a:pt x="f1204" y="f593"/>
                </a:cubicBezTo>
                <a:cubicBezTo>
                  <a:pt x="f378" y="f588"/>
                  <a:pt x="f1205" y="f579"/>
                  <a:pt x="f1206" y="f630"/>
                </a:cubicBezTo>
                <a:cubicBezTo>
                  <a:pt x="f1207" y="f1147"/>
                  <a:pt x="f1208" y="f496"/>
                  <a:pt x="f3" y="f628"/>
                </a:cubicBezTo>
                <a:cubicBezTo>
                  <a:pt x="f1209" y="f1157"/>
                  <a:pt x="f138" y="f1157"/>
                  <a:pt x="f160" y="f1147"/>
                </a:cubicBezTo>
                <a:cubicBezTo>
                  <a:pt x="f158" y="f559"/>
                  <a:pt x="f1210" y="f738"/>
                  <a:pt x="f128" y="f125"/>
                </a:cubicBezTo>
                <a:cubicBezTo>
                  <a:pt x="f126" y="f125"/>
                  <a:pt x="f1211" y="f50"/>
                  <a:pt x="f1212" y="f508"/>
                </a:cubicBezTo>
                <a:cubicBezTo>
                  <a:pt x="f122" y="f507"/>
                  <a:pt x="f380" y="f516"/>
                  <a:pt x="f1213" y="f566"/>
                </a:cubicBezTo>
                <a:cubicBezTo>
                  <a:pt x="f390" y="f625"/>
                  <a:pt x="f1214" y="f628"/>
                  <a:pt x="f1215" y="f577"/>
                </a:cubicBezTo>
                <a:cubicBezTo>
                  <a:pt x="f102" y="f634"/>
                  <a:pt x="f11" y="f637"/>
                  <a:pt x="f76" y="f667"/>
                </a:cubicBezTo>
                <a:cubicBezTo>
                  <a:pt x="f1216" y="f459"/>
                  <a:pt x="f23" y="f459"/>
                  <a:pt x="f1173" y="f669"/>
                </a:cubicBezTo>
                <a:cubicBezTo>
                  <a:pt x="f17" y="f459"/>
                  <a:pt x="f428" y="f466"/>
                  <a:pt x="f27" y="f58"/>
                </a:cubicBezTo>
                <a:cubicBezTo>
                  <a:pt x="f27" y="f450"/>
                  <a:pt x="f407" y="f2"/>
                  <a:pt x="f74" y="f1130"/>
                </a:cubicBezTo>
                <a:cubicBezTo>
                  <a:pt x="f1204" y="f1217"/>
                  <a:pt x="f326" y="f436"/>
                  <a:pt x="f293" y="f74"/>
                </a:cubicBezTo>
                <a:cubicBezTo>
                  <a:pt x="f214" y="f429"/>
                  <a:pt x="f287" y="f1218"/>
                  <a:pt x="f261" y="f23"/>
                </a:cubicBezTo>
                <a:cubicBezTo>
                  <a:pt x="f267" y="f87"/>
                  <a:pt x="f275" y="f1183"/>
                  <a:pt x="f6" y="f1185"/>
                </a:cubicBezTo>
                <a:cubicBezTo>
                  <a:pt x="f6" y="f1219"/>
                  <a:pt x="f6" y="f76"/>
                  <a:pt x="f6" y="f9"/>
                </a:cubicBezTo>
                <a:close/>
                <a:moveTo>
                  <a:pt x="f621" y="f502"/>
                </a:moveTo>
                <a:cubicBezTo>
                  <a:pt x="f1220" y="f747"/>
                  <a:pt x="f591" y="f548"/>
                  <a:pt x="f602" y="f755"/>
                </a:cubicBezTo>
                <a:cubicBezTo>
                  <a:pt x="f1221" y="f94"/>
                  <a:pt x="f939" y="f54"/>
                  <a:pt x="f1222" y="f167"/>
                </a:cubicBezTo>
                <a:cubicBezTo>
                  <a:pt x="f1223" y="f1091"/>
                  <a:pt x="f657" y="f165"/>
                  <a:pt x="f1224" y="f155"/>
                </a:cubicBezTo>
                <a:cubicBezTo>
                  <a:pt x="f934" y="f99"/>
                  <a:pt x="f1225" y="f105"/>
                  <a:pt x="f1226" y="f542"/>
                </a:cubicBezTo>
                <a:cubicBezTo>
                  <a:pt x="f1226" y="f542"/>
                  <a:pt x="f664" y="f1107"/>
                  <a:pt x="f664" y="f1107"/>
                </a:cubicBezTo>
                <a:cubicBezTo>
                  <a:pt x="f1227" y="f1107"/>
                  <a:pt x="f661" y="f548"/>
                  <a:pt x="f934" y="f1107"/>
                </a:cubicBezTo>
                <a:cubicBezTo>
                  <a:pt x="f659" y="f148"/>
                  <a:pt x="f1228" y="f546"/>
                  <a:pt x="f654" y="f119"/>
                </a:cubicBezTo>
                <a:cubicBezTo>
                  <a:pt x="f649" y="f746"/>
                  <a:pt x="f644" y="f554"/>
                  <a:pt x="f640" y="f1108"/>
                </a:cubicBezTo>
                <a:cubicBezTo>
                  <a:pt x="f629" y="f1108"/>
                  <a:pt x="f623" y="f131"/>
                  <a:pt x="f627" y="f529"/>
                </a:cubicBezTo>
                <a:cubicBezTo>
                  <a:pt x="f631" y="f1097"/>
                  <a:pt x="f617" y="f140"/>
                  <a:pt x="f621" y="f502"/>
                </a:cubicBezTo>
                <a:close/>
                <a:moveTo>
                  <a:pt x="f929" y="f1218"/>
                </a:moveTo>
                <a:cubicBezTo>
                  <a:pt x="f1003" y="f1170"/>
                  <a:pt x="f1229" y="f407"/>
                  <a:pt x="f1159" y="f409"/>
                </a:cubicBezTo>
                <a:cubicBezTo>
                  <a:pt x="f222" y="f1132"/>
                  <a:pt x="f1193" y="f1134"/>
                  <a:pt x="f72" y="f1142"/>
                </a:cubicBezTo>
                <a:cubicBezTo>
                  <a:pt x="f70" y="f1140"/>
                  <a:pt x="f803" y="f40"/>
                  <a:pt x="f66" y="f2"/>
                </a:cubicBezTo>
                <a:cubicBezTo>
                  <a:pt x="f930" y="f53"/>
                  <a:pt x="f930" y="f46"/>
                  <a:pt x="f68" y="f56"/>
                </a:cubicBezTo>
                <a:cubicBezTo>
                  <a:pt x="f811" y="f452"/>
                  <a:pt x="f224" y="f454"/>
                  <a:pt x="f1000" y="f709"/>
                </a:cubicBezTo>
                <a:cubicBezTo>
                  <a:pt x="f1000" y="f452"/>
                  <a:pt x="f1000" y="f56"/>
                  <a:pt x="f817" y="f46"/>
                </a:cubicBezTo>
                <a:cubicBezTo>
                  <a:pt x="f818" y="f38"/>
                  <a:pt x="f226" y="f446"/>
                  <a:pt x="f1230" y="f438"/>
                </a:cubicBezTo>
                <a:cubicBezTo>
                  <a:pt x="f228" y="f418"/>
                  <a:pt x="f1230" y="f407"/>
                  <a:pt x="f929" y="f1218"/>
                </a:cubicBezTo>
                <a:close/>
                <a:moveTo>
                  <a:pt x="f845" y="f767"/>
                </a:moveTo>
                <a:cubicBezTo>
                  <a:pt x="f845" y="f951"/>
                  <a:pt x="f845" y="f949"/>
                  <a:pt x="f845" y="f161"/>
                </a:cubicBezTo>
                <a:cubicBezTo>
                  <a:pt x="f1231" y="f1126"/>
                  <a:pt x="f681" y="f1126"/>
                  <a:pt x="f680" y="f92"/>
                </a:cubicBezTo>
                <a:cubicBezTo>
                  <a:pt x="f680" y="f171"/>
                  <a:pt x="f680" y="f99"/>
                  <a:pt x="f679" y="f1128"/>
                </a:cubicBezTo>
                <a:cubicBezTo>
                  <a:pt x="f1232" y="f154"/>
                  <a:pt x="f677" y="f106"/>
                  <a:pt x="f850" y="f147"/>
                </a:cubicBezTo>
                <a:cubicBezTo>
                  <a:pt x="f1226" y="f154"/>
                  <a:pt x="f1225" y="f95"/>
                  <a:pt x="f1233" y="f1092"/>
                </a:cubicBezTo>
                <a:cubicBezTo>
                  <a:pt x="f660" y="f165"/>
                  <a:pt x="f1234" y="f159"/>
                  <a:pt x="f663" y="f86"/>
                </a:cubicBezTo>
                <a:cubicBezTo>
                  <a:pt x="f670" y="f161"/>
                  <a:pt x="f1235" y="f949"/>
                  <a:pt x="f845" y="f767"/>
                </a:cubicBezTo>
                <a:close/>
                <a:moveTo>
                  <a:pt x="f1236" y="f1146"/>
                </a:moveTo>
                <a:cubicBezTo>
                  <a:pt x="f957" y="f1107"/>
                  <a:pt x="f1237" y="f150"/>
                  <a:pt x="f975" y="f103"/>
                </a:cubicBezTo>
                <a:cubicBezTo>
                  <a:pt x="f537" y="f749"/>
                  <a:pt x="f958" y="f117"/>
                  <a:pt x="f1238" y="f121"/>
                </a:cubicBezTo>
                <a:cubicBezTo>
                  <a:pt x="f1239" y="f117"/>
                  <a:pt x="f1240" y="f538"/>
                  <a:pt x="f1236" y="f1146"/>
                </a:cubicBezTo>
                <a:close/>
                <a:moveTo>
                  <a:pt x="f820" y="f835"/>
                </a:moveTo>
                <a:cubicBezTo>
                  <a:pt x="f705" y="f835"/>
                  <a:pt x="f706" y="f781"/>
                  <a:pt x="f706" y="f781"/>
                </a:cubicBezTo>
                <a:cubicBezTo>
                  <a:pt x="f1241" y="f1123"/>
                  <a:pt x="f707" y="f197"/>
                  <a:pt x="f708" y="f82"/>
                </a:cubicBezTo>
                <a:cubicBezTo>
                  <a:pt x="f710" y="f837"/>
                  <a:pt x="f711" y="f841"/>
                  <a:pt x="f1242" y="f55"/>
                </a:cubicBezTo>
                <a:cubicBezTo>
                  <a:pt x="f708" y="f956"/>
                  <a:pt x="f705" y="f956"/>
                  <a:pt x="f704" y="f770"/>
                </a:cubicBezTo>
                <a:cubicBezTo>
                  <a:pt x="f704" y="f837"/>
                  <a:pt x="f825" y="f844"/>
                  <a:pt x="f1243" y="f841"/>
                </a:cubicBezTo>
                <a:cubicBezTo>
                  <a:pt x="f829" y="f1123"/>
                  <a:pt x="f1244" y="f197"/>
                  <a:pt x="f820" y="f835"/>
                </a:cubicBezTo>
                <a:close/>
                <a:moveTo>
                  <a:pt x="f708" y="f734"/>
                </a:moveTo>
                <a:cubicBezTo>
                  <a:pt x="f1245" y="f561"/>
                  <a:pt x="f823" y="f559"/>
                  <a:pt x="f702" y="f559"/>
                </a:cubicBezTo>
                <a:cubicBezTo>
                  <a:pt x="f829" y="f559"/>
                  <a:pt x="f700" y="f734"/>
                  <a:pt x="f1246" y="f563"/>
                </a:cubicBezTo>
                <a:cubicBezTo>
                  <a:pt x="f1246" y="f566"/>
                  <a:pt x="f1246" y="f498"/>
                  <a:pt x="f1246" y="f513"/>
                </a:cubicBezTo>
                <a:cubicBezTo>
                  <a:pt x="f1243" y="f498"/>
                  <a:pt x="f703" y="f566"/>
                  <a:pt x="f708" y="f734"/>
                </a:cubicBezTo>
                <a:close/>
                <a:moveTo>
                  <a:pt x="f758" y="f125"/>
                </a:moveTo>
                <a:cubicBezTo>
                  <a:pt x="f95" y="f136"/>
                  <a:pt x="f54" y="f136"/>
                  <a:pt x="f178" y="f511"/>
                </a:cubicBezTo>
                <a:cubicBezTo>
                  <a:pt x="f54" y="f508"/>
                  <a:pt x="f99" y="f50"/>
                  <a:pt x="f758" y="f125"/>
                </a:cubicBezTo>
                <a:close/>
              </a:path>
            </a:pathLst>
          </a:custGeom>
          <a:solidFill>
            <a:srgbClr val="A72424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4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831423BE-0077-82EE-0989-759100A153D7}"/>
              </a:ext>
            </a:extLst>
          </p:cNvPr>
          <p:cNvSpPr/>
          <p:nvPr/>
        </p:nvSpPr>
        <p:spPr>
          <a:xfrm>
            <a:off x="-14328" y="63495"/>
            <a:ext cx="1440244" cy="933126"/>
          </a:xfrm>
          <a:custGeom>
            <a:avLst/>
            <a:gdLst>
              <a:gd name="f0" fmla="val 10800000"/>
              <a:gd name="f1" fmla="val 5400000"/>
              <a:gd name="f2" fmla="val 360"/>
              <a:gd name="f3" fmla="val 180"/>
              <a:gd name="f4" fmla="val w"/>
              <a:gd name="f5" fmla="val h"/>
              <a:gd name="f6" fmla="val 0"/>
              <a:gd name="f7" fmla="val 1590"/>
              <a:gd name="f8" fmla="val 1029"/>
              <a:gd name="f9" fmla="val 250"/>
              <a:gd name="f10" fmla="val 6"/>
              <a:gd name="f11" fmla="val 243"/>
              <a:gd name="f12" fmla="val 12"/>
              <a:gd name="f13" fmla="val 245"/>
              <a:gd name="f14" fmla="val 19"/>
              <a:gd name="f15" fmla="val 248"/>
              <a:gd name="f16" fmla="val 93"/>
              <a:gd name="f17" fmla="val 273"/>
              <a:gd name="f18" fmla="val 168"/>
              <a:gd name="f19" fmla="val 298"/>
              <a:gd name="f20" fmla="val 239"/>
              <a:gd name="f21" fmla="val 331"/>
              <a:gd name="f22" fmla="val 336"/>
              <a:gd name="f23" fmla="val 261"/>
              <a:gd name="f24" fmla="val 338"/>
              <a:gd name="f25" fmla="val 272"/>
              <a:gd name="f26" fmla="val 341"/>
              <a:gd name="f27" fmla="val 280"/>
              <a:gd name="f28" fmla="val 344"/>
              <a:gd name="f29" fmla="val 288"/>
              <a:gd name="f30" fmla="val 343"/>
              <a:gd name="f31" fmla="val 296"/>
              <a:gd name="f32" fmla="val 339"/>
              <a:gd name="f33" fmla="val 301"/>
              <a:gd name="f34" fmla="val 337"/>
              <a:gd name="f35" fmla="val 305"/>
              <a:gd name="f36" fmla="val 307"/>
              <a:gd name="f37" fmla="val 308"/>
              <a:gd name="f38" fmla="val 347"/>
              <a:gd name="f39" fmla="val 312"/>
              <a:gd name="f40" fmla="val 351"/>
              <a:gd name="f41" fmla="val 315"/>
              <a:gd name="f42" fmla="val 352"/>
              <a:gd name="f43" fmla="val 333"/>
              <a:gd name="f44" fmla="val 355"/>
              <a:gd name="f45" fmla="val 359"/>
              <a:gd name="f46" fmla="val 369"/>
              <a:gd name="f47" fmla="val 412"/>
              <a:gd name="f48" fmla="val 361"/>
              <a:gd name="f49" fmla="val 456"/>
              <a:gd name="f50" fmla="val 499"/>
              <a:gd name="f51" fmla="val 363"/>
              <a:gd name="f52" fmla="val 534"/>
              <a:gd name="f53" fmla="val 365"/>
              <a:gd name="f54" fmla="val 570"/>
              <a:gd name="f55" fmla="val 605"/>
              <a:gd name="f56" fmla="val 371"/>
              <a:gd name="f57" fmla="val 619"/>
              <a:gd name="f58" fmla="val 372"/>
              <a:gd name="f59" fmla="val 633"/>
              <a:gd name="f60" fmla="val 647"/>
              <a:gd name="f61" fmla="val 659"/>
              <a:gd name="f62" fmla="val 368"/>
              <a:gd name="f63" fmla="val 668"/>
              <a:gd name="f64" fmla="val 672"/>
              <a:gd name="f65" fmla="val 349"/>
              <a:gd name="f66" fmla="val 677"/>
              <a:gd name="f67" fmla="val 335"/>
              <a:gd name="f68" fmla="val 682"/>
              <a:gd name="f69" fmla="val 320"/>
              <a:gd name="f70" fmla="val 685"/>
              <a:gd name="f71" fmla="val 306"/>
              <a:gd name="f72" fmla="val 688"/>
              <a:gd name="f73" fmla="val 690"/>
              <a:gd name="f74" fmla="val 270"/>
              <a:gd name="f75" fmla="val 693"/>
              <a:gd name="f76" fmla="val 252"/>
              <a:gd name="f77" fmla="val 679"/>
              <a:gd name="f78" fmla="val 663"/>
              <a:gd name="f79" fmla="val 650"/>
              <a:gd name="f80" fmla="val 640"/>
              <a:gd name="f81" fmla="val 627"/>
              <a:gd name="f82" fmla="val 615"/>
              <a:gd name="f83" fmla="val 614"/>
              <a:gd name="f84" fmla="val 602"/>
              <a:gd name="f85" fmla="val 265"/>
              <a:gd name="f86" fmla="val 589"/>
              <a:gd name="f87" fmla="val 260"/>
              <a:gd name="f88" fmla="val 577"/>
              <a:gd name="f89" fmla="val 255"/>
              <a:gd name="f90" fmla="val 573"/>
              <a:gd name="f91" fmla="val 253"/>
              <a:gd name="f92" fmla="val 569"/>
              <a:gd name="f93" fmla="val 251"/>
              <a:gd name="f94" fmla="val 563"/>
              <a:gd name="f95" fmla="val 566"/>
              <a:gd name="f96" fmla="val 246"/>
              <a:gd name="f97" fmla="val 568"/>
              <a:gd name="f98" fmla="val 244"/>
              <a:gd name="f99" fmla="val 565"/>
              <a:gd name="f100" fmla="val 240"/>
              <a:gd name="f101" fmla="val 560"/>
              <a:gd name="f102" fmla="val 235"/>
              <a:gd name="f103" fmla="val 555"/>
              <a:gd name="f104" fmla="val 231"/>
              <a:gd name="f105" fmla="val 554"/>
              <a:gd name="f106" fmla="val 552"/>
              <a:gd name="f107" fmla="val 551"/>
              <a:gd name="f108" fmla="val 230"/>
              <a:gd name="f109" fmla="val 540"/>
              <a:gd name="f110" fmla="val 227"/>
              <a:gd name="f111" fmla="val 530"/>
              <a:gd name="f112" fmla="val 223"/>
              <a:gd name="f113" fmla="val 517"/>
              <a:gd name="f114" fmla="val 219"/>
              <a:gd name="f115" fmla="val 524"/>
              <a:gd name="f116" fmla="val 216"/>
              <a:gd name="f117" fmla="val 528"/>
              <a:gd name="f118" fmla="val 213"/>
              <a:gd name="f119" fmla="val 535"/>
              <a:gd name="f120" fmla="val 210"/>
              <a:gd name="f121" fmla="val 523"/>
              <a:gd name="f122" fmla="val 205"/>
              <a:gd name="f123" fmla="val 512"/>
              <a:gd name="f124" fmla="val 201"/>
              <a:gd name="f125" fmla="val 500"/>
              <a:gd name="f126" fmla="val 195"/>
              <a:gd name="f127" fmla="val 504"/>
              <a:gd name="f128" fmla="val 193"/>
              <a:gd name="f129" fmla="val 509"/>
              <a:gd name="f130" fmla="val 190"/>
              <a:gd name="f131" fmla="val 515"/>
              <a:gd name="f132" fmla="val 187"/>
              <a:gd name="f133" fmla="val 511"/>
              <a:gd name="f134" fmla="val 184"/>
              <a:gd name="f135" fmla="val 182"/>
              <a:gd name="f136" fmla="val 506"/>
              <a:gd name="f137" fmla="val 501"/>
              <a:gd name="f138" fmla="val 176"/>
              <a:gd name="f139" fmla="val 172"/>
              <a:gd name="f140" fmla="val 507"/>
              <a:gd name="f141" fmla="val 170"/>
              <a:gd name="f142" fmla="val 167"/>
              <a:gd name="f143" fmla="val 531"/>
              <a:gd name="f144" fmla="val 166"/>
              <a:gd name="f145" fmla="val 539"/>
              <a:gd name="f146" fmla="val 544"/>
              <a:gd name="f147" fmla="val 545"/>
              <a:gd name="f148" fmla="val 547"/>
              <a:gd name="f149" fmla="val 165"/>
              <a:gd name="f150" fmla="val 549"/>
              <a:gd name="f151" fmla="val 164"/>
              <a:gd name="f152" fmla="val 163"/>
              <a:gd name="f153" fmla="val 162"/>
              <a:gd name="f154" fmla="val 557"/>
              <a:gd name="f155" fmla="val 574"/>
              <a:gd name="f156" fmla="val 169"/>
              <a:gd name="f157" fmla="val 580"/>
              <a:gd name="f158" fmla="val 171"/>
              <a:gd name="f159" fmla="val 588"/>
              <a:gd name="f160" fmla="val 174"/>
              <a:gd name="f161" fmla="val 591"/>
              <a:gd name="f162" fmla="val 595"/>
              <a:gd name="f163" fmla="val 161"/>
              <a:gd name="f164" fmla="val 156"/>
              <a:gd name="f165" fmla="val 583"/>
              <a:gd name="f166" fmla="val 152"/>
              <a:gd name="f167" fmla="val 578"/>
              <a:gd name="f168" fmla="val 148"/>
              <a:gd name="f169" fmla="val 572"/>
              <a:gd name="f170" fmla="val 146"/>
              <a:gd name="f171" fmla="val 567"/>
              <a:gd name="f172" fmla="val 143"/>
              <a:gd name="f173" fmla="val 135"/>
              <a:gd name="f174" fmla="val 127"/>
              <a:gd name="f175" fmla="val 120"/>
              <a:gd name="f176" fmla="val 571"/>
              <a:gd name="f177" fmla="val 111"/>
              <a:gd name="f178" fmla="val 576"/>
              <a:gd name="f179" fmla="val 105"/>
              <a:gd name="f180" fmla="val 100"/>
              <a:gd name="f181" fmla="val 97"/>
              <a:gd name="f182" fmla="val 590"/>
              <a:gd name="f183" fmla="val 88"/>
              <a:gd name="f184" fmla="val 81"/>
              <a:gd name="f185" fmla="val 75"/>
              <a:gd name="f186" fmla="val 599"/>
              <a:gd name="f187" fmla="val 77"/>
              <a:gd name="f188" fmla="val 598"/>
              <a:gd name="f189" fmla="val 71"/>
              <a:gd name="f190" fmla="val 64"/>
              <a:gd name="f191" fmla="val 58"/>
              <a:gd name="f192" fmla="val 600"/>
              <a:gd name="f193" fmla="val 57"/>
              <a:gd name="f194" fmla="val 601"/>
              <a:gd name="f195" fmla="val 610"/>
              <a:gd name="f196" fmla="val 66"/>
              <a:gd name="f197" fmla="val 618"/>
              <a:gd name="f198" fmla="val 626"/>
              <a:gd name="f199" fmla="val 56"/>
              <a:gd name="f200" fmla="val 629"/>
              <a:gd name="f201" fmla="val 54"/>
              <a:gd name="f202" fmla="val 53"/>
              <a:gd name="f203" fmla="val 637"/>
              <a:gd name="f204" fmla="val 51"/>
              <a:gd name="f205" fmla="val 49"/>
              <a:gd name="f206" fmla="val 644"/>
              <a:gd name="f207" fmla="val 47"/>
              <a:gd name="f208" fmla="val 44"/>
              <a:gd name="f209" fmla="val 646"/>
              <a:gd name="f210" fmla="val 32"/>
              <a:gd name="f211" fmla="val 658"/>
              <a:gd name="f212" fmla="val 31"/>
              <a:gd name="f213" fmla="val 666"/>
              <a:gd name="f214" fmla="val 26"/>
              <a:gd name="f215" fmla="val 24"/>
              <a:gd name="f216" fmla="val 673"/>
              <a:gd name="f217" fmla="val 27"/>
              <a:gd name="f218" fmla="val 29"/>
              <a:gd name="f219" fmla="val 686"/>
              <a:gd name="f220" fmla="val 33"/>
              <a:gd name="f221" fmla="val 689"/>
              <a:gd name="f222" fmla="val 695"/>
              <a:gd name="f223" fmla="val 30"/>
              <a:gd name="f224" fmla="val 701"/>
              <a:gd name="f225" fmla="val 34"/>
              <a:gd name="f226" fmla="val 706"/>
              <a:gd name="f227" fmla="val 39"/>
              <a:gd name="f228" fmla="val 715"/>
              <a:gd name="f229" fmla="val 48"/>
              <a:gd name="f230" fmla="val 720"/>
              <a:gd name="f231" fmla="val 728"/>
              <a:gd name="f232" fmla="val 37"/>
              <a:gd name="f233" fmla="val 731"/>
              <a:gd name="f234" fmla="val 734"/>
              <a:gd name="f235" fmla="val 738"/>
              <a:gd name="f236" fmla="val 23"/>
              <a:gd name="f237" fmla="val 739"/>
              <a:gd name="f238" fmla="val 21"/>
              <a:gd name="f239" fmla="val 744"/>
              <a:gd name="f240" fmla="val 20"/>
              <a:gd name="f241" fmla="val 745"/>
              <a:gd name="f242" fmla="val 750"/>
              <a:gd name="f243" fmla="val 753"/>
              <a:gd name="f244" fmla="val 757"/>
              <a:gd name="f245" fmla="val 761"/>
              <a:gd name="f246" fmla="val 18"/>
              <a:gd name="f247" fmla="val 764"/>
              <a:gd name="f248" fmla="val 15"/>
              <a:gd name="f249" fmla="val 768"/>
              <a:gd name="f250" fmla="val 773"/>
              <a:gd name="f251" fmla="val 9"/>
              <a:gd name="f252" fmla="val 777"/>
              <a:gd name="f253" fmla="val 782"/>
              <a:gd name="f254" fmla="val 11"/>
              <a:gd name="f255" fmla="val 784"/>
              <a:gd name="f256" fmla="val 788"/>
              <a:gd name="f257" fmla="val 792"/>
              <a:gd name="f258" fmla="val 10"/>
              <a:gd name="f259" fmla="val 797"/>
              <a:gd name="f260" fmla="val 802"/>
              <a:gd name="f261" fmla="val 8"/>
              <a:gd name="f262" fmla="val 807"/>
              <a:gd name="f263" fmla="val 7"/>
              <a:gd name="f264" fmla="val 809"/>
              <a:gd name="f265" fmla="val 811"/>
              <a:gd name="f266" fmla="val 813"/>
              <a:gd name="f267" fmla="val 5"/>
              <a:gd name="f268" fmla="val 819"/>
              <a:gd name="f269" fmla="val 2"/>
              <a:gd name="f270" fmla="val 824"/>
              <a:gd name="f271" fmla="val 829"/>
              <a:gd name="f272" fmla="val 4"/>
              <a:gd name="f273" fmla="val 832"/>
              <a:gd name="f274" fmla="val 835"/>
              <a:gd name="f275" fmla="val 3"/>
              <a:gd name="f276" fmla="val 839"/>
              <a:gd name="f277" fmla="val 841"/>
              <a:gd name="f278" fmla="val 1"/>
              <a:gd name="f279" fmla="val 844"/>
              <a:gd name="f280" fmla="val 846"/>
              <a:gd name="f281" fmla="val 849"/>
              <a:gd name="f282" fmla="val 852"/>
              <a:gd name="f283" fmla="val 855"/>
              <a:gd name="f284" fmla="val 867"/>
              <a:gd name="f285" fmla="val 877"/>
              <a:gd name="f286" fmla="val 882"/>
              <a:gd name="f287" fmla="val 17"/>
              <a:gd name="f288" fmla="val 883"/>
              <a:gd name="f289" fmla="val 888"/>
              <a:gd name="f290" fmla="val 894"/>
              <a:gd name="f291" fmla="val 902"/>
              <a:gd name="f292" fmla="val 900"/>
              <a:gd name="f293" fmla="val 35"/>
              <a:gd name="f294" fmla="val 898"/>
              <a:gd name="f295" fmla="val 40"/>
              <a:gd name="f296" fmla="val 899"/>
              <a:gd name="f297" fmla="val 42"/>
              <a:gd name="f298" fmla="val 904"/>
              <a:gd name="f299" fmla="val 917"/>
              <a:gd name="f300" fmla="val 918"/>
              <a:gd name="f301" fmla="val 909"/>
              <a:gd name="f302" fmla="val 61"/>
              <a:gd name="f303" fmla="val 908"/>
              <a:gd name="f304" fmla="val 62"/>
              <a:gd name="f305" fmla="val 907"/>
              <a:gd name="f306" fmla="val 912"/>
              <a:gd name="f307" fmla="val 68"/>
              <a:gd name="f308" fmla="val 913"/>
              <a:gd name="f309" fmla="val 72"/>
              <a:gd name="f310" fmla="val 78"/>
              <a:gd name="f311" fmla="val 79"/>
              <a:gd name="f312" fmla="val 906"/>
              <a:gd name="f313" fmla="val 83"/>
              <a:gd name="f314" fmla="val 84"/>
              <a:gd name="f315" fmla="val 911"/>
              <a:gd name="f316" fmla="val 915"/>
              <a:gd name="f317" fmla="val 920"/>
              <a:gd name="f318" fmla="val 96"/>
              <a:gd name="f319" fmla="val 926"/>
              <a:gd name="f320" fmla="val 923"/>
              <a:gd name="f321" fmla="val 103"/>
              <a:gd name="f322" fmla="val 919"/>
              <a:gd name="f323" fmla="val 107"/>
              <a:gd name="f324" fmla="val 108"/>
              <a:gd name="f325" fmla="val 110"/>
              <a:gd name="f326" fmla="val 113"/>
              <a:gd name="f327" fmla="val 117"/>
              <a:gd name="f328" fmla="val 119"/>
              <a:gd name="f329" fmla="val 121"/>
              <a:gd name="f330" fmla="val 122"/>
              <a:gd name="f331" fmla="val 124"/>
              <a:gd name="f332" fmla="val 887"/>
              <a:gd name="f333" fmla="val 881"/>
              <a:gd name="f334" fmla="val 130"/>
              <a:gd name="f335" fmla="val 874"/>
              <a:gd name="f336" fmla="val 134"/>
              <a:gd name="f337" fmla="val 880"/>
              <a:gd name="f338" fmla="val 144"/>
              <a:gd name="f339" fmla="val 892"/>
              <a:gd name="f340" fmla="val 140"/>
              <a:gd name="f341" fmla="val 131"/>
              <a:gd name="f342" fmla="val 933"/>
              <a:gd name="f343" fmla="val 954"/>
              <a:gd name="f344" fmla="val 133"/>
              <a:gd name="f345" fmla="val 959"/>
              <a:gd name="f346" fmla="val 963"/>
              <a:gd name="f347" fmla="val 136"/>
              <a:gd name="f348" fmla="val 968"/>
              <a:gd name="f349" fmla="val 138"/>
              <a:gd name="f350" fmla="val 962"/>
              <a:gd name="f351" fmla="val 964"/>
              <a:gd name="f352" fmla="val 147"/>
              <a:gd name="f353" fmla="val 971"/>
              <a:gd name="f354" fmla="val 149"/>
              <a:gd name="f355" fmla="val 975"/>
              <a:gd name="f356" fmla="val 150"/>
              <a:gd name="f357" fmla="val 978"/>
              <a:gd name="f358" fmla="val 151"/>
              <a:gd name="f359" fmla="val 982"/>
              <a:gd name="f360" fmla="val 153"/>
              <a:gd name="f361" fmla="val 985"/>
              <a:gd name="f362" fmla="val 154"/>
              <a:gd name="f363" fmla="val 989"/>
              <a:gd name="f364" fmla="val 988"/>
              <a:gd name="f365" fmla="val 160"/>
              <a:gd name="f366" fmla="val 993"/>
              <a:gd name="f367" fmla="val 996"/>
              <a:gd name="f368" fmla="val 1000"/>
              <a:gd name="f369" fmla="val 1005"/>
              <a:gd name="f370" fmla="val 175"/>
              <a:gd name="f371" fmla="val 1007"/>
              <a:gd name="f372" fmla="val 179"/>
              <a:gd name="f373" fmla="val 1011"/>
              <a:gd name="f374" fmla="val 188"/>
              <a:gd name="f375" fmla="val 1016"/>
              <a:gd name="f376" fmla="val 196"/>
              <a:gd name="f377" fmla="val 1027"/>
              <a:gd name="f378" fmla="val 197"/>
              <a:gd name="f379" fmla="val 1018"/>
              <a:gd name="f380" fmla="val 209"/>
              <a:gd name="f381" fmla="val 1004"/>
              <a:gd name="f382" fmla="val 204"/>
              <a:gd name="f383" fmla="val 994"/>
              <a:gd name="f384" fmla="val 995"/>
              <a:gd name="f385" fmla="val 215"/>
              <a:gd name="f386" fmla="val 998"/>
              <a:gd name="f387" fmla="val 220"/>
              <a:gd name="f388" fmla="val 990"/>
              <a:gd name="f389" fmla="val 218"/>
              <a:gd name="f390" fmla="val 221"/>
              <a:gd name="f391" fmla="val 992"/>
              <a:gd name="f392" fmla="val 225"/>
              <a:gd name="f393" fmla="val 228"/>
              <a:gd name="f394" fmla="val 234"/>
              <a:gd name="f395" fmla="val 997"/>
              <a:gd name="f396" fmla="val 237"/>
              <a:gd name="f397" fmla="val 238"/>
              <a:gd name="f398" fmla="val 991"/>
              <a:gd name="f399" fmla="val 983"/>
              <a:gd name="f400" fmla="val 977"/>
              <a:gd name="f401" fmla="val 236"/>
              <a:gd name="f402" fmla="val 972"/>
              <a:gd name="f403" fmla="val 973"/>
              <a:gd name="f404" fmla="val 249"/>
              <a:gd name="f405" fmla="val 969"/>
              <a:gd name="f406" fmla="val 268"/>
              <a:gd name="f407" fmla="val 277"/>
              <a:gd name="f408" fmla="val 976"/>
              <a:gd name="f409" fmla="val 284"/>
              <a:gd name="f410" fmla="val 965"/>
              <a:gd name="f411" fmla="val 286"/>
              <a:gd name="f412" fmla="val 955"/>
              <a:gd name="f413" fmla="val 945"/>
              <a:gd name="f414" fmla="val 287"/>
              <a:gd name="f415" fmla="val 935"/>
              <a:gd name="f416" fmla="val 930"/>
              <a:gd name="f417" fmla="val 927"/>
              <a:gd name="f418" fmla="val 290"/>
              <a:gd name="f419" fmla="val 293"/>
              <a:gd name="f420" fmla="val 928"/>
              <a:gd name="f421" fmla="val 295"/>
              <a:gd name="f422" fmla="val 921"/>
              <a:gd name="f423" fmla="val 916"/>
              <a:gd name="f424" fmla="val 294"/>
              <a:gd name="f425" fmla="val 291"/>
              <a:gd name="f426" fmla="val 283"/>
              <a:gd name="f427" fmla="val 897"/>
              <a:gd name="f428" fmla="val 279"/>
              <a:gd name="f429" fmla="val 267"/>
              <a:gd name="f430" fmla="val 863"/>
              <a:gd name="f431" fmla="val 850"/>
              <a:gd name="f432" fmla="val 861"/>
              <a:gd name="f433" fmla="val 871"/>
              <a:gd name="f434" fmla="val 297"/>
              <a:gd name="f435" fmla="val 879"/>
              <a:gd name="f436" fmla="val 299"/>
              <a:gd name="f437" fmla="val 885"/>
              <a:gd name="f438" fmla="val 303"/>
              <a:gd name="f439" fmla="val 311"/>
              <a:gd name="f440" fmla="val 314"/>
              <a:gd name="f441" fmla="val 893"/>
              <a:gd name="f442" fmla="val 319"/>
              <a:gd name="f443" fmla="val 896"/>
              <a:gd name="f444" fmla="val 321"/>
              <a:gd name="f445" fmla="val 323"/>
              <a:gd name="f446" fmla="val 325"/>
              <a:gd name="f447" fmla="val 346"/>
              <a:gd name="f448" fmla="val 924"/>
              <a:gd name="f449" fmla="val 922"/>
              <a:gd name="f450" fmla="val 364"/>
              <a:gd name="f451" fmla="val 366"/>
              <a:gd name="f452" fmla="val 373"/>
              <a:gd name="f453" fmla="val 895"/>
              <a:gd name="f454" fmla="val 374"/>
              <a:gd name="f455" fmla="val 878"/>
              <a:gd name="f456" fmla="val 370"/>
              <a:gd name="f457" fmla="val 378"/>
              <a:gd name="f458" fmla="val 394"/>
              <a:gd name="f459" fmla="val 395"/>
              <a:gd name="f460" fmla="val 392"/>
              <a:gd name="f461" fmla="val 854"/>
              <a:gd name="f462" fmla="val 390"/>
              <a:gd name="f463" fmla="val 389"/>
              <a:gd name="f464" fmla="val 837"/>
              <a:gd name="f465" fmla="val 380"/>
              <a:gd name="f466" fmla="val 385"/>
              <a:gd name="f467" fmla="val 838"/>
              <a:gd name="f468" fmla="val 393"/>
              <a:gd name="f469" fmla="val 401"/>
              <a:gd name="f470" fmla="val 836"/>
              <a:gd name="f471" fmla="val 403"/>
              <a:gd name="f472" fmla="val 400"/>
              <a:gd name="f473" fmla="val 822"/>
              <a:gd name="f474" fmla="val 398"/>
              <a:gd name="f475" fmla="val 816"/>
              <a:gd name="f476" fmla="val 810"/>
              <a:gd name="f477" fmla="val 808"/>
              <a:gd name="f478" fmla="val 391"/>
              <a:gd name="f479" fmla="val 806"/>
              <a:gd name="f480" fmla="val 803"/>
              <a:gd name="f481" fmla="val 388"/>
              <a:gd name="f482" fmla="val 396"/>
              <a:gd name="f483" fmla="val 800"/>
              <a:gd name="f484" fmla="val 796"/>
              <a:gd name="f485" fmla="val 794"/>
              <a:gd name="f486" fmla="val 397"/>
              <a:gd name="f487" fmla="val 775"/>
              <a:gd name="f488" fmla="val 780"/>
              <a:gd name="f489" fmla="val 825"/>
              <a:gd name="f490" fmla="val 419"/>
              <a:gd name="f491" fmla="val 869"/>
              <a:gd name="f492" fmla="val 438"/>
              <a:gd name="f493" fmla="val 914"/>
              <a:gd name="f494" fmla="val 457"/>
              <a:gd name="f495" fmla="val 950"/>
              <a:gd name="f496" fmla="val 472"/>
              <a:gd name="f497" fmla="val 986"/>
              <a:gd name="f498" fmla="val 487"/>
              <a:gd name="f499" fmla="val 1022"/>
              <a:gd name="f500" fmla="val 502"/>
              <a:gd name="f501" fmla="val 1024"/>
              <a:gd name="f502" fmla="val 503"/>
              <a:gd name="f503" fmla="val 505"/>
              <a:gd name="f504" fmla="val 1033"/>
              <a:gd name="f505" fmla="val 491"/>
              <a:gd name="f506" fmla="val 1043"/>
              <a:gd name="f507" fmla="val 494"/>
              <a:gd name="f508" fmla="val 498"/>
              <a:gd name="f509" fmla="val 1044"/>
              <a:gd name="f510" fmla="val 1051"/>
              <a:gd name="f511" fmla="val 496"/>
              <a:gd name="f512" fmla="val 1057"/>
              <a:gd name="f513" fmla="val 488"/>
              <a:gd name="f514" fmla="val 1068"/>
              <a:gd name="f515" fmla="val 1069"/>
              <a:gd name="f516" fmla="val 490"/>
              <a:gd name="f517" fmla="val 492"/>
              <a:gd name="f518" fmla="val 1070"/>
              <a:gd name="f519" fmla="val 493"/>
              <a:gd name="f520" fmla="val 1081"/>
              <a:gd name="f521" fmla="val 1093"/>
              <a:gd name="f522" fmla="val 1104"/>
              <a:gd name="f523" fmla="val 1105"/>
              <a:gd name="f524" fmla="val 1103"/>
              <a:gd name="f525" fmla="val 1101"/>
              <a:gd name="f526" fmla="val 1098"/>
              <a:gd name="f527" fmla="val 1111"/>
              <a:gd name="f528" fmla="val 1123"/>
              <a:gd name="f529" fmla="val 513"/>
              <a:gd name="f530" fmla="val 1135"/>
              <a:gd name="f531" fmla="val 516"/>
              <a:gd name="f532" fmla="val 1148"/>
              <a:gd name="f533" fmla="val 519"/>
              <a:gd name="f534" fmla="val 1161"/>
              <a:gd name="f535" fmla="val 1173"/>
              <a:gd name="f536" fmla="val 529"/>
              <a:gd name="f537" fmla="val 1180"/>
              <a:gd name="f538" fmla="val 532"/>
              <a:gd name="f539" fmla="val 1185"/>
              <a:gd name="f540" fmla="val 538"/>
              <a:gd name="f541" fmla="val 1191"/>
              <a:gd name="f542" fmla="val 543"/>
              <a:gd name="f543" fmla="val 1199"/>
              <a:gd name="f544" fmla="val 1205"/>
              <a:gd name="f545" fmla="val 1214"/>
              <a:gd name="f546" fmla="val 546"/>
              <a:gd name="f547" fmla="val 1223"/>
              <a:gd name="f548" fmla="val 541"/>
              <a:gd name="f549" fmla="val 1231"/>
              <a:gd name="f550" fmla="val 1239"/>
              <a:gd name="f551" fmla="val 1244"/>
              <a:gd name="f552" fmla="val 526"/>
              <a:gd name="f553" fmla="val 1248"/>
              <a:gd name="f554" fmla="val 521"/>
              <a:gd name="f555" fmla="val 1251"/>
              <a:gd name="f556" fmla="val 1261"/>
              <a:gd name="f557" fmla="val 1259"/>
              <a:gd name="f558" fmla="val 1247"/>
              <a:gd name="f559" fmla="val 482"/>
              <a:gd name="f560" fmla="val 1241"/>
              <a:gd name="f561" fmla="val 483"/>
              <a:gd name="f562" fmla="val 1235"/>
              <a:gd name="f563" fmla="val 485"/>
              <a:gd name="f564" fmla="val 1230"/>
              <a:gd name="f565" fmla="val 1228"/>
              <a:gd name="f566" fmla="val 486"/>
              <a:gd name="f567" fmla="val 1225"/>
              <a:gd name="f568" fmla="val 480"/>
              <a:gd name="f569" fmla="val 1227"/>
              <a:gd name="f570" fmla="val 477"/>
              <a:gd name="f571" fmla="val 1233"/>
              <a:gd name="f572" fmla="val 475"/>
              <a:gd name="f573" fmla="val 1238"/>
              <a:gd name="f574" fmla="val 473"/>
              <a:gd name="f575" fmla="val 463"/>
              <a:gd name="f576" fmla="val 1246"/>
              <a:gd name="f577" fmla="val 461"/>
              <a:gd name="f578" fmla="val 1237"/>
              <a:gd name="f579" fmla="val 458"/>
              <a:gd name="f580" fmla="val 1232"/>
              <a:gd name="f581" fmla="val 459"/>
              <a:gd name="f582" fmla="val 1226"/>
              <a:gd name="f583" fmla="val 460"/>
              <a:gd name="f584" fmla="val 1220"/>
              <a:gd name="f585" fmla="val 1218"/>
              <a:gd name="f586" fmla="val 454"/>
              <a:gd name="f587" fmla="val 1219"/>
              <a:gd name="f588" fmla="val 452"/>
              <a:gd name="f589" fmla="val 1222"/>
              <a:gd name="f590" fmla="val 444"/>
              <a:gd name="f591" fmla="val 1229"/>
              <a:gd name="f592" fmla="val 446"/>
              <a:gd name="f593" fmla="val 448"/>
              <a:gd name="f594" fmla="val 1236"/>
              <a:gd name="f595" fmla="val 443"/>
              <a:gd name="f596" fmla="val 439"/>
              <a:gd name="f597" fmla="val 435"/>
              <a:gd name="f598" fmla="val 429"/>
              <a:gd name="f599" fmla="val 428"/>
              <a:gd name="f600" fmla="val 1216"/>
              <a:gd name="f601" fmla="val 1213"/>
              <a:gd name="f602" fmla="val 1210"/>
              <a:gd name="f603" fmla="val 430"/>
              <a:gd name="f604" fmla="val 1208"/>
              <a:gd name="f605" fmla="val 1207"/>
              <a:gd name="f606" fmla="val 1204"/>
              <a:gd name="f607" fmla="val 421"/>
              <a:gd name="f608" fmla="val 426"/>
              <a:gd name="f609" fmla="val 1242"/>
              <a:gd name="f610" fmla="val 432"/>
              <a:gd name="f611" fmla="val 450"/>
              <a:gd name="f612" fmla="val 1250"/>
              <a:gd name="f613" fmla="val 1254"/>
              <a:gd name="f614" fmla="val 474"/>
              <a:gd name="f615" fmla="val 476"/>
              <a:gd name="f616" fmla="val 1255"/>
              <a:gd name="f617" fmla="val 1267"/>
              <a:gd name="f618" fmla="val 1265"/>
              <a:gd name="f619" fmla="val 1263"/>
              <a:gd name="f620" fmla="val 1262"/>
              <a:gd name="f621" fmla="val 1264"/>
              <a:gd name="f622" fmla="val 1270"/>
              <a:gd name="f623" fmla="val 1273"/>
              <a:gd name="f624" fmla="val 1276"/>
              <a:gd name="f625" fmla="val 479"/>
              <a:gd name="f626" fmla="val 1280"/>
              <a:gd name="f627" fmla="val 1271"/>
              <a:gd name="f628" fmla="val 471"/>
              <a:gd name="f629" fmla="val 1274"/>
              <a:gd name="f630" fmla="val 464"/>
              <a:gd name="f631" fmla="val 1269"/>
              <a:gd name="f632" fmla="val 441"/>
              <a:gd name="f633" fmla="val 440"/>
              <a:gd name="f634" fmla="val 442"/>
              <a:gd name="f635" fmla="val 1275"/>
              <a:gd name="f636" fmla="val 433"/>
              <a:gd name="f637" fmla="val 423"/>
              <a:gd name="f638" fmla="val 1272"/>
              <a:gd name="f639" fmla="val 411"/>
              <a:gd name="f640" fmla="val 1277"/>
              <a:gd name="f641" fmla="val 413"/>
              <a:gd name="f642" fmla="val 1281"/>
              <a:gd name="f643" fmla="val 414"/>
              <a:gd name="f644" fmla="val 1285"/>
              <a:gd name="f645" fmla="val 415"/>
              <a:gd name="f646" fmla="val 1287"/>
              <a:gd name="f647" fmla="val 410"/>
              <a:gd name="f648" fmla="val 1289"/>
              <a:gd name="f649" fmla="val 1291"/>
              <a:gd name="f650" fmla="val 1292"/>
              <a:gd name="f651" fmla="val 383"/>
              <a:gd name="f652" fmla="val 1294"/>
              <a:gd name="f653" fmla="val 375"/>
              <a:gd name="f654" fmla="val 1295"/>
              <a:gd name="f655" fmla="val 1296"/>
              <a:gd name="f656" fmla="val 1297"/>
              <a:gd name="f657" fmla="val 1304"/>
              <a:gd name="f658" fmla="val 382"/>
              <a:gd name="f659" fmla="val 1309"/>
              <a:gd name="f660" fmla="val 1318"/>
              <a:gd name="f661" fmla="val 1327"/>
              <a:gd name="f662" fmla="val 402"/>
              <a:gd name="f663" fmla="val 1329"/>
              <a:gd name="f664" fmla="val 1337"/>
              <a:gd name="f665" fmla="val 409"/>
              <a:gd name="f666" fmla="val 1340"/>
              <a:gd name="f667" fmla="val 405"/>
              <a:gd name="f668" fmla="val 1342"/>
              <a:gd name="f669" fmla="val 406"/>
              <a:gd name="f670" fmla="val 1344"/>
              <a:gd name="f671" fmla="val 407"/>
              <a:gd name="f672" fmla="val 1345"/>
              <a:gd name="f673" fmla="val 1346"/>
              <a:gd name="f674" fmla="val 399"/>
              <a:gd name="f675" fmla="val 1347"/>
              <a:gd name="f676" fmla="val 1349"/>
              <a:gd name="f677" fmla="val 1351"/>
              <a:gd name="f678" fmla="val 1352"/>
              <a:gd name="f679" fmla="val 1355"/>
              <a:gd name="f680" fmla="val 1356"/>
              <a:gd name="f681" fmla="val 1359"/>
              <a:gd name="f682" fmla="val 1362"/>
              <a:gd name="f683" fmla="val 1365"/>
              <a:gd name="f684" fmla="val 404"/>
              <a:gd name="f685" fmla="val 1371"/>
              <a:gd name="f686" fmla="val 1377"/>
              <a:gd name="f687" fmla="val 387"/>
              <a:gd name="f688" fmla="val 1383"/>
              <a:gd name="f689" fmla="val 1386"/>
              <a:gd name="f690" fmla="val 1388"/>
              <a:gd name="f691" fmla="val 386"/>
              <a:gd name="f692" fmla="val 1390"/>
              <a:gd name="f693" fmla="val 1395"/>
              <a:gd name="f694" fmla="val 1399"/>
              <a:gd name="f695" fmla="val 1404"/>
              <a:gd name="f696" fmla="val 379"/>
              <a:gd name="f697" fmla="val 1405"/>
              <a:gd name="f698" fmla="val 1407"/>
              <a:gd name="f699" fmla="val 381"/>
              <a:gd name="f700" fmla="val 1410"/>
              <a:gd name="f701" fmla="val 1414"/>
              <a:gd name="f702" fmla="val 1419"/>
              <a:gd name="f703" fmla="val 1425"/>
              <a:gd name="f704" fmla="val 1427"/>
              <a:gd name="f705" fmla="val 1432"/>
              <a:gd name="f706" fmla="val 1433"/>
              <a:gd name="f707" fmla="val 1435"/>
              <a:gd name="f708" fmla="val 1436"/>
              <a:gd name="f709" fmla="val 376"/>
              <a:gd name="f710" fmla="val 1437"/>
              <a:gd name="f711" fmla="val 1438"/>
              <a:gd name="f712" fmla="val 1442"/>
              <a:gd name="f713" fmla="val 1444"/>
              <a:gd name="f714" fmla="val 1453"/>
              <a:gd name="f715" fmla="val 1451"/>
              <a:gd name="f716" fmla="val 1448"/>
              <a:gd name="f717" fmla="val 436"/>
              <a:gd name="f718" fmla="val 1447"/>
              <a:gd name="f719" fmla="val 445"/>
              <a:gd name="f720" fmla="val 1452"/>
              <a:gd name="f721" fmla="val 1458"/>
              <a:gd name="f722" fmla="val 1460"/>
              <a:gd name="f723" fmla="val 451"/>
              <a:gd name="f724" fmla="val 1464"/>
              <a:gd name="f725" fmla="val 1462"/>
              <a:gd name="f726" fmla="val 462"/>
              <a:gd name="f727" fmla="val 468"/>
              <a:gd name="f728" fmla="val 1467"/>
              <a:gd name="f729" fmla="val 466"/>
              <a:gd name="f730" fmla="val 1469"/>
              <a:gd name="f731" fmla="val 1468"/>
              <a:gd name="f732" fmla="val 1470"/>
              <a:gd name="f733" fmla="val 1477"/>
              <a:gd name="f734" fmla="val 484"/>
              <a:gd name="f735" fmla="val 1484"/>
              <a:gd name="f736" fmla="val 1486"/>
              <a:gd name="f737" fmla="val 1483"/>
              <a:gd name="f738" fmla="val 497"/>
              <a:gd name="f739" fmla="val 1480"/>
              <a:gd name="f740" fmla="val 1481"/>
              <a:gd name="f741" fmla="val 1487"/>
              <a:gd name="f742" fmla="val 1490"/>
              <a:gd name="f743" fmla="val 1493"/>
              <a:gd name="f744" fmla="val 520"/>
              <a:gd name="f745" fmla="val 1491"/>
              <a:gd name="f746" fmla="val 527"/>
              <a:gd name="f747" fmla="val 533"/>
              <a:gd name="f748" fmla="val 1475"/>
              <a:gd name="f749" fmla="val 537"/>
              <a:gd name="f750" fmla="val 550"/>
              <a:gd name="f751" fmla="val 1465"/>
              <a:gd name="f752" fmla="val 553"/>
              <a:gd name="f753" fmla="val 1461"/>
              <a:gd name="f754" fmla="val 1457"/>
              <a:gd name="f755" fmla="val 556"/>
              <a:gd name="f756" fmla="val 558"/>
              <a:gd name="f757" fmla="val 1450"/>
              <a:gd name="f758" fmla="val 559"/>
              <a:gd name="f759" fmla="val 1454"/>
              <a:gd name="f760" fmla="val 564"/>
              <a:gd name="f761" fmla="val 1456"/>
              <a:gd name="f762" fmla="val 1459"/>
              <a:gd name="f763" fmla="val 1463"/>
              <a:gd name="f764" fmla="val 579"/>
              <a:gd name="f765" fmla="val 582"/>
              <a:gd name="f766" fmla="val 585"/>
              <a:gd name="f767" fmla="val 594"/>
              <a:gd name="f768" fmla="val 1466"/>
              <a:gd name="f769" fmla="val 597"/>
              <a:gd name="f770" fmla="val 603"/>
              <a:gd name="f771" fmla="val 1473"/>
              <a:gd name="f772" fmla="val 1479"/>
              <a:gd name="f773" fmla="val 1485"/>
              <a:gd name="f774" fmla="val 607"/>
              <a:gd name="f775" fmla="val 1495"/>
              <a:gd name="f776" fmla="val 611"/>
              <a:gd name="f777" fmla="val 1496"/>
              <a:gd name="f778" fmla="val 1500"/>
              <a:gd name="f779" fmla="val 623"/>
              <a:gd name="f780" fmla="val 1509"/>
              <a:gd name="f781" fmla="val 624"/>
              <a:gd name="f782" fmla="val 1512"/>
              <a:gd name="f783" fmla="val 1515"/>
              <a:gd name="f784" fmla="val 1517"/>
              <a:gd name="f785" fmla="val 1513"/>
              <a:gd name="f786" fmla="val 631"/>
              <a:gd name="f787" fmla="val 1510"/>
              <a:gd name="f788" fmla="val 632"/>
              <a:gd name="f789" fmla="val 1502"/>
              <a:gd name="f790" fmla="val 636"/>
              <a:gd name="f791" fmla="val 639"/>
              <a:gd name="f792" fmla="val 1488"/>
              <a:gd name="f793" fmla="val 649"/>
              <a:gd name="f794" fmla="val 652"/>
              <a:gd name="f795" fmla="val 1494"/>
              <a:gd name="f796" fmla="val 655"/>
              <a:gd name="f797" fmla="val 657"/>
              <a:gd name="f798" fmla="val 660"/>
              <a:gd name="f799" fmla="val 667"/>
              <a:gd name="f800" fmla="val 1497"/>
              <a:gd name="f801" fmla="val 669"/>
              <a:gd name="f802" fmla="val 675"/>
              <a:gd name="f803" fmla="val 681"/>
              <a:gd name="f804" fmla="val 1499"/>
              <a:gd name="f805" fmla="val 1501"/>
              <a:gd name="f806" fmla="val 696"/>
              <a:gd name="f807" fmla="val 684"/>
              <a:gd name="f808" fmla="val 1476"/>
              <a:gd name="f809" fmla="val 698"/>
              <a:gd name="f810" fmla="val 694"/>
              <a:gd name="f811" fmla="val 691"/>
              <a:gd name="f812" fmla="val 1446"/>
              <a:gd name="f813" fmla="val 683"/>
              <a:gd name="f814" fmla="val 702"/>
              <a:gd name="f815" fmla="val 1439"/>
              <a:gd name="f816" fmla="val 713"/>
              <a:gd name="f817" fmla="val 710"/>
              <a:gd name="f818" fmla="val 707"/>
              <a:gd name="f819" fmla="val 704"/>
              <a:gd name="f820" fmla="val 1431"/>
              <a:gd name="f821" fmla="val 1426"/>
              <a:gd name="f822" fmla="val 680"/>
              <a:gd name="f823" fmla="val 1424"/>
              <a:gd name="f824" fmla="val 670"/>
              <a:gd name="f825" fmla="val 1420"/>
              <a:gd name="f826" fmla="val 662"/>
              <a:gd name="f827" fmla="val 1417"/>
              <a:gd name="f828" fmla="val 653"/>
              <a:gd name="f829" fmla="val 1415"/>
              <a:gd name="f830" fmla="val 642"/>
              <a:gd name="f831" fmla="val 1418"/>
              <a:gd name="f832" fmla="val 635"/>
              <a:gd name="f833" fmla="val 1421"/>
              <a:gd name="f834" fmla="val 1423"/>
              <a:gd name="f835" fmla="val 625"/>
              <a:gd name="f836" fmla="val 1397"/>
              <a:gd name="f837" fmla="val 612"/>
              <a:gd name="f838" fmla="val 1392"/>
              <a:gd name="f839" fmla="val 1387"/>
              <a:gd name="f840" fmla="val 1385"/>
              <a:gd name="f841" fmla="val 609"/>
              <a:gd name="f842" fmla="val 608"/>
              <a:gd name="f843" fmla="val 1378"/>
              <a:gd name="f844" fmla="val 606"/>
              <a:gd name="f845" fmla="val 1373"/>
              <a:gd name="f846" fmla="val 1368"/>
              <a:gd name="f847" fmla="val 1336"/>
              <a:gd name="f848" fmla="val 1319"/>
              <a:gd name="f849" fmla="val 1339"/>
              <a:gd name="f850" fmla="val 1348"/>
              <a:gd name="f851" fmla="val 1364"/>
              <a:gd name="f852" fmla="val 742"/>
              <a:gd name="f853" fmla="val 769"/>
              <a:gd name="f854" fmla="val 845"/>
              <a:gd name="f855" fmla="val 853"/>
              <a:gd name="f856" fmla="val 1507"/>
              <a:gd name="f857" fmla="val 860"/>
              <a:gd name="f858" fmla="val 866"/>
              <a:gd name="f859" fmla="val 1529"/>
              <a:gd name="f860" fmla="val 1545"/>
              <a:gd name="f861" fmla="val 1562"/>
              <a:gd name="f862" fmla="val 1582"/>
              <a:gd name="f863" fmla="val 870"/>
              <a:gd name="f864" fmla="val 1587"/>
              <a:gd name="f865" fmla="val 1578"/>
              <a:gd name="f866" fmla="val 833"/>
              <a:gd name="f867" fmla="val 1575"/>
              <a:gd name="f868" fmla="val 828"/>
              <a:gd name="f869" fmla="val 826"/>
              <a:gd name="f870" fmla="val 1580"/>
              <a:gd name="f871" fmla="val 823"/>
              <a:gd name="f872" fmla="val 1589"/>
              <a:gd name="f873" fmla="val 843"/>
              <a:gd name="f874" fmla="val 1588"/>
              <a:gd name="f875" fmla="val 876"/>
              <a:gd name="f876" fmla="val 1569"/>
              <a:gd name="f877" fmla="val 1557"/>
              <a:gd name="f878" fmla="val 1534"/>
              <a:gd name="f879" fmla="val 1531"/>
              <a:gd name="f880" fmla="val 1524"/>
              <a:gd name="f881" fmla="val 1533"/>
              <a:gd name="f882" fmla="val 1540"/>
              <a:gd name="f883" fmla="val 910"/>
              <a:gd name="f884" fmla="val 1549"/>
              <a:gd name="f885" fmla="val 1559"/>
              <a:gd name="f886" fmla="val 940"/>
              <a:gd name="f887" fmla="val 1568"/>
              <a:gd name="f888" fmla="val 958"/>
              <a:gd name="f889" fmla="val 979"/>
              <a:gd name="f890" fmla="val 1570"/>
              <a:gd name="f891" fmla="val 1003"/>
              <a:gd name="f892" fmla="val 1561"/>
              <a:gd name="f893" fmla="val 1014"/>
              <a:gd name="f894" fmla="val 1556"/>
              <a:gd name="f895" fmla="val 1547"/>
              <a:gd name="f896" fmla="val 1538"/>
              <a:gd name="f897" fmla="val 1527"/>
              <a:gd name="f898" fmla="val 1025"/>
              <a:gd name="f899" fmla="val 1521"/>
              <a:gd name="f900" fmla="val 1520"/>
              <a:gd name="f901" fmla="val 1006"/>
              <a:gd name="f902" fmla="val 1519"/>
              <a:gd name="f903" fmla="val 1522"/>
              <a:gd name="f904" fmla="val 981"/>
              <a:gd name="f905" fmla="val 1526"/>
              <a:gd name="f906" fmla="val 980"/>
              <a:gd name="f907" fmla="val 1532"/>
              <a:gd name="f908" fmla="val 1523"/>
              <a:gd name="f909" fmla="val 1001"/>
              <a:gd name="f910" fmla="val 1023"/>
              <a:gd name="f911" fmla="val 1553"/>
              <a:gd name="f912" fmla="val 1015"/>
              <a:gd name="f913" fmla="val 1564"/>
              <a:gd name="f914" fmla="val 1563"/>
              <a:gd name="f915" fmla="val 1554"/>
              <a:gd name="f916" fmla="val 943"/>
              <a:gd name="f917" fmla="val 1539"/>
              <a:gd name="f918" fmla="val 1528"/>
              <a:gd name="f919" fmla="val 886"/>
              <a:gd name="f920" fmla="val 1514"/>
              <a:gd name="f921" fmla="val 1503"/>
              <a:gd name="f922" fmla="val 856"/>
              <a:gd name="f923" fmla="val 842"/>
              <a:gd name="f924" fmla="val 1471"/>
              <a:gd name="f925" fmla="val 1422"/>
              <a:gd name="f926" fmla="val 765"/>
              <a:gd name="f927" fmla="val 732"/>
              <a:gd name="f928" fmla="val 1381"/>
              <a:gd name="f929" fmla="val 705"/>
              <a:gd name="f930" fmla="val 676"/>
              <a:gd name="f931" fmla="val 648"/>
              <a:gd name="f932" fmla="val 1335"/>
              <a:gd name="f933" fmla="val 630"/>
              <a:gd name="f934" fmla="val 1322"/>
              <a:gd name="f935" fmla="val 1308"/>
              <a:gd name="f936" fmla="val 596"/>
              <a:gd name="f937" fmla="val 1306"/>
              <a:gd name="f938" fmla="val 1305"/>
              <a:gd name="f939" fmla="val 1258"/>
              <a:gd name="f940" fmla="val 1211"/>
              <a:gd name="f941" fmla="val 1163"/>
              <a:gd name="f942" fmla="val 1165"/>
              <a:gd name="f943" fmla="val 1177"/>
              <a:gd name="f944" fmla="val 1170"/>
              <a:gd name="f945" fmla="val 1178"/>
              <a:gd name="f946" fmla="val 1186"/>
              <a:gd name="f947" fmla="val 1194"/>
              <a:gd name="f948" fmla="val 587"/>
              <a:gd name="f949" fmla="val 592"/>
              <a:gd name="f950" fmla="val 1179"/>
              <a:gd name="f951" fmla="val 593"/>
              <a:gd name="f952" fmla="val 1172"/>
              <a:gd name="f953" fmla="val 1168"/>
              <a:gd name="f954" fmla="val 1164"/>
              <a:gd name="f955" fmla="val 1158"/>
              <a:gd name="f956" fmla="val 604"/>
              <a:gd name="f957" fmla="val 1155"/>
              <a:gd name="f958" fmla="val 1162"/>
              <a:gd name="f959" fmla="val 1171"/>
              <a:gd name="f960" fmla="val 617"/>
              <a:gd name="f961" fmla="val 620"/>
              <a:gd name="f962" fmla="val 1184"/>
              <a:gd name="f963" fmla="val 1198"/>
              <a:gd name="f964" fmla="val 1209"/>
              <a:gd name="f965" fmla="val 1200"/>
              <a:gd name="f966" fmla="val 643"/>
              <a:gd name="f967" fmla="val 1182"/>
              <a:gd name="f968" fmla="val 656"/>
              <a:gd name="f969" fmla="val 1196"/>
              <a:gd name="f970" fmla="val 671"/>
              <a:gd name="f971" fmla="val 1203"/>
              <a:gd name="f972" fmla="val 674"/>
              <a:gd name="f973" fmla="val 1202"/>
              <a:gd name="f974" fmla="val 1189"/>
              <a:gd name="f975" fmla="val 1195"/>
              <a:gd name="f976" fmla="val 1197"/>
              <a:gd name="f977" fmla="val 1201"/>
              <a:gd name="f978" fmla="val 1206"/>
              <a:gd name="f979" fmla="val 717"/>
              <a:gd name="f980" fmla="val 721"/>
              <a:gd name="f981" fmla="val 723"/>
              <a:gd name="f982" fmla="val 726"/>
              <a:gd name="f983" fmla="val 735"/>
              <a:gd name="f984" fmla="val 1212"/>
              <a:gd name="f985" fmla="val 746"/>
              <a:gd name="f986" fmla="val 751"/>
              <a:gd name="f987" fmla="val 752"/>
              <a:gd name="f988" fmla="val 749"/>
              <a:gd name="f989" fmla="val 1176"/>
              <a:gd name="f990" fmla="val 748"/>
              <a:gd name="f991" fmla="val 755"/>
              <a:gd name="f992" fmla="val 760"/>
              <a:gd name="f993" fmla="val 1110"/>
              <a:gd name="f994" fmla="val 736"/>
              <a:gd name="f995" fmla="val 1097"/>
              <a:gd name="f996" fmla="val 725"/>
              <a:gd name="f997" fmla="val 1092"/>
              <a:gd name="f998" fmla="val 718"/>
              <a:gd name="f999" fmla="val 1086"/>
              <a:gd name="f1000" fmla="val 711"/>
              <a:gd name="f1001" fmla="val 1080"/>
              <a:gd name="f1002" fmla="val 1071"/>
              <a:gd name="f1003" fmla="val 703"/>
              <a:gd name="f1004" fmla="val 1066"/>
              <a:gd name="f1005" fmla="val 1064"/>
              <a:gd name="f1006" fmla="val 708"/>
              <a:gd name="f1007" fmla="val 1065"/>
              <a:gd name="f1008" fmla="val 714"/>
              <a:gd name="f1009" fmla="val 1067"/>
              <a:gd name="f1010" fmla="val 1073"/>
              <a:gd name="f1011" fmla="val 1077"/>
              <a:gd name="f1012" fmla="val 741"/>
              <a:gd name="f1013" fmla="val 1079"/>
              <a:gd name="f1014" fmla="val 1083"/>
              <a:gd name="f1015" fmla="val 762"/>
              <a:gd name="f1016" fmla="val 1075"/>
              <a:gd name="f1017" fmla="val 767"/>
              <a:gd name="f1018" fmla="val 1074"/>
              <a:gd name="f1019" fmla="val 778"/>
              <a:gd name="f1020" fmla="val 786"/>
              <a:gd name="f1021" fmla="val 795"/>
              <a:gd name="f1022" fmla="val 801"/>
              <a:gd name="f1023" fmla="val 1061"/>
              <a:gd name="f1024" fmla="val 1056"/>
              <a:gd name="f1025" fmla="val 1055"/>
              <a:gd name="f1026" fmla="val 799"/>
              <a:gd name="f1027" fmla="val 1054"/>
              <a:gd name="f1028" fmla="val 1053"/>
              <a:gd name="f1029" fmla="val 805"/>
              <a:gd name="f1030" fmla="val 1049"/>
              <a:gd name="f1031" fmla="val 1046"/>
              <a:gd name="f1032" fmla="val 1041"/>
              <a:gd name="f1033" fmla="val 820"/>
              <a:gd name="f1034" fmla="val 1038"/>
              <a:gd name="f1035" fmla="val 818"/>
              <a:gd name="f1036" fmla="val 1035"/>
              <a:gd name="f1037" fmla="val 1034"/>
              <a:gd name="f1038" fmla="val 830"/>
              <a:gd name="f1039" fmla="val 1032"/>
              <a:gd name="f1040" fmla="val 1030"/>
              <a:gd name="f1041" fmla="val 1021"/>
              <a:gd name="f1042" fmla="val 1019"/>
              <a:gd name="f1043" fmla="val 1017"/>
              <a:gd name="f1044" fmla="val 840"/>
              <a:gd name="f1045" fmla="val 999"/>
              <a:gd name="f1046" fmla="val 970"/>
              <a:gd name="f1047" fmla="val 966"/>
              <a:gd name="f1048" fmla="val 961"/>
              <a:gd name="f1049" fmla="val 960"/>
              <a:gd name="f1050" fmla="val 956"/>
              <a:gd name="f1051" fmla="val 821"/>
              <a:gd name="f1052" fmla="val 953"/>
              <a:gd name="f1053" fmla="val 949"/>
              <a:gd name="f1054" fmla="val 827"/>
              <a:gd name="f1055" fmla="val 941"/>
              <a:gd name="f1056" fmla="val 938"/>
              <a:gd name="f1057" fmla="val 937"/>
              <a:gd name="f1058" fmla="val 814"/>
              <a:gd name="f1059" fmla="val 939"/>
              <a:gd name="f1060" fmla="val 934"/>
              <a:gd name="f1061" fmla="val 790"/>
              <a:gd name="f1062" fmla="val 793"/>
              <a:gd name="f1063" fmla="val 787"/>
              <a:gd name="f1064" fmla="val 756"/>
              <a:gd name="f1065" fmla="val 754"/>
              <a:gd name="f1066" fmla="val 747"/>
              <a:gd name="f1067" fmla="val 737"/>
              <a:gd name="f1068" fmla="val 730"/>
              <a:gd name="f1069" fmla="val 722"/>
              <a:gd name="f1070" fmla="val 716"/>
              <a:gd name="f1071" fmla="val 932"/>
              <a:gd name="f1072" fmla="val 931"/>
              <a:gd name="f1073" fmla="val 929"/>
              <a:gd name="f1074" fmla="val 697"/>
              <a:gd name="f1075" fmla="val 891"/>
              <a:gd name="f1076" fmla="val 873"/>
              <a:gd name="f1077" fmla="val 868"/>
              <a:gd name="f1078" fmla="val 729"/>
              <a:gd name="f1079" fmla="val 858"/>
              <a:gd name="f1080" fmla="val 831"/>
              <a:gd name="f1081" fmla="val 834"/>
              <a:gd name="f1082" fmla="val 661"/>
              <a:gd name="f1083" fmla="val 641"/>
              <a:gd name="f1084" fmla="val 622"/>
              <a:gd name="f1085" fmla="val 851"/>
              <a:gd name="f1086" fmla="val 859"/>
              <a:gd name="f1087" fmla="val 862"/>
              <a:gd name="f1088" fmla="val 613"/>
              <a:gd name="f1089" fmla="val 864"/>
              <a:gd name="f1090" fmla="val 586"/>
              <a:gd name="f1091" fmla="val 581"/>
              <a:gd name="f1092" fmla="val 575"/>
              <a:gd name="f1093" fmla="val 865"/>
              <a:gd name="f1094" fmla="val 884"/>
              <a:gd name="f1095" fmla="val 901"/>
              <a:gd name="f1096" fmla="val 525"/>
              <a:gd name="f1097" fmla="val 510"/>
              <a:gd name="f1098" fmla="val 508"/>
              <a:gd name="f1099" fmla="val 925"/>
              <a:gd name="f1100" fmla="val 946"/>
              <a:gd name="f1101" fmla="val 948"/>
              <a:gd name="f1102" fmla="val 952"/>
              <a:gd name="f1103" fmla="val 957"/>
              <a:gd name="f1104" fmla="val 514"/>
              <a:gd name="f1105" fmla="val 974"/>
              <a:gd name="f1106" fmla="val 548"/>
              <a:gd name="f1107" fmla="val 542"/>
              <a:gd name="f1108" fmla="val 518"/>
              <a:gd name="f1109" fmla="val 987"/>
              <a:gd name="f1110" fmla="val 889"/>
              <a:gd name="f1111" fmla="val 815"/>
              <a:gd name="f1112" fmla="val 417"/>
              <a:gd name="f1113" fmla="val 776"/>
              <a:gd name="f1114" fmla="val 774"/>
              <a:gd name="f1115" fmla="val 416"/>
              <a:gd name="f1116" fmla="val 422"/>
              <a:gd name="f1117" fmla="val 687"/>
              <a:gd name="f1118" fmla="val 616"/>
              <a:gd name="f1119" fmla="val 418"/>
              <a:gd name="f1120" fmla="val 455"/>
              <a:gd name="f1121" fmla="val 522"/>
              <a:gd name="f1122" fmla="val 638"/>
              <a:gd name="f1123" fmla="val 621"/>
              <a:gd name="f1124" fmla="val 628"/>
              <a:gd name="f1125" fmla="val 561"/>
              <a:gd name="f1126" fmla="val 584"/>
              <a:gd name="f1127" fmla="val 384"/>
              <a:gd name="f1128" fmla="val 562"/>
              <a:gd name="f1129" fmla="val 437"/>
              <a:gd name="f1130" fmla="val 357"/>
              <a:gd name="f1131" fmla="val 324"/>
              <a:gd name="f1132" fmla="val 300"/>
              <a:gd name="f1133" fmla="val 292"/>
              <a:gd name="f1134" fmla="val 316"/>
              <a:gd name="f1135" fmla="val 326"/>
              <a:gd name="f1136" fmla="val 353"/>
              <a:gd name="f1137" fmla="val 408"/>
              <a:gd name="f1138" fmla="val 354"/>
              <a:gd name="f1139" fmla="val 425"/>
              <a:gd name="f1140" fmla="val 342"/>
              <a:gd name="f1141" fmla="val 431"/>
              <a:gd name="f1142" fmla="val 332"/>
              <a:gd name="f1143" fmla="val 356"/>
              <a:gd name="f1144" fmla="val 453"/>
              <a:gd name="f1145" fmla="val 434"/>
              <a:gd name="f1146" fmla="val 536"/>
              <a:gd name="f1147" fmla="val 469"/>
              <a:gd name="f1148" fmla="val 362"/>
              <a:gd name="f1149" fmla="val 334"/>
              <a:gd name="f1150" fmla="val 330"/>
              <a:gd name="f1151" fmla="val 340"/>
              <a:gd name="f1152" fmla="val 358"/>
              <a:gd name="f1153" fmla="val 377"/>
              <a:gd name="f1154" fmla="val 654"/>
              <a:gd name="f1155" fmla="val 467"/>
              <a:gd name="f1156" fmla="val 478"/>
              <a:gd name="f1157" fmla="val 470"/>
              <a:gd name="f1158" fmla="val 447"/>
              <a:gd name="f1159" fmla="val 699"/>
              <a:gd name="f1160" fmla="val 724"/>
              <a:gd name="f1161" fmla="val 427"/>
              <a:gd name="f1162" fmla="val 420"/>
              <a:gd name="f1163" fmla="val 763"/>
              <a:gd name="f1164" fmla="val 770"/>
              <a:gd name="f1165" fmla="val 783"/>
              <a:gd name="f1166" fmla="val 779"/>
              <a:gd name="f1167" fmla="val 766"/>
              <a:gd name="f1168" fmla="val 310"/>
              <a:gd name="f1169" fmla="val 743"/>
              <a:gd name="f1170" fmla="val 271"/>
              <a:gd name="f1171" fmla="val 262"/>
              <a:gd name="f1172" fmla="val 263"/>
              <a:gd name="f1173" fmla="val 266"/>
              <a:gd name="f1174" fmla="val 719"/>
              <a:gd name="f1175" fmla="val 727"/>
              <a:gd name="f1176" fmla="val 276"/>
              <a:gd name="f1177" fmla="val 281"/>
              <a:gd name="f1178" fmla="val 278"/>
              <a:gd name="f1179" fmla="val 759"/>
              <a:gd name="f1180" fmla="val 282"/>
              <a:gd name="f1181" fmla="val 285"/>
              <a:gd name="f1182" fmla="val 259"/>
              <a:gd name="f1183" fmla="val 258"/>
              <a:gd name="f1184" fmla="val 758"/>
              <a:gd name="f1185" fmla="val 256"/>
              <a:gd name="f1186" fmla="val 212"/>
              <a:gd name="f1187" fmla="val 199"/>
              <a:gd name="f1188" fmla="val 185"/>
              <a:gd name="f1189" fmla="val 177"/>
              <a:gd name="f1190" fmla="val 173"/>
              <a:gd name="f1191" fmla="val 709"/>
              <a:gd name="f1192" fmla="val 159"/>
              <a:gd name="f1193" fmla="val 692"/>
              <a:gd name="f1194" fmla="val 678"/>
              <a:gd name="f1195" fmla="val 145"/>
              <a:gd name="f1196" fmla="val 142"/>
              <a:gd name="f1197" fmla="val 129"/>
              <a:gd name="f1198" fmla="val 128"/>
              <a:gd name="f1199" fmla="val 123"/>
              <a:gd name="f1200" fmla="val 495"/>
              <a:gd name="f1201" fmla="val 158"/>
              <a:gd name="f1202" fmla="val 449"/>
              <a:gd name="f1203" fmla="val 157"/>
              <a:gd name="f1204" fmla="val 191"/>
              <a:gd name="f1205" fmla="val 194"/>
              <a:gd name="f1206" fmla="val 192"/>
              <a:gd name="f1207" fmla="val 189"/>
              <a:gd name="f1208" fmla="val 186"/>
              <a:gd name="f1209" fmla="val 178"/>
              <a:gd name="f1210" fmla="val 181"/>
              <a:gd name="f1211" fmla="val 198"/>
              <a:gd name="f1212" fmla="val 200"/>
              <a:gd name="f1213" fmla="val 214"/>
              <a:gd name="f1214" fmla="val 226"/>
              <a:gd name="f1215" fmla="val 229"/>
              <a:gd name="f1216" fmla="val 257"/>
              <a:gd name="f1217" fmla="val 328"/>
              <a:gd name="f1218" fmla="val 264"/>
              <a:gd name="f1219" fmla="val 254"/>
              <a:gd name="f1220" fmla="val 1256"/>
              <a:gd name="f1221" fmla="val 1234"/>
              <a:gd name="f1222" fmla="val 1283"/>
              <a:gd name="f1223" fmla="val 1293"/>
              <a:gd name="f1224" fmla="val 1313"/>
              <a:gd name="f1225" fmla="val 1330"/>
              <a:gd name="f1226" fmla="val 1338"/>
              <a:gd name="f1227" fmla="val 1332"/>
              <a:gd name="f1228" fmla="val 1301"/>
              <a:gd name="f1229" fmla="val 700"/>
              <a:gd name="f1230" fmla="val 712"/>
              <a:gd name="f1231" fmla="val 1360"/>
              <a:gd name="f1232" fmla="val 1353"/>
              <a:gd name="f1233" fmla="val 1324"/>
              <a:gd name="f1234" fmla="val 1320"/>
              <a:gd name="f1235" fmla="val 1358"/>
              <a:gd name="f1236" fmla="val 1136"/>
              <a:gd name="f1237" fmla="val 1174"/>
              <a:gd name="f1238" fmla="val 1141"/>
              <a:gd name="f1239" fmla="val 1139"/>
              <a:gd name="f1240" fmla="val 1138"/>
              <a:gd name="f1241" fmla="val 1434"/>
              <a:gd name="f1242" fmla="val 1440"/>
              <a:gd name="f1243" fmla="val 1416"/>
              <a:gd name="f1244" fmla="val 1428"/>
              <a:gd name="f1245" fmla="val 1429"/>
              <a:gd name="f1246" fmla="val 1406"/>
              <a:gd name="f1247" fmla="+- 0 0 -90"/>
              <a:gd name="f1248" fmla="*/ f4 1 1590"/>
              <a:gd name="f1249" fmla="*/ f5 1 1029"/>
              <a:gd name="f1250" fmla="val f6"/>
              <a:gd name="f1251" fmla="val f7"/>
              <a:gd name="f1252" fmla="val f8"/>
              <a:gd name="f1253" fmla="*/ f1247 f0 1"/>
              <a:gd name="f1254" fmla="+- f1252 0 f1250"/>
              <a:gd name="f1255" fmla="+- f1251 0 f1250"/>
              <a:gd name="f1256" fmla="*/ f1253 1 f3"/>
              <a:gd name="f1257" fmla="*/ f1255 1 1590"/>
              <a:gd name="f1258" fmla="*/ f1254 1 1029"/>
              <a:gd name="f1259" fmla="*/ 499 f1255 1"/>
              <a:gd name="f1260" fmla="*/ 363 f1254 1"/>
              <a:gd name="f1261" fmla="*/ 577 f1255 1"/>
              <a:gd name="f1262" fmla="*/ 255 f1254 1"/>
              <a:gd name="f1263" fmla="*/ 506 f1255 1"/>
              <a:gd name="f1264" fmla="*/ 180 f1254 1"/>
              <a:gd name="f1265" fmla="*/ 567 f1255 1"/>
              <a:gd name="f1266" fmla="*/ 143 f1254 1"/>
              <a:gd name="f1267" fmla="*/ 644 f1255 1"/>
              <a:gd name="f1268" fmla="*/ 44 f1254 1"/>
              <a:gd name="f1269" fmla="*/ 768 f1255 1"/>
              <a:gd name="f1270" fmla="*/ 12 f1254 1"/>
              <a:gd name="f1271" fmla="*/ 882 f1255 1"/>
              <a:gd name="f1272" fmla="*/ 17 f1254 1"/>
              <a:gd name="f1273" fmla="*/ 919 f1255 1"/>
              <a:gd name="f1274" fmla="*/ 105 f1254 1"/>
              <a:gd name="f1275" fmla="*/ 982 f1255 1"/>
              <a:gd name="f1276" fmla="*/ 153 f1254 1"/>
              <a:gd name="f1277" fmla="*/ 997 f1255 1"/>
              <a:gd name="f1278" fmla="*/ 237 f1254 1"/>
              <a:gd name="f1279" fmla="*/ 912 f1255 1"/>
              <a:gd name="f1280" fmla="*/ 291 f1254 1"/>
              <a:gd name="f1281" fmla="*/ 913 f1255 1"/>
              <a:gd name="f1282" fmla="*/ 366 f1254 1"/>
              <a:gd name="f1283" fmla="*/ 803 f1255 1"/>
              <a:gd name="f1284" fmla="*/ 394 f1254 1"/>
              <a:gd name="f1285" fmla="*/ 1044 f1255 1"/>
              <a:gd name="f1286" fmla="*/ 503 f1254 1"/>
              <a:gd name="f1287" fmla="*/ 1214 f1255 1"/>
              <a:gd name="f1288" fmla="*/ 546 f1254 1"/>
              <a:gd name="f1289" fmla="*/ 1220 f1255 1"/>
              <a:gd name="f1290" fmla="*/ 460 f1254 1"/>
              <a:gd name="f1291" fmla="*/ 1250 f1255 1"/>
              <a:gd name="f1292" fmla="*/ 474 f1254 1"/>
              <a:gd name="f1293" fmla="*/ 1261 f1255 1"/>
              <a:gd name="f1294" fmla="*/ 441 f1254 1"/>
              <a:gd name="f1295" fmla="*/ 1337 f1255 1"/>
              <a:gd name="f1296" fmla="*/ 419 f1254 1"/>
              <a:gd name="f1297" fmla="*/ 1390 f1255 1"/>
              <a:gd name="f1298" fmla="*/ 389 f1254 1"/>
              <a:gd name="f1299" fmla="*/ 1447 f1255 1"/>
              <a:gd name="f1300" fmla="*/ 443 f1254 1"/>
              <a:gd name="f1301" fmla="*/ 1484 f1255 1"/>
              <a:gd name="f1302" fmla="*/ 516 f1254 1"/>
              <a:gd name="f1303" fmla="*/ 1457 f1255 1"/>
              <a:gd name="f1304" fmla="*/ 585 f1254 1"/>
              <a:gd name="f1305" fmla="*/ 1483 f1255 1"/>
              <a:gd name="f1306" fmla="*/ 644 f1254 1"/>
              <a:gd name="f1307" fmla="*/ 1439 f1255 1"/>
              <a:gd name="f1308" fmla="*/ 713 f1254 1"/>
              <a:gd name="f1309" fmla="*/ 1368 f1255 1"/>
              <a:gd name="f1310" fmla="*/ 602 f1254 1"/>
              <a:gd name="f1311" fmla="*/ 1580 f1255 1"/>
              <a:gd name="f1312" fmla="*/ 823 f1254 1"/>
              <a:gd name="f1313" fmla="*/ 1520 f1255 1"/>
              <a:gd name="f1314" fmla="*/ 1006 f1254 1"/>
              <a:gd name="f1315" fmla="*/ 1471 f1255 1"/>
              <a:gd name="f1316" fmla="*/ 829 f1254 1"/>
              <a:gd name="f1317" fmla="*/ 1172 f1255 1"/>
              <a:gd name="f1318" fmla="*/ 594 f1254 1"/>
              <a:gd name="f1319" fmla="*/ 1207 f1255 1"/>
              <a:gd name="f1320" fmla="*/ 684 f1254 1"/>
              <a:gd name="f1321" fmla="*/ 1180 f1255 1"/>
              <a:gd name="f1322" fmla="*/ 749 f1254 1"/>
              <a:gd name="f1323" fmla="*/ 1075 f1255 1"/>
              <a:gd name="f1324" fmla="*/ 767 f1254 1"/>
              <a:gd name="f1325" fmla="*/ 822 f1254 1"/>
              <a:gd name="f1326" fmla="*/ 961 f1255 1"/>
              <a:gd name="f1327" fmla="*/ 838 f1254 1"/>
              <a:gd name="f1328" fmla="*/ 911 f1255 1"/>
              <a:gd name="f1329" fmla="*/ 782 f1254 1"/>
              <a:gd name="f1330" fmla="*/ 908 f1255 1"/>
              <a:gd name="f1331" fmla="*/ 711 f1254 1"/>
              <a:gd name="f1332" fmla="*/ 825 f1255 1"/>
              <a:gd name="f1333" fmla="*/ 679 f1254 1"/>
              <a:gd name="f1334" fmla="*/ 829 f1255 1"/>
              <a:gd name="f1335" fmla="*/ 589 f1254 1"/>
              <a:gd name="f1336" fmla="*/ 894 f1255 1"/>
              <a:gd name="f1337" fmla="*/ 506 f1254 1"/>
              <a:gd name="f1338" fmla="*/ 1024 f1255 1"/>
              <a:gd name="f1339" fmla="*/ 527 f1254 1"/>
              <a:gd name="f1340" fmla="*/ 590 f1255 1"/>
              <a:gd name="f1341" fmla="*/ 493 f1254 1"/>
              <a:gd name="f1342" fmla="*/ 594 f1255 1"/>
              <a:gd name="f1343" fmla="*/ 550 f1254 1"/>
              <a:gd name="f1344" fmla="*/ 553 f1255 1"/>
              <a:gd name="f1345" fmla="*/ 286 f1255 1"/>
              <a:gd name="f1346" fmla="*/ 395 f1254 1"/>
              <a:gd name="f1347" fmla="*/ 368 f1255 1"/>
              <a:gd name="f1348" fmla="*/ 445 f1254 1"/>
              <a:gd name="f1349" fmla="*/ 416 f1255 1"/>
              <a:gd name="f1350" fmla="*/ 592 f1254 1"/>
              <a:gd name="f1351" fmla="*/ 445 f1255 1"/>
              <a:gd name="f1352" fmla="*/ 638 f1254 1"/>
              <a:gd name="f1353" fmla="*/ 435 f1255 1"/>
              <a:gd name="f1354" fmla="*/ 738 f1254 1"/>
              <a:gd name="f1355" fmla="*/ 301 f1255 1"/>
              <a:gd name="f1356" fmla="*/ 732 f1254 1"/>
              <a:gd name="f1357" fmla="*/ 278 f1255 1"/>
              <a:gd name="f1358" fmla="*/ 766 f1254 1"/>
              <a:gd name="f1359" fmla="*/ 150 f1255 1"/>
              <a:gd name="f1360" fmla="*/ 682 f1254 1"/>
              <a:gd name="f1361" fmla="*/ 159 f1255 1"/>
              <a:gd name="f1362" fmla="*/ 454 f1254 1"/>
              <a:gd name="f1363" fmla="*/ 193 f1255 1"/>
              <a:gd name="f1364" fmla="*/ 500 f1254 1"/>
              <a:gd name="f1365" fmla="*/ 8 f1255 1"/>
              <a:gd name="f1366" fmla="*/ 261 f1254 1"/>
              <a:gd name="f1367" fmla="*/ 1322 f1255 1"/>
              <a:gd name="f1368" fmla="*/ 542 f1254 1"/>
              <a:gd name="f1369" fmla="*/ 682 f1255 1"/>
              <a:gd name="f1370" fmla="*/ 371 f1254 1"/>
              <a:gd name="f1371" fmla="*/ 1348 f1255 1"/>
              <a:gd name="f1372" fmla="*/ 545 f1254 1"/>
              <a:gd name="f1373" fmla="*/ 1433 f1255 1"/>
              <a:gd name="f1374" fmla="*/ 624 f1254 1"/>
              <a:gd name="f1375" fmla="*/ 1406 f1255 1"/>
              <a:gd name="f1376" fmla="*/ 488 f1254 1"/>
              <a:gd name="f1377" fmla="+- f1256 0 f1"/>
              <a:gd name="f1378" fmla="*/ f1259 1 1590"/>
              <a:gd name="f1379" fmla="*/ f1260 1 1029"/>
              <a:gd name="f1380" fmla="*/ f1261 1 1590"/>
              <a:gd name="f1381" fmla="*/ f1262 1 1029"/>
              <a:gd name="f1382" fmla="*/ f1263 1 1590"/>
              <a:gd name="f1383" fmla="*/ f1264 1 1029"/>
              <a:gd name="f1384" fmla="*/ f1265 1 1590"/>
              <a:gd name="f1385" fmla="*/ f1266 1 1029"/>
              <a:gd name="f1386" fmla="*/ f1267 1 1590"/>
              <a:gd name="f1387" fmla="*/ f1268 1 1029"/>
              <a:gd name="f1388" fmla="*/ f1269 1 1590"/>
              <a:gd name="f1389" fmla="*/ f1270 1 1029"/>
              <a:gd name="f1390" fmla="*/ f1271 1 1590"/>
              <a:gd name="f1391" fmla="*/ f1272 1 1029"/>
              <a:gd name="f1392" fmla="*/ f1273 1 1590"/>
              <a:gd name="f1393" fmla="*/ f1274 1 1029"/>
              <a:gd name="f1394" fmla="*/ f1275 1 1590"/>
              <a:gd name="f1395" fmla="*/ f1276 1 1029"/>
              <a:gd name="f1396" fmla="*/ f1277 1 1590"/>
              <a:gd name="f1397" fmla="*/ f1278 1 1029"/>
              <a:gd name="f1398" fmla="*/ f1279 1 1590"/>
              <a:gd name="f1399" fmla="*/ f1280 1 1029"/>
              <a:gd name="f1400" fmla="*/ f1281 1 1590"/>
              <a:gd name="f1401" fmla="*/ f1282 1 1029"/>
              <a:gd name="f1402" fmla="*/ f1283 1 1590"/>
              <a:gd name="f1403" fmla="*/ f1284 1 1029"/>
              <a:gd name="f1404" fmla="*/ f1285 1 1590"/>
              <a:gd name="f1405" fmla="*/ f1286 1 1029"/>
              <a:gd name="f1406" fmla="*/ f1287 1 1590"/>
              <a:gd name="f1407" fmla="*/ f1288 1 1029"/>
              <a:gd name="f1408" fmla="*/ f1289 1 1590"/>
              <a:gd name="f1409" fmla="*/ f1290 1 1029"/>
              <a:gd name="f1410" fmla="*/ f1291 1 1590"/>
              <a:gd name="f1411" fmla="*/ f1292 1 1029"/>
              <a:gd name="f1412" fmla="*/ f1293 1 1590"/>
              <a:gd name="f1413" fmla="*/ f1294 1 1029"/>
              <a:gd name="f1414" fmla="*/ f1295 1 1590"/>
              <a:gd name="f1415" fmla="*/ f1296 1 1029"/>
              <a:gd name="f1416" fmla="*/ f1297 1 1590"/>
              <a:gd name="f1417" fmla="*/ f1298 1 1029"/>
              <a:gd name="f1418" fmla="*/ f1299 1 1590"/>
              <a:gd name="f1419" fmla="*/ f1300 1 1029"/>
              <a:gd name="f1420" fmla="*/ f1301 1 1590"/>
              <a:gd name="f1421" fmla="*/ f1302 1 1029"/>
              <a:gd name="f1422" fmla="*/ f1303 1 1590"/>
              <a:gd name="f1423" fmla="*/ f1304 1 1029"/>
              <a:gd name="f1424" fmla="*/ f1305 1 1590"/>
              <a:gd name="f1425" fmla="*/ f1306 1 1029"/>
              <a:gd name="f1426" fmla="*/ f1307 1 1590"/>
              <a:gd name="f1427" fmla="*/ f1308 1 1029"/>
              <a:gd name="f1428" fmla="*/ f1309 1 1590"/>
              <a:gd name="f1429" fmla="*/ f1310 1 1029"/>
              <a:gd name="f1430" fmla="*/ f1311 1 1590"/>
              <a:gd name="f1431" fmla="*/ f1312 1 1029"/>
              <a:gd name="f1432" fmla="*/ f1313 1 1590"/>
              <a:gd name="f1433" fmla="*/ f1314 1 1029"/>
              <a:gd name="f1434" fmla="*/ f1315 1 1590"/>
              <a:gd name="f1435" fmla="*/ f1316 1 1029"/>
              <a:gd name="f1436" fmla="*/ f1317 1 1590"/>
              <a:gd name="f1437" fmla="*/ f1318 1 1029"/>
              <a:gd name="f1438" fmla="*/ f1319 1 1590"/>
              <a:gd name="f1439" fmla="*/ f1320 1 1029"/>
              <a:gd name="f1440" fmla="*/ f1321 1 1590"/>
              <a:gd name="f1441" fmla="*/ f1322 1 1029"/>
              <a:gd name="f1442" fmla="*/ f1323 1 1590"/>
              <a:gd name="f1443" fmla="*/ f1324 1 1029"/>
              <a:gd name="f1444" fmla="*/ f1325 1 1029"/>
              <a:gd name="f1445" fmla="*/ f1326 1 1590"/>
              <a:gd name="f1446" fmla="*/ f1327 1 1029"/>
              <a:gd name="f1447" fmla="*/ f1328 1 1590"/>
              <a:gd name="f1448" fmla="*/ f1329 1 1029"/>
              <a:gd name="f1449" fmla="*/ f1330 1 1590"/>
              <a:gd name="f1450" fmla="*/ f1331 1 1029"/>
              <a:gd name="f1451" fmla="*/ f1332 1 1590"/>
              <a:gd name="f1452" fmla="*/ f1333 1 1029"/>
              <a:gd name="f1453" fmla="*/ f1334 1 1590"/>
              <a:gd name="f1454" fmla="*/ f1335 1 1029"/>
              <a:gd name="f1455" fmla="*/ f1336 1 1590"/>
              <a:gd name="f1456" fmla="*/ f1337 1 1029"/>
              <a:gd name="f1457" fmla="*/ f1338 1 1590"/>
              <a:gd name="f1458" fmla="*/ f1339 1 1029"/>
              <a:gd name="f1459" fmla="*/ f1340 1 1590"/>
              <a:gd name="f1460" fmla="*/ f1341 1 1029"/>
              <a:gd name="f1461" fmla="*/ f1342 1 1590"/>
              <a:gd name="f1462" fmla="*/ f1343 1 1029"/>
              <a:gd name="f1463" fmla="*/ f1344 1 1590"/>
              <a:gd name="f1464" fmla="*/ f1345 1 1590"/>
              <a:gd name="f1465" fmla="*/ f1346 1 1029"/>
              <a:gd name="f1466" fmla="*/ f1347 1 1590"/>
              <a:gd name="f1467" fmla="*/ f1348 1 1029"/>
              <a:gd name="f1468" fmla="*/ f1349 1 1590"/>
              <a:gd name="f1469" fmla="*/ f1350 1 1029"/>
              <a:gd name="f1470" fmla="*/ f1351 1 1590"/>
              <a:gd name="f1471" fmla="*/ f1352 1 1029"/>
              <a:gd name="f1472" fmla="*/ f1353 1 1590"/>
              <a:gd name="f1473" fmla="*/ f1354 1 1029"/>
              <a:gd name="f1474" fmla="*/ f1355 1 1590"/>
              <a:gd name="f1475" fmla="*/ f1356 1 1029"/>
              <a:gd name="f1476" fmla="*/ f1357 1 1590"/>
              <a:gd name="f1477" fmla="*/ f1358 1 1029"/>
              <a:gd name="f1478" fmla="*/ f1359 1 1590"/>
              <a:gd name="f1479" fmla="*/ f1360 1 1029"/>
              <a:gd name="f1480" fmla="*/ f1361 1 1590"/>
              <a:gd name="f1481" fmla="*/ f1362 1 1029"/>
              <a:gd name="f1482" fmla="*/ f1363 1 1590"/>
              <a:gd name="f1483" fmla="*/ f1364 1 1029"/>
              <a:gd name="f1484" fmla="*/ f1365 1 1590"/>
              <a:gd name="f1485" fmla="*/ f1366 1 1029"/>
              <a:gd name="f1486" fmla="*/ f1367 1 1590"/>
              <a:gd name="f1487" fmla="*/ f1368 1 1029"/>
              <a:gd name="f1488" fmla="*/ f1369 1 1590"/>
              <a:gd name="f1489" fmla="*/ f1370 1 1029"/>
              <a:gd name="f1490" fmla="*/ f1371 1 1590"/>
              <a:gd name="f1491" fmla="*/ f1372 1 1029"/>
              <a:gd name="f1492" fmla="*/ f1373 1 1590"/>
              <a:gd name="f1493" fmla="*/ f1374 1 1029"/>
              <a:gd name="f1494" fmla="*/ f1375 1 1590"/>
              <a:gd name="f1495" fmla="*/ f1376 1 1029"/>
              <a:gd name="f1496" fmla="*/ 0 1 f1257"/>
              <a:gd name="f1497" fmla="*/ f1251 1 f1257"/>
              <a:gd name="f1498" fmla="*/ 0 1 f1258"/>
              <a:gd name="f1499" fmla="*/ f1252 1 f1258"/>
              <a:gd name="f1500" fmla="*/ f1378 1 f1257"/>
              <a:gd name="f1501" fmla="*/ f1379 1 f1258"/>
              <a:gd name="f1502" fmla="*/ f1380 1 f1257"/>
              <a:gd name="f1503" fmla="*/ f1381 1 f1258"/>
              <a:gd name="f1504" fmla="*/ f1382 1 f1257"/>
              <a:gd name="f1505" fmla="*/ f1383 1 f1258"/>
              <a:gd name="f1506" fmla="*/ f1384 1 f1257"/>
              <a:gd name="f1507" fmla="*/ f1385 1 f1258"/>
              <a:gd name="f1508" fmla="*/ f1386 1 f1257"/>
              <a:gd name="f1509" fmla="*/ f1387 1 f1258"/>
              <a:gd name="f1510" fmla="*/ f1388 1 f1257"/>
              <a:gd name="f1511" fmla="*/ f1389 1 f1258"/>
              <a:gd name="f1512" fmla="*/ f1390 1 f1257"/>
              <a:gd name="f1513" fmla="*/ f1391 1 f1258"/>
              <a:gd name="f1514" fmla="*/ f1392 1 f1257"/>
              <a:gd name="f1515" fmla="*/ f1393 1 f1258"/>
              <a:gd name="f1516" fmla="*/ f1394 1 f1257"/>
              <a:gd name="f1517" fmla="*/ f1395 1 f1258"/>
              <a:gd name="f1518" fmla="*/ f1396 1 f1257"/>
              <a:gd name="f1519" fmla="*/ f1397 1 f1258"/>
              <a:gd name="f1520" fmla="*/ f1398 1 f1257"/>
              <a:gd name="f1521" fmla="*/ f1399 1 f1258"/>
              <a:gd name="f1522" fmla="*/ f1400 1 f1257"/>
              <a:gd name="f1523" fmla="*/ f1401 1 f1258"/>
              <a:gd name="f1524" fmla="*/ f1402 1 f1257"/>
              <a:gd name="f1525" fmla="*/ f1403 1 f1258"/>
              <a:gd name="f1526" fmla="*/ f1404 1 f1257"/>
              <a:gd name="f1527" fmla="*/ f1405 1 f1258"/>
              <a:gd name="f1528" fmla="*/ f1406 1 f1257"/>
              <a:gd name="f1529" fmla="*/ f1407 1 f1258"/>
              <a:gd name="f1530" fmla="*/ f1408 1 f1257"/>
              <a:gd name="f1531" fmla="*/ f1409 1 f1258"/>
              <a:gd name="f1532" fmla="*/ f1410 1 f1257"/>
              <a:gd name="f1533" fmla="*/ f1411 1 f1258"/>
              <a:gd name="f1534" fmla="*/ f1412 1 f1257"/>
              <a:gd name="f1535" fmla="*/ f1413 1 f1258"/>
              <a:gd name="f1536" fmla="*/ f1414 1 f1257"/>
              <a:gd name="f1537" fmla="*/ f1415 1 f1258"/>
              <a:gd name="f1538" fmla="*/ f1416 1 f1257"/>
              <a:gd name="f1539" fmla="*/ f1417 1 f1258"/>
              <a:gd name="f1540" fmla="*/ f1418 1 f1257"/>
              <a:gd name="f1541" fmla="*/ f1419 1 f1258"/>
              <a:gd name="f1542" fmla="*/ f1420 1 f1257"/>
              <a:gd name="f1543" fmla="*/ f1421 1 f1258"/>
              <a:gd name="f1544" fmla="*/ f1422 1 f1257"/>
              <a:gd name="f1545" fmla="*/ f1423 1 f1258"/>
              <a:gd name="f1546" fmla="*/ f1424 1 f1257"/>
              <a:gd name="f1547" fmla="*/ f1425 1 f1258"/>
              <a:gd name="f1548" fmla="*/ f1426 1 f1257"/>
              <a:gd name="f1549" fmla="*/ f1427 1 f1258"/>
              <a:gd name="f1550" fmla="*/ f1428 1 f1257"/>
              <a:gd name="f1551" fmla="*/ f1429 1 f1258"/>
              <a:gd name="f1552" fmla="*/ f1430 1 f1257"/>
              <a:gd name="f1553" fmla="*/ f1431 1 f1258"/>
              <a:gd name="f1554" fmla="*/ f1432 1 f1257"/>
              <a:gd name="f1555" fmla="*/ f1433 1 f1258"/>
              <a:gd name="f1556" fmla="*/ f1434 1 f1257"/>
              <a:gd name="f1557" fmla="*/ f1435 1 f1258"/>
              <a:gd name="f1558" fmla="*/ f1436 1 f1257"/>
              <a:gd name="f1559" fmla="*/ f1437 1 f1258"/>
              <a:gd name="f1560" fmla="*/ f1438 1 f1257"/>
              <a:gd name="f1561" fmla="*/ f1439 1 f1258"/>
              <a:gd name="f1562" fmla="*/ f1440 1 f1257"/>
              <a:gd name="f1563" fmla="*/ f1441 1 f1258"/>
              <a:gd name="f1564" fmla="*/ f1442 1 f1257"/>
              <a:gd name="f1565" fmla="*/ f1443 1 f1258"/>
              <a:gd name="f1566" fmla="*/ f1444 1 f1258"/>
              <a:gd name="f1567" fmla="*/ f1445 1 f1257"/>
              <a:gd name="f1568" fmla="*/ f1446 1 f1258"/>
              <a:gd name="f1569" fmla="*/ f1447 1 f1257"/>
              <a:gd name="f1570" fmla="*/ f1448 1 f1258"/>
              <a:gd name="f1571" fmla="*/ f1449 1 f1257"/>
              <a:gd name="f1572" fmla="*/ f1450 1 f1258"/>
              <a:gd name="f1573" fmla="*/ f1451 1 f1257"/>
              <a:gd name="f1574" fmla="*/ f1452 1 f1258"/>
              <a:gd name="f1575" fmla="*/ f1453 1 f1257"/>
              <a:gd name="f1576" fmla="*/ f1454 1 f1258"/>
              <a:gd name="f1577" fmla="*/ f1455 1 f1257"/>
              <a:gd name="f1578" fmla="*/ f1456 1 f1258"/>
              <a:gd name="f1579" fmla="*/ f1457 1 f1257"/>
              <a:gd name="f1580" fmla="*/ f1458 1 f1258"/>
              <a:gd name="f1581" fmla="*/ f1459 1 f1257"/>
              <a:gd name="f1582" fmla="*/ f1460 1 f1258"/>
              <a:gd name="f1583" fmla="*/ f1461 1 f1257"/>
              <a:gd name="f1584" fmla="*/ f1462 1 f1258"/>
              <a:gd name="f1585" fmla="*/ f1463 1 f1257"/>
              <a:gd name="f1586" fmla="*/ f1464 1 f1257"/>
              <a:gd name="f1587" fmla="*/ f1465 1 f1258"/>
              <a:gd name="f1588" fmla="*/ f1466 1 f1257"/>
              <a:gd name="f1589" fmla="*/ f1467 1 f1258"/>
              <a:gd name="f1590" fmla="*/ f1468 1 f1257"/>
              <a:gd name="f1591" fmla="*/ f1469 1 f1258"/>
              <a:gd name="f1592" fmla="*/ f1470 1 f1257"/>
              <a:gd name="f1593" fmla="*/ f1471 1 f1258"/>
              <a:gd name="f1594" fmla="*/ f1472 1 f1257"/>
              <a:gd name="f1595" fmla="*/ f1473 1 f1258"/>
              <a:gd name="f1596" fmla="*/ f1474 1 f1257"/>
              <a:gd name="f1597" fmla="*/ f1475 1 f1258"/>
              <a:gd name="f1598" fmla="*/ f1476 1 f1257"/>
              <a:gd name="f1599" fmla="*/ f1477 1 f1258"/>
              <a:gd name="f1600" fmla="*/ f1478 1 f1257"/>
              <a:gd name="f1601" fmla="*/ f1479 1 f1258"/>
              <a:gd name="f1602" fmla="*/ f1480 1 f1257"/>
              <a:gd name="f1603" fmla="*/ f1481 1 f1258"/>
              <a:gd name="f1604" fmla="*/ f1482 1 f1257"/>
              <a:gd name="f1605" fmla="*/ f1483 1 f1258"/>
              <a:gd name="f1606" fmla="*/ f1484 1 f1257"/>
              <a:gd name="f1607" fmla="*/ f1485 1 f1258"/>
              <a:gd name="f1608" fmla="*/ f1486 1 f1257"/>
              <a:gd name="f1609" fmla="*/ f1487 1 f1258"/>
              <a:gd name="f1610" fmla="*/ f1488 1 f1257"/>
              <a:gd name="f1611" fmla="*/ f1489 1 f1258"/>
              <a:gd name="f1612" fmla="*/ f1490 1 f1257"/>
              <a:gd name="f1613" fmla="*/ f1491 1 f1258"/>
              <a:gd name="f1614" fmla="*/ f1492 1 f1257"/>
              <a:gd name="f1615" fmla="*/ f1493 1 f1258"/>
              <a:gd name="f1616" fmla="*/ f1494 1 f1257"/>
              <a:gd name="f1617" fmla="*/ f1495 1 f1258"/>
              <a:gd name="f1618" fmla="*/ f1496 f1248 1"/>
              <a:gd name="f1619" fmla="*/ f1497 f1248 1"/>
              <a:gd name="f1620" fmla="*/ f1499 f1249 1"/>
              <a:gd name="f1621" fmla="*/ f1498 f1249 1"/>
              <a:gd name="f1622" fmla="*/ f1500 f1248 1"/>
              <a:gd name="f1623" fmla="*/ f1501 f1249 1"/>
              <a:gd name="f1624" fmla="*/ f1502 f1248 1"/>
              <a:gd name="f1625" fmla="*/ f1503 f1249 1"/>
              <a:gd name="f1626" fmla="*/ f1504 f1248 1"/>
              <a:gd name="f1627" fmla="*/ f1505 f1249 1"/>
              <a:gd name="f1628" fmla="*/ f1506 f1248 1"/>
              <a:gd name="f1629" fmla="*/ f1507 f1249 1"/>
              <a:gd name="f1630" fmla="*/ f1508 f1248 1"/>
              <a:gd name="f1631" fmla="*/ f1509 f1249 1"/>
              <a:gd name="f1632" fmla="*/ f1510 f1248 1"/>
              <a:gd name="f1633" fmla="*/ f1511 f1249 1"/>
              <a:gd name="f1634" fmla="*/ f1512 f1248 1"/>
              <a:gd name="f1635" fmla="*/ f1513 f1249 1"/>
              <a:gd name="f1636" fmla="*/ f1514 f1248 1"/>
              <a:gd name="f1637" fmla="*/ f1515 f1249 1"/>
              <a:gd name="f1638" fmla="*/ f1516 f1248 1"/>
              <a:gd name="f1639" fmla="*/ f1517 f1249 1"/>
              <a:gd name="f1640" fmla="*/ f1518 f1248 1"/>
              <a:gd name="f1641" fmla="*/ f1519 f1249 1"/>
              <a:gd name="f1642" fmla="*/ f1520 f1248 1"/>
              <a:gd name="f1643" fmla="*/ f1521 f1249 1"/>
              <a:gd name="f1644" fmla="*/ f1522 f1248 1"/>
              <a:gd name="f1645" fmla="*/ f1523 f1249 1"/>
              <a:gd name="f1646" fmla="*/ f1524 f1248 1"/>
              <a:gd name="f1647" fmla="*/ f1525 f1249 1"/>
              <a:gd name="f1648" fmla="*/ f1526 f1248 1"/>
              <a:gd name="f1649" fmla="*/ f1527 f1249 1"/>
              <a:gd name="f1650" fmla="*/ f1528 f1248 1"/>
              <a:gd name="f1651" fmla="*/ f1529 f1249 1"/>
              <a:gd name="f1652" fmla="*/ f1530 f1248 1"/>
              <a:gd name="f1653" fmla="*/ f1531 f1249 1"/>
              <a:gd name="f1654" fmla="*/ f1532 f1248 1"/>
              <a:gd name="f1655" fmla="*/ f1533 f1249 1"/>
              <a:gd name="f1656" fmla="*/ f1534 f1248 1"/>
              <a:gd name="f1657" fmla="*/ f1535 f1249 1"/>
              <a:gd name="f1658" fmla="*/ f1536 f1248 1"/>
              <a:gd name="f1659" fmla="*/ f1537 f1249 1"/>
              <a:gd name="f1660" fmla="*/ f1538 f1248 1"/>
              <a:gd name="f1661" fmla="*/ f1539 f1249 1"/>
              <a:gd name="f1662" fmla="*/ f1540 f1248 1"/>
              <a:gd name="f1663" fmla="*/ f1541 f1249 1"/>
              <a:gd name="f1664" fmla="*/ f1542 f1248 1"/>
              <a:gd name="f1665" fmla="*/ f1543 f1249 1"/>
              <a:gd name="f1666" fmla="*/ f1544 f1248 1"/>
              <a:gd name="f1667" fmla="*/ f1545 f1249 1"/>
              <a:gd name="f1668" fmla="*/ f1546 f1248 1"/>
              <a:gd name="f1669" fmla="*/ f1547 f1249 1"/>
              <a:gd name="f1670" fmla="*/ f1548 f1248 1"/>
              <a:gd name="f1671" fmla="*/ f1549 f1249 1"/>
              <a:gd name="f1672" fmla="*/ f1550 f1248 1"/>
              <a:gd name="f1673" fmla="*/ f1551 f1249 1"/>
              <a:gd name="f1674" fmla="*/ f1552 f1248 1"/>
              <a:gd name="f1675" fmla="*/ f1553 f1249 1"/>
              <a:gd name="f1676" fmla="*/ f1554 f1248 1"/>
              <a:gd name="f1677" fmla="*/ f1555 f1249 1"/>
              <a:gd name="f1678" fmla="*/ f1556 f1248 1"/>
              <a:gd name="f1679" fmla="*/ f1557 f1249 1"/>
              <a:gd name="f1680" fmla="*/ f1558 f1248 1"/>
              <a:gd name="f1681" fmla="*/ f1559 f1249 1"/>
              <a:gd name="f1682" fmla="*/ f1560 f1248 1"/>
              <a:gd name="f1683" fmla="*/ f1561 f1249 1"/>
              <a:gd name="f1684" fmla="*/ f1562 f1248 1"/>
              <a:gd name="f1685" fmla="*/ f1563 f1249 1"/>
              <a:gd name="f1686" fmla="*/ f1564 f1248 1"/>
              <a:gd name="f1687" fmla="*/ f1565 f1249 1"/>
              <a:gd name="f1688" fmla="*/ f1566 f1249 1"/>
              <a:gd name="f1689" fmla="*/ f1567 f1248 1"/>
              <a:gd name="f1690" fmla="*/ f1568 f1249 1"/>
              <a:gd name="f1691" fmla="*/ f1569 f1248 1"/>
              <a:gd name="f1692" fmla="*/ f1570 f1249 1"/>
              <a:gd name="f1693" fmla="*/ f1571 f1248 1"/>
              <a:gd name="f1694" fmla="*/ f1572 f1249 1"/>
              <a:gd name="f1695" fmla="*/ f1573 f1248 1"/>
              <a:gd name="f1696" fmla="*/ f1574 f1249 1"/>
              <a:gd name="f1697" fmla="*/ f1575 f1248 1"/>
              <a:gd name="f1698" fmla="*/ f1576 f1249 1"/>
              <a:gd name="f1699" fmla="*/ f1577 f1248 1"/>
              <a:gd name="f1700" fmla="*/ f1578 f1249 1"/>
              <a:gd name="f1701" fmla="*/ f1579 f1248 1"/>
              <a:gd name="f1702" fmla="*/ f1580 f1249 1"/>
              <a:gd name="f1703" fmla="*/ f1581 f1248 1"/>
              <a:gd name="f1704" fmla="*/ f1582 f1249 1"/>
              <a:gd name="f1705" fmla="*/ f1583 f1248 1"/>
              <a:gd name="f1706" fmla="*/ f1584 f1249 1"/>
              <a:gd name="f1707" fmla="*/ f1585 f1248 1"/>
              <a:gd name="f1708" fmla="*/ f1586 f1248 1"/>
              <a:gd name="f1709" fmla="*/ f1587 f1249 1"/>
              <a:gd name="f1710" fmla="*/ f1588 f1248 1"/>
              <a:gd name="f1711" fmla="*/ f1589 f1249 1"/>
              <a:gd name="f1712" fmla="*/ f1590 f1248 1"/>
              <a:gd name="f1713" fmla="*/ f1591 f1249 1"/>
              <a:gd name="f1714" fmla="*/ f1592 f1248 1"/>
              <a:gd name="f1715" fmla="*/ f1593 f1249 1"/>
              <a:gd name="f1716" fmla="*/ f1594 f1248 1"/>
              <a:gd name="f1717" fmla="*/ f1595 f1249 1"/>
              <a:gd name="f1718" fmla="*/ f1596 f1248 1"/>
              <a:gd name="f1719" fmla="*/ f1597 f1249 1"/>
              <a:gd name="f1720" fmla="*/ f1598 f1248 1"/>
              <a:gd name="f1721" fmla="*/ f1599 f1249 1"/>
              <a:gd name="f1722" fmla="*/ f1600 f1248 1"/>
              <a:gd name="f1723" fmla="*/ f1601 f1249 1"/>
              <a:gd name="f1724" fmla="*/ f1602 f1248 1"/>
              <a:gd name="f1725" fmla="*/ f1603 f1249 1"/>
              <a:gd name="f1726" fmla="*/ f1604 f1248 1"/>
              <a:gd name="f1727" fmla="*/ f1605 f1249 1"/>
              <a:gd name="f1728" fmla="*/ f1606 f1248 1"/>
              <a:gd name="f1729" fmla="*/ f1607 f1249 1"/>
              <a:gd name="f1730" fmla="*/ f1608 f1248 1"/>
              <a:gd name="f1731" fmla="*/ f1609 f1249 1"/>
              <a:gd name="f1732" fmla="*/ f1610 f1248 1"/>
              <a:gd name="f1733" fmla="*/ f1611 f1249 1"/>
              <a:gd name="f1734" fmla="*/ f1612 f1248 1"/>
              <a:gd name="f1735" fmla="*/ f1613 f1249 1"/>
              <a:gd name="f1736" fmla="*/ f1614 f1248 1"/>
              <a:gd name="f1737" fmla="*/ f1615 f1249 1"/>
              <a:gd name="f1738" fmla="*/ f1616 f1248 1"/>
              <a:gd name="f1739" fmla="*/ f1617 f124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1377">
                <a:pos x="f1622" y="f1623"/>
              </a:cxn>
              <a:cxn ang="f1377">
                <a:pos x="f1624" y="f1625"/>
              </a:cxn>
              <a:cxn ang="f1377">
                <a:pos x="f1626" y="f1627"/>
              </a:cxn>
              <a:cxn ang="f1377">
                <a:pos x="f1628" y="f1629"/>
              </a:cxn>
              <a:cxn ang="f1377">
                <a:pos x="f1630" y="f1631"/>
              </a:cxn>
              <a:cxn ang="f1377">
                <a:pos x="f1632" y="f1633"/>
              </a:cxn>
              <a:cxn ang="f1377">
                <a:pos x="f1634" y="f1635"/>
              </a:cxn>
              <a:cxn ang="f1377">
                <a:pos x="f1636" y="f1637"/>
              </a:cxn>
              <a:cxn ang="f1377">
                <a:pos x="f1638" y="f1639"/>
              </a:cxn>
              <a:cxn ang="f1377">
                <a:pos x="f1640" y="f1641"/>
              </a:cxn>
              <a:cxn ang="f1377">
                <a:pos x="f1642" y="f1643"/>
              </a:cxn>
              <a:cxn ang="f1377">
                <a:pos x="f1644" y="f1645"/>
              </a:cxn>
              <a:cxn ang="f1377">
                <a:pos x="f1646" y="f1647"/>
              </a:cxn>
              <a:cxn ang="f1377">
                <a:pos x="f1648" y="f1649"/>
              </a:cxn>
              <a:cxn ang="f1377">
                <a:pos x="f1650" y="f1651"/>
              </a:cxn>
              <a:cxn ang="f1377">
                <a:pos x="f1652" y="f1653"/>
              </a:cxn>
              <a:cxn ang="f1377">
                <a:pos x="f1654" y="f1655"/>
              </a:cxn>
              <a:cxn ang="f1377">
                <a:pos x="f1656" y="f1657"/>
              </a:cxn>
              <a:cxn ang="f1377">
                <a:pos x="f1658" y="f1659"/>
              </a:cxn>
              <a:cxn ang="f1377">
                <a:pos x="f1660" y="f1661"/>
              </a:cxn>
              <a:cxn ang="f1377">
                <a:pos x="f1662" y="f1663"/>
              </a:cxn>
              <a:cxn ang="f1377">
                <a:pos x="f1664" y="f1665"/>
              </a:cxn>
              <a:cxn ang="f1377">
                <a:pos x="f1666" y="f1667"/>
              </a:cxn>
              <a:cxn ang="f1377">
                <a:pos x="f1668" y="f1669"/>
              </a:cxn>
              <a:cxn ang="f1377">
                <a:pos x="f1670" y="f1671"/>
              </a:cxn>
              <a:cxn ang="f1377">
                <a:pos x="f1672" y="f1673"/>
              </a:cxn>
              <a:cxn ang="f1377">
                <a:pos x="f1674" y="f1675"/>
              </a:cxn>
              <a:cxn ang="f1377">
                <a:pos x="f1676" y="f1677"/>
              </a:cxn>
              <a:cxn ang="f1377">
                <a:pos x="f1678" y="f1679"/>
              </a:cxn>
              <a:cxn ang="f1377">
                <a:pos x="f1680" y="f1681"/>
              </a:cxn>
              <a:cxn ang="f1377">
                <a:pos x="f1682" y="f1683"/>
              </a:cxn>
              <a:cxn ang="f1377">
                <a:pos x="f1684" y="f1685"/>
              </a:cxn>
              <a:cxn ang="f1377">
                <a:pos x="f1686" y="f1687"/>
              </a:cxn>
              <a:cxn ang="f1377">
                <a:pos x="f1648" y="f1688"/>
              </a:cxn>
              <a:cxn ang="f1377">
                <a:pos x="f1689" y="f1690"/>
              </a:cxn>
              <a:cxn ang="f1377">
                <a:pos x="f1691" y="f1692"/>
              </a:cxn>
              <a:cxn ang="f1377">
                <a:pos x="f1693" y="f1694"/>
              </a:cxn>
              <a:cxn ang="f1377">
                <a:pos x="f1695" y="f1696"/>
              </a:cxn>
              <a:cxn ang="f1377">
                <a:pos x="f1697" y="f1698"/>
              </a:cxn>
              <a:cxn ang="f1377">
                <a:pos x="f1699" y="f1700"/>
              </a:cxn>
              <a:cxn ang="f1377">
                <a:pos x="f1701" y="f1702"/>
              </a:cxn>
              <a:cxn ang="f1377">
                <a:pos x="f1703" y="f1704"/>
              </a:cxn>
              <a:cxn ang="f1377">
                <a:pos x="f1705" y="f1706"/>
              </a:cxn>
              <a:cxn ang="f1377">
                <a:pos x="f1707" y="f1649"/>
              </a:cxn>
              <a:cxn ang="f1377">
                <a:pos x="f1708" y="f1709"/>
              </a:cxn>
              <a:cxn ang="f1377">
                <a:pos x="f1710" y="f1711"/>
              </a:cxn>
              <a:cxn ang="f1377">
                <a:pos x="f1712" y="f1713"/>
              </a:cxn>
              <a:cxn ang="f1377">
                <a:pos x="f1714" y="f1715"/>
              </a:cxn>
              <a:cxn ang="f1377">
                <a:pos x="f1716" y="f1717"/>
              </a:cxn>
              <a:cxn ang="f1377">
                <a:pos x="f1718" y="f1719"/>
              </a:cxn>
              <a:cxn ang="f1377">
                <a:pos x="f1720" y="f1721"/>
              </a:cxn>
              <a:cxn ang="f1377">
                <a:pos x="f1722" y="f1723"/>
              </a:cxn>
              <a:cxn ang="f1377">
                <a:pos x="f1724" y="f1725"/>
              </a:cxn>
              <a:cxn ang="f1377">
                <a:pos x="f1726" y="f1727"/>
              </a:cxn>
              <a:cxn ang="f1377">
                <a:pos x="f1728" y="f1729"/>
              </a:cxn>
              <a:cxn ang="f1377">
                <a:pos x="f1730" y="f1731"/>
              </a:cxn>
              <a:cxn ang="f1377">
                <a:pos x="f1732" y="f1733"/>
              </a:cxn>
              <a:cxn ang="f1377">
                <a:pos x="f1734" y="f1735"/>
              </a:cxn>
              <a:cxn ang="f1377">
                <a:pos x="f1736" y="f1737"/>
              </a:cxn>
              <a:cxn ang="f1377">
                <a:pos x="f1738" y="f1739"/>
              </a:cxn>
            </a:cxnLst>
            <a:rect l="f1618" t="f1621" r="f1619" b="f1620"/>
            <a:pathLst>
              <a:path w="1590" h="1029">
                <a:moveTo>
                  <a:pt x="f6" y="f9"/>
                </a:moveTo>
                <a:cubicBezTo>
                  <a:pt x="f10" y="f11"/>
                  <a:pt x="f12" y="f13"/>
                  <a:pt x="f14" y="f15"/>
                </a:cubicBezTo>
                <a:cubicBezTo>
                  <a:pt x="f16" y="f17"/>
                  <a:pt x="f18" y="f19"/>
                  <a:pt x="f20" y="f21"/>
                </a:cubicBezTo>
                <a:cubicBezTo>
                  <a:pt x="f9" y="f22"/>
                  <a:pt x="f23" y="f24"/>
                  <a:pt x="f25" y="f26"/>
                </a:cubicBezTo>
                <a:cubicBezTo>
                  <a:pt x="f27" y="f28"/>
                  <a:pt x="f29" y="f30"/>
                  <a:pt x="f31" y="f32"/>
                </a:cubicBezTo>
                <a:cubicBezTo>
                  <a:pt x="f33" y="f34"/>
                  <a:pt x="f35" y="f34"/>
                  <a:pt x="f36" y="f28"/>
                </a:cubicBezTo>
                <a:cubicBezTo>
                  <a:pt x="f37" y="f38"/>
                  <a:pt x="f39" y="f40"/>
                  <a:pt x="f41" y="f42"/>
                </a:cubicBezTo>
                <a:cubicBezTo>
                  <a:pt x="f43" y="f44"/>
                  <a:pt x="f40" y="f45"/>
                  <a:pt x="f46" y="f45"/>
                </a:cubicBezTo>
                <a:cubicBezTo>
                  <a:pt x="f47" y="f48"/>
                  <a:pt x="f49" y="f48"/>
                  <a:pt x="f50" y="f51"/>
                </a:cubicBezTo>
                <a:cubicBezTo>
                  <a:pt x="f52" y="f53"/>
                  <a:pt x="f54" y="f46"/>
                  <a:pt x="f55" y="f56"/>
                </a:cubicBezTo>
                <a:cubicBezTo>
                  <a:pt x="f57" y="f58"/>
                  <a:pt x="f59" y="f56"/>
                  <a:pt x="f60" y="f46"/>
                </a:cubicBezTo>
                <a:cubicBezTo>
                  <a:pt x="f61" y="f62"/>
                  <a:pt x="f63" y="f2"/>
                  <a:pt x="f64" y="f65"/>
                </a:cubicBezTo>
                <a:cubicBezTo>
                  <a:pt x="f66" y="f67"/>
                  <a:pt x="f68" y="f69"/>
                  <a:pt x="f70" y="f71"/>
                </a:cubicBezTo>
                <a:cubicBezTo>
                  <a:pt x="f72" y="f29"/>
                  <a:pt x="f73" y="f74"/>
                  <a:pt x="f75" y="f76"/>
                </a:cubicBezTo>
                <a:cubicBezTo>
                  <a:pt x="f77" y="f76"/>
                  <a:pt x="f78" y="f15"/>
                  <a:pt x="f79" y="f23"/>
                </a:cubicBezTo>
                <a:cubicBezTo>
                  <a:pt x="f80" y="f74"/>
                  <a:pt x="f81" y="f74"/>
                  <a:pt x="f82" y="f74"/>
                </a:cubicBezTo>
                <a:cubicBezTo>
                  <a:pt x="f83" y="f74"/>
                  <a:pt x="f83" y="f74"/>
                  <a:pt x="f83" y="f74"/>
                </a:cubicBezTo>
                <a:cubicBezTo>
                  <a:pt x="f84" y="f85"/>
                  <a:pt x="f86" y="f87"/>
                  <a:pt x="f88" y="f89"/>
                </a:cubicBezTo>
                <a:cubicBezTo>
                  <a:pt x="f90" y="f91"/>
                  <a:pt x="f92" y="f93"/>
                  <a:pt x="f94" y="f15"/>
                </a:cubicBezTo>
                <a:cubicBezTo>
                  <a:pt x="f95" y="f96"/>
                  <a:pt x="f97" y="f13"/>
                  <a:pt x="f54" y="f98"/>
                </a:cubicBezTo>
                <a:cubicBezTo>
                  <a:pt x="f99" y="f100"/>
                  <a:pt x="f101" y="f102"/>
                  <a:pt x="f103" y="f104"/>
                </a:cubicBezTo>
                <a:cubicBezTo>
                  <a:pt x="f105" y="f104"/>
                  <a:pt x="f106" y="f104"/>
                  <a:pt x="f107" y="f108"/>
                </a:cubicBezTo>
                <a:cubicBezTo>
                  <a:pt x="f109" y="f110"/>
                  <a:pt x="f111" y="f112"/>
                  <a:pt x="f113" y="f114"/>
                </a:cubicBezTo>
                <a:cubicBezTo>
                  <a:pt x="f115" y="f116"/>
                  <a:pt x="f117" y="f118"/>
                  <a:pt x="f119" y="f120"/>
                </a:cubicBezTo>
                <a:cubicBezTo>
                  <a:pt x="f121" y="f122"/>
                  <a:pt x="f123" y="f124"/>
                  <a:pt x="f125" y="f126"/>
                </a:cubicBezTo>
                <a:cubicBezTo>
                  <a:pt x="f127" y="f128"/>
                  <a:pt x="f129" y="f130"/>
                  <a:pt x="f131" y="f132"/>
                </a:cubicBezTo>
                <a:cubicBezTo>
                  <a:pt x="f133" y="f134"/>
                  <a:pt x="f129" y="f135"/>
                  <a:pt x="f136" y="f3"/>
                </a:cubicBezTo>
                <a:cubicBezTo>
                  <a:pt x="f137" y="f138"/>
                  <a:pt x="f137" y="f139"/>
                  <a:pt x="f140" y="f141"/>
                </a:cubicBezTo>
                <a:cubicBezTo>
                  <a:pt x="f131" y="f18"/>
                  <a:pt x="f121" y="f142"/>
                  <a:pt x="f143" y="f144"/>
                </a:cubicBezTo>
                <a:cubicBezTo>
                  <a:pt x="f119" y="f144"/>
                  <a:pt x="f145" y="f142"/>
                  <a:pt x="f146" y="f142"/>
                </a:cubicBezTo>
                <a:cubicBezTo>
                  <a:pt x="f147" y="f142"/>
                  <a:pt x="f148" y="f149"/>
                  <a:pt x="f150" y="f151"/>
                </a:cubicBezTo>
                <a:cubicBezTo>
                  <a:pt x="f150" y="f152"/>
                  <a:pt x="f150" y="f152"/>
                  <a:pt x="f150" y="f153"/>
                </a:cubicBezTo>
                <a:cubicBezTo>
                  <a:pt x="f154" y="f151"/>
                  <a:pt x="f95" y="f142"/>
                  <a:pt x="f155" y="f156"/>
                </a:cubicBezTo>
                <a:cubicBezTo>
                  <a:pt x="f157" y="f158"/>
                  <a:pt x="f159" y="f160"/>
                  <a:pt x="f161" y="f18"/>
                </a:cubicBezTo>
                <a:cubicBezTo>
                  <a:pt x="f162" y="f163"/>
                  <a:pt x="f86" y="f164"/>
                  <a:pt x="f165" y="f166"/>
                </a:cubicBezTo>
                <a:cubicBezTo>
                  <a:pt x="f167" y="f168"/>
                  <a:pt x="f169" y="f170"/>
                  <a:pt x="f171" y="f172"/>
                </a:cubicBezTo>
                <a:cubicBezTo>
                  <a:pt x="f97" y="f173"/>
                  <a:pt x="f54" y="f174"/>
                  <a:pt x="f54" y="f175"/>
                </a:cubicBezTo>
                <a:cubicBezTo>
                  <a:pt x="f176" y="f177"/>
                  <a:pt x="f178" y="f179"/>
                  <a:pt x="f165" y="f180"/>
                </a:cubicBezTo>
                <a:cubicBezTo>
                  <a:pt x="f159" y="f181"/>
                  <a:pt x="f182" y="f16"/>
                  <a:pt x="f86" y="f183"/>
                </a:cubicBezTo>
                <a:cubicBezTo>
                  <a:pt x="f159" y="f184"/>
                  <a:pt x="f86" y="f185"/>
                  <a:pt x="f186" y="f187"/>
                </a:cubicBezTo>
                <a:cubicBezTo>
                  <a:pt x="f188" y="f189"/>
                  <a:pt x="f188" y="f190"/>
                  <a:pt x="f188" y="f191"/>
                </a:cubicBezTo>
                <a:cubicBezTo>
                  <a:pt x="f192" y="f191"/>
                  <a:pt x="f192" y="f193"/>
                  <a:pt x="f194" y="f191"/>
                </a:cubicBezTo>
                <a:cubicBezTo>
                  <a:pt x="f195" y="f196"/>
                  <a:pt x="f197" y="f190"/>
                  <a:pt x="f198" y="f199"/>
                </a:cubicBezTo>
                <a:cubicBezTo>
                  <a:pt x="f200" y="f201"/>
                  <a:pt x="f59" y="f202"/>
                  <a:pt x="f203" y="f204"/>
                </a:cubicBezTo>
                <a:cubicBezTo>
                  <a:pt x="f80" y="f205"/>
                  <a:pt x="f206" y="f207"/>
                  <a:pt x="f206" y="f208"/>
                </a:cubicBezTo>
                <a:cubicBezTo>
                  <a:pt x="f209" y="f210"/>
                  <a:pt x="f211" y="f212"/>
                  <a:pt x="f213" y="f214"/>
                </a:cubicBezTo>
                <a:cubicBezTo>
                  <a:pt x="f63" y="f215"/>
                  <a:pt x="f216" y="f217"/>
                  <a:pt x="f66" y="f218"/>
                </a:cubicBezTo>
                <a:cubicBezTo>
                  <a:pt x="f68" y="f210"/>
                  <a:pt x="f219" y="f220"/>
                  <a:pt x="f221" y="f215"/>
                </a:cubicBezTo>
                <a:cubicBezTo>
                  <a:pt x="f222" y="f223"/>
                  <a:pt x="f224" y="f225"/>
                  <a:pt x="f226" y="f227"/>
                </a:cubicBezTo>
                <a:cubicBezTo>
                  <a:pt x="f228" y="f229"/>
                  <a:pt x="f230" y="f229"/>
                  <a:pt x="f231" y="f232"/>
                </a:cubicBezTo>
                <a:cubicBezTo>
                  <a:pt x="f233" y="f210"/>
                  <a:pt x="f234" y="f217"/>
                  <a:pt x="f235" y="f236"/>
                </a:cubicBezTo>
                <a:cubicBezTo>
                  <a:pt x="f237" y="f238"/>
                  <a:pt x="f239" y="f240"/>
                  <a:pt x="f241" y="f238"/>
                </a:cubicBezTo>
                <a:cubicBezTo>
                  <a:pt x="f242" y="f215"/>
                  <a:pt x="f243" y="f236"/>
                  <a:pt x="f244" y="f240"/>
                </a:cubicBezTo>
                <a:cubicBezTo>
                  <a:pt x="f245" y="f246"/>
                  <a:pt x="f247" y="f248"/>
                  <a:pt x="f249" y="f12"/>
                </a:cubicBezTo>
                <a:cubicBezTo>
                  <a:pt x="f250" y="f251"/>
                  <a:pt x="f252" y="f251"/>
                  <a:pt x="f253" y="f254"/>
                </a:cubicBezTo>
                <a:cubicBezTo>
                  <a:pt x="f255" y="f12"/>
                  <a:pt x="f256" y="f254"/>
                  <a:pt x="f257" y="f258"/>
                </a:cubicBezTo>
                <a:cubicBezTo>
                  <a:pt x="f259" y="f251"/>
                  <a:pt x="f260" y="f261"/>
                  <a:pt x="f262" y="f263"/>
                </a:cubicBezTo>
                <a:cubicBezTo>
                  <a:pt x="f264" y="f10"/>
                  <a:pt x="f265" y="f10"/>
                  <a:pt x="f266" y="f267"/>
                </a:cubicBezTo>
                <a:cubicBezTo>
                  <a:pt x="f268" y="f269"/>
                  <a:pt x="f270" y="f269"/>
                  <a:pt x="f271" y="f272"/>
                </a:cubicBezTo>
                <a:cubicBezTo>
                  <a:pt x="f273" y="f267"/>
                  <a:pt x="f274" y="f275"/>
                  <a:pt x="f276" y="f269"/>
                </a:cubicBezTo>
                <a:cubicBezTo>
                  <a:pt x="f277" y="f278"/>
                  <a:pt x="f279" y="f6"/>
                  <a:pt x="f280" y="f6"/>
                </a:cubicBezTo>
                <a:cubicBezTo>
                  <a:pt x="f281" y="f278"/>
                  <a:pt x="f282" y="f269"/>
                  <a:pt x="f283" y="f269"/>
                </a:cubicBezTo>
                <a:cubicBezTo>
                  <a:pt x="f284" y="f278"/>
                  <a:pt x="f285" y="f275"/>
                  <a:pt x="f286" y="f287"/>
                </a:cubicBezTo>
                <a:cubicBezTo>
                  <a:pt x="f288" y="f236"/>
                  <a:pt x="f289" y="f217"/>
                  <a:pt x="f290" y="f214"/>
                </a:cubicBezTo>
                <a:cubicBezTo>
                  <a:pt x="f291" y="f214"/>
                  <a:pt x="f291" y="f223"/>
                  <a:pt x="f292" y="f293"/>
                </a:cubicBezTo>
                <a:cubicBezTo>
                  <a:pt x="f294" y="f295"/>
                  <a:pt x="f296" y="f297"/>
                  <a:pt x="f298" y="f208"/>
                </a:cubicBezTo>
                <a:cubicBezTo>
                  <a:pt x="f299" y="f229"/>
                  <a:pt x="f300" y="f204"/>
                  <a:pt x="f301" y="f302"/>
                </a:cubicBezTo>
                <a:cubicBezTo>
                  <a:pt x="f303" y="f302"/>
                  <a:pt x="f303" y="f304"/>
                  <a:pt x="f305" y="f190"/>
                </a:cubicBezTo>
                <a:cubicBezTo>
                  <a:pt x="f306" y="f307"/>
                  <a:pt x="f308" y="f309"/>
                  <a:pt x="f303" y="f310"/>
                </a:cubicBezTo>
                <a:cubicBezTo>
                  <a:pt x="f305" y="f311"/>
                  <a:pt x="f312" y="f313"/>
                  <a:pt x="f305" y="f314"/>
                </a:cubicBezTo>
                <a:cubicBezTo>
                  <a:pt x="f315" y="f183"/>
                  <a:pt x="f316" y="f16"/>
                  <a:pt x="f317" y="f318"/>
                </a:cubicBezTo>
                <a:cubicBezTo>
                  <a:pt x="f319" y="f180"/>
                  <a:pt x="f320" y="f321"/>
                  <a:pt x="f322" y="f179"/>
                </a:cubicBezTo>
                <a:cubicBezTo>
                  <a:pt x="f316" y="f323"/>
                  <a:pt x="f315" y="f324"/>
                  <a:pt x="f312" y="f325"/>
                </a:cubicBezTo>
                <a:cubicBezTo>
                  <a:pt x="f306" y="f326"/>
                  <a:pt x="f306" y="f327"/>
                  <a:pt x="f312" y="f328"/>
                </a:cubicBezTo>
                <a:cubicBezTo>
                  <a:pt x="f291" y="f329"/>
                  <a:pt x="f294" y="f330"/>
                  <a:pt x="f290" y="f331"/>
                </a:cubicBezTo>
                <a:cubicBezTo>
                  <a:pt x="f332" y="f174"/>
                  <a:pt x="f333" y="f334"/>
                  <a:pt x="f335" y="f336"/>
                </a:cubicBezTo>
                <a:cubicBezTo>
                  <a:pt x="f337" y="f338"/>
                  <a:pt x="f286" y="f338"/>
                  <a:pt x="f339" y="f340"/>
                </a:cubicBezTo>
                <a:cubicBezTo>
                  <a:pt x="f306" y="f341"/>
                  <a:pt x="f342" y="f341"/>
                  <a:pt x="f343" y="f344"/>
                </a:cubicBezTo>
                <a:cubicBezTo>
                  <a:pt x="f345" y="f336"/>
                  <a:pt x="f346" y="f347"/>
                  <a:pt x="f348" y="f349"/>
                </a:cubicBezTo>
                <a:cubicBezTo>
                  <a:pt x="f350" y="f338"/>
                  <a:pt x="f351" y="f352"/>
                  <a:pt x="f353" y="f354"/>
                </a:cubicBezTo>
                <a:cubicBezTo>
                  <a:pt x="f355" y="f356"/>
                  <a:pt x="f357" y="f358"/>
                  <a:pt x="f359" y="f360"/>
                </a:cubicBezTo>
                <a:cubicBezTo>
                  <a:pt x="f361" y="f362"/>
                  <a:pt x="f363" y="f362"/>
                  <a:pt x="f364" y="f365"/>
                </a:cubicBezTo>
                <a:cubicBezTo>
                  <a:pt x="f364" y="f153"/>
                  <a:pt x="f366" y="f149"/>
                  <a:pt x="f367" y="f142"/>
                </a:cubicBezTo>
                <a:cubicBezTo>
                  <a:pt x="f368" y="f158"/>
                  <a:pt x="f369" y="f370"/>
                  <a:pt x="f371" y="f372"/>
                </a:cubicBezTo>
                <a:cubicBezTo>
                  <a:pt x="f373" y="f374"/>
                  <a:pt x="f375" y="f376"/>
                  <a:pt x="f377" y="f378"/>
                </a:cubicBezTo>
                <a:cubicBezTo>
                  <a:pt x="f379" y="f380"/>
                  <a:pt x="f381" y="f382"/>
                  <a:pt x="f383" y="f380"/>
                </a:cubicBezTo>
                <a:cubicBezTo>
                  <a:pt x="f384" y="f118"/>
                  <a:pt x="f367" y="f385"/>
                  <a:pt x="f386" y="f387"/>
                </a:cubicBezTo>
                <a:cubicBezTo>
                  <a:pt x="f366" y="f114"/>
                  <a:pt x="f388" y="f389"/>
                  <a:pt x="f361" y="f116"/>
                </a:cubicBezTo>
                <a:cubicBezTo>
                  <a:pt x="f363" y="f390"/>
                  <a:pt x="f391" y="f392"/>
                  <a:pt x="f384" y="f393"/>
                </a:cubicBezTo>
                <a:cubicBezTo>
                  <a:pt x="f367" y="f104"/>
                  <a:pt x="f367" y="f394"/>
                  <a:pt x="f395" y="f396"/>
                </a:cubicBezTo>
                <a:cubicBezTo>
                  <a:pt x="f383" y="f397"/>
                  <a:pt x="f398" y="f20"/>
                  <a:pt x="f364" y="f20"/>
                </a:cubicBezTo>
                <a:cubicBezTo>
                  <a:pt x="f399" y="f397"/>
                  <a:pt x="f400" y="f401"/>
                  <a:pt x="f402" y="f102"/>
                </a:cubicBezTo>
                <a:cubicBezTo>
                  <a:pt x="f403" y="f13"/>
                  <a:pt x="f350" y="f98"/>
                  <a:pt x="f345" y="f404"/>
                </a:cubicBezTo>
                <a:cubicBezTo>
                  <a:pt x="f351" y="f89"/>
                  <a:pt x="f405" y="f23"/>
                  <a:pt x="f403" y="f406"/>
                </a:cubicBezTo>
                <a:cubicBezTo>
                  <a:pt x="f357" y="f407"/>
                  <a:pt x="f408" y="f409"/>
                  <a:pt x="f410" y="f411"/>
                </a:cubicBezTo>
                <a:cubicBezTo>
                  <a:pt x="f412" y="f29"/>
                  <a:pt x="f413" y="f414"/>
                  <a:pt x="f415" y="f29"/>
                </a:cubicBezTo>
                <a:cubicBezTo>
                  <a:pt x="f342" y="f29"/>
                  <a:pt x="f416" y="f414"/>
                  <a:pt x="f417" y="f414"/>
                </a:cubicBezTo>
                <a:cubicBezTo>
                  <a:pt x="f417" y="f418"/>
                  <a:pt x="f417" y="f419"/>
                  <a:pt x="f420" y="f421"/>
                </a:cubicBezTo>
                <a:cubicBezTo>
                  <a:pt x="f422" y="f19"/>
                  <a:pt x="f423" y="f424"/>
                  <a:pt x="f306" y="f425"/>
                </a:cubicBezTo>
                <a:cubicBezTo>
                  <a:pt x="f312" y="f414"/>
                  <a:pt x="f291" y="f426"/>
                  <a:pt x="f427" y="f428"/>
                </a:cubicBezTo>
                <a:cubicBezTo>
                  <a:pt x="f286" y="f429"/>
                  <a:pt x="f430" y="f429"/>
                  <a:pt x="f431" y="f407"/>
                </a:cubicBezTo>
                <a:cubicBezTo>
                  <a:pt x="f282" y="f418"/>
                  <a:pt x="f432" y="f424"/>
                  <a:pt x="f433" y="f434"/>
                </a:cubicBezTo>
                <a:cubicBezTo>
                  <a:pt x="f435" y="f436"/>
                  <a:pt x="f437" y="f438"/>
                  <a:pt x="f339" y="f36"/>
                </a:cubicBezTo>
                <a:cubicBezTo>
                  <a:pt x="f427" y="f439"/>
                  <a:pt x="f427" y="f440"/>
                  <a:pt x="f441" y="f442"/>
                </a:cubicBezTo>
                <a:cubicBezTo>
                  <a:pt x="f443" y="f444"/>
                  <a:pt x="f294" y="f445"/>
                  <a:pt x="f292" y="f446"/>
                </a:cubicBezTo>
                <a:cubicBezTo>
                  <a:pt x="f308" y="f43"/>
                  <a:pt x="f300" y="f447"/>
                  <a:pt x="f448" y="f45"/>
                </a:cubicBezTo>
                <a:cubicBezTo>
                  <a:pt x="f448" y="f2"/>
                  <a:pt x="f449" y="f51"/>
                  <a:pt x="f317" y="f450"/>
                </a:cubicBezTo>
                <a:cubicBezTo>
                  <a:pt x="f300" y="f53"/>
                  <a:pt x="f316" y="f53"/>
                  <a:pt x="f308" y="f451"/>
                </a:cubicBezTo>
                <a:cubicBezTo>
                  <a:pt x="f298" y="f452"/>
                  <a:pt x="f453" y="f454"/>
                  <a:pt x="f437" y="f56"/>
                </a:cubicBezTo>
                <a:cubicBezTo>
                  <a:pt x="f455" y="f456"/>
                  <a:pt x="f285" y="f58"/>
                  <a:pt x="f455" y="f457"/>
                </a:cubicBezTo>
                <a:cubicBezTo>
                  <a:pt x="f337" y="f458"/>
                  <a:pt x="f455" y="f459"/>
                  <a:pt x="f430" y="f460"/>
                </a:cubicBezTo>
                <a:cubicBezTo>
                  <a:pt x="f461" y="f462"/>
                  <a:pt x="f279" y="f463"/>
                  <a:pt x="f464" y="f465"/>
                </a:cubicBezTo>
                <a:cubicBezTo>
                  <a:pt x="f464" y="f466"/>
                  <a:pt x="f464" y="f463"/>
                  <a:pt x="f467" y="f468"/>
                </a:cubicBezTo>
                <a:cubicBezTo>
                  <a:pt x="f467" y="f469"/>
                  <a:pt x="f470" y="f471"/>
                  <a:pt x="f271" y="f472"/>
                </a:cubicBezTo>
                <a:cubicBezTo>
                  <a:pt x="f473" y="f474"/>
                  <a:pt x="f475" y="f459"/>
                  <a:pt x="f476" y="f460"/>
                </a:cubicBezTo>
                <a:cubicBezTo>
                  <a:pt x="f477" y="f478"/>
                  <a:pt x="f479" y="f463"/>
                  <a:pt x="f480" y="f481"/>
                </a:cubicBezTo>
                <a:cubicBezTo>
                  <a:pt x="f480" y="f478"/>
                  <a:pt x="f480" y="f468"/>
                  <a:pt x="f480" y="f458"/>
                </a:cubicBezTo>
                <a:cubicBezTo>
                  <a:pt x="f480" y="f482"/>
                  <a:pt x="f480" y="f472"/>
                  <a:pt x="f260" y="f472"/>
                </a:cubicBezTo>
                <a:cubicBezTo>
                  <a:pt x="f483" y="f469"/>
                  <a:pt x="f484" y="f469"/>
                  <a:pt x="f485" y="f472"/>
                </a:cubicBezTo>
                <a:cubicBezTo>
                  <a:pt x="f256" y="f486"/>
                  <a:pt x="f253" y="f468"/>
                  <a:pt x="f487" y="f463"/>
                </a:cubicBezTo>
                <a:cubicBezTo>
                  <a:pt x="f250" y="f482"/>
                  <a:pt x="f487" y="f474"/>
                  <a:pt x="f488" y="f469"/>
                </a:cubicBezTo>
                <a:cubicBezTo>
                  <a:pt x="f489" y="f490"/>
                  <a:pt x="f491" y="f492"/>
                  <a:pt x="f493" y="f494"/>
                </a:cubicBezTo>
                <a:cubicBezTo>
                  <a:pt x="f495" y="f496"/>
                  <a:pt x="f497" y="f498"/>
                  <a:pt x="f499" y="f500"/>
                </a:cubicBezTo>
                <a:cubicBezTo>
                  <a:pt x="f501" y="f502"/>
                  <a:pt x="f377" y="f127"/>
                  <a:pt x="f8" y="f503"/>
                </a:cubicBezTo>
                <a:cubicBezTo>
                  <a:pt x="f504" y="f50"/>
                  <a:pt x="f504" y="f505"/>
                  <a:pt x="f506" y="f505"/>
                </a:cubicBezTo>
                <a:cubicBezTo>
                  <a:pt x="f506" y="f507"/>
                  <a:pt x="f506" y="f508"/>
                  <a:pt x="f509" y="f502"/>
                </a:cubicBezTo>
                <a:cubicBezTo>
                  <a:pt x="f510" y="f511"/>
                  <a:pt x="f512" y="f513"/>
                  <a:pt x="f514" y="f513"/>
                </a:cubicBezTo>
                <a:cubicBezTo>
                  <a:pt x="f515" y="f516"/>
                  <a:pt x="f515" y="f517"/>
                  <a:pt x="f518" y="f519"/>
                </a:cubicBezTo>
                <a:cubicBezTo>
                  <a:pt x="f520" y="f517"/>
                  <a:pt x="f521" y="f505"/>
                  <a:pt x="f522" y="f516"/>
                </a:cubicBezTo>
                <a:cubicBezTo>
                  <a:pt x="f522" y="f505"/>
                  <a:pt x="f523" y="f517"/>
                  <a:pt x="f523" y="f519"/>
                </a:cubicBezTo>
                <a:cubicBezTo>
                  <a:pt x="f524" y="f508"/>
                  <a:pt x="f525" y="f127"/>
                  <a:pt x="f526" y="f129"/>
                </a:cubicBezTo>
                <a:cubicBezTo>
                  <a:pt x="f527" y="f133"/>
                  <a:pt x="f528" y="f529"/>
                  <a:pt x="f530" y="f531"/>
                </a:cubicBezTo>
                <a:cubicBezTo>
                  <a:pt x="f532" y="f533"/>
                  <a:pt x="f534" y="f115"/>
                  <a:pt x="f535" y="f536"/>
                </a:cubicBezTo>
                <a:cubicBezTo>
                  <a:pt x="f537" y="f538"/>
                  <a:pt x="f539" y="f540"/>
                  <a:pt x="f541" y="f542"/>
                </a:cubicBezTo>
                <a:cubicBezTo>
                  <a:pt x="f543" y="f107"/>
                  <a:pt x="f544" y="f106"/>
                  <a:pt x="f545" y="f546"/>
                </a:cubicBezTo>
                <a:cubicBezTo>
                  <a:pt x="f547" y="f548"/>
                  <a:pt x="f549" y="f119"/>
                  <a:pt x="f550" y="f536"/>
                </a:cubicBezTo>
                <a:cubicBezTo>
                  <a:pt x="f551" y="f552"/>
                  <a:pt x="f553" y="f554"/>
                  <a:pt x="f555" y="f113"/>
                </a:cubicBezTo>
                <a:cubicBezTo>
                  <a:pt x="f556" y="f127"/>
                  <a:pt x="f557" y="f505"/>
                  <a:pt x="f558" y="f559"/>
                </a:cubicBezTo>
                <a:cubicBezTo>
                  <a:pt x="f560" y="f561"/>
                  <a:pt x="f562" y="f563"/>
                  <a:pt x="f564" y="f563"/>
                </a:cubicBezTo>
                <a:cubicBezTo>
                  <a:pt x="f565" y="f566"/>
                  <a:pt x="f567" y="f561"/>
                  <a:pt x="f567" y="f559"/>
                </a:cubicBezTo>
                <a:cubicBezTo>
                  <a:pt x="f567" y="f568"/>
                  <a:pt x="f569" y="f570"/>
                  <a:pt x="f565" y="f570"/>
                </a:cubicBezTo>
                <a:cubicBezTo>
                  <a:pt x="f571" y="f572"/>
                  <a:pt x="f573" y="f574"/>
                  <a:pt x="f551" y="f496"/>
                </a:cubicBezTo>
                <a:cubicBezTo>
                  <a:pt x="f558" y="f575"/>
                  <a:pt x="f576" y="f577"/>
                  <a:pt x="f578" y="f579"/>
                </a:cubicBezTo>
                <a:cubicBezTo>
                  <a:pt x="f580" y="f581"/>
                  <a:pt x="f582" y="f583"/>
                  <a:pt x="f584" y="f583"/>
                </a:cubicBezTo>
                <a:cubicBezTo>
                  <a:pt x="f584" y="f583"/>
                  <a:pt x="f585" y="f586"/>
                  <a:pt x="f587" y="f588"/>
                </a:cubicBezTo>
                <a:cubicBezTo>
                  <a:pt x="f589" y="f590"/>
                  <a:pt x="f591" y="f592"/>
                  <a:pt x="f578" y="f593"/>
                </a:cubicBezTo>
                <a:cubicBezTo>
                  <a:pt x="f594" y="f595"/>
                  <a:pt x="f578" y="f596"/>
                  <a:pt x="f562" y="f597"/>
                </a:cubicBezTo>
                <a:cubicBezTo>
                  <a:pt x="f580" y="f598"/>
                  <a:pt x="f567" y="f599"/>
                  <a:pt x="f587" y="f599"/>
                </a:cubicBezTo>
                <a:cubicBezTo>
                  <a:pt x="f600" y="f599"/>
                  <a:pt x="f601" y="f598"/>
                  <a:pt x="f602" y="f603"/>
                </a:cubicBezTo>
                <a:cubicBezTo>
                  <a:pt x="f604" y="f603"/>
                  <a:pt x="f605" y="f599"/>
                  <a:pt x="f606" y="f599"/>
                </a:cubicBezTo>
                <a:cubicBezTo>
                  <a:pt x="f601" y="f607"/>
                  <a:pt x="f565" y="f607"/>
                  <a:pt x="f562" y="f608"/>
                </a:cubicBezTo>
                <a:cubicBezTo>
                  <a:pt x="f609" y="f610"/>
                  <a:pt x="f551" y="f492"/>
                  <a:pt x="f560" y="f611"/>
                </a:cubicBezTo>
                <a:cubicBezTo>
                  <a:pt x="f612" y="f49"/>
                  <a:pt x="f613" y="f575"/>
                  <a:pt x="f612" y="f614"/>
                </a:cubicBezTo>
                <a:cubicBezTo>
                  <a:pt x="f612" y="f572"/>
                  <a:pt x="f612" y="f615"/>
                  <a:pt x="f612" y="f615"/>
                </a:cubicBezTo>
                <a:cubicBezTo>
                  <a:pt x="f616" y="f561"/>
                  <a:pt x="f556" y="f505"/>
                  <a:pt x="f617" y="f508"/>
                </a:cubicBezTo>
                <a:cubicBezTo>
                  <a:pt x="f618" y="f507"/>
                  <a:pt x="f619" y="f516"/>
                  <a:pt x="f620" y="f566"/>
                </a:cubicBezTo>
                <a:cubicBezTo>
                  <a:pt x="f556" y="f561"/>
                  <a:pt x="f556" y="f568"/>
                  <a:pt x="f556" y="f570"/>
                </a:cubicBezTo>
                <a:cubicBezTo>
                  <a:pt x="f621" y="f570"/>
                  <a:pt x="f617" y="f615"/>
                  <a:pt x="f622" y="f570"/>
                </a:cubicBezTo>
                <a:cubicBezTo>
                  <a:pt x="f623" y="f570"/>
                  <a:pt x="f624" y="f625"/>
                  <a:pt x="f626" y="f568"/>
                </a:cubicBezTo>
                <a:cubicBezTo>
                  <a:pt x="f624" y="f572"/>
                  <a:pt x="f627" y="f628"/>
                  <a:pt x="f629" y="f630"/>
                </a:cubicBezTo>
                <a:cubicBezTo>
                  <a:pt x="f629" y="f577"/>
                  <a:pt x="f631" y="f579"/>
                  <a:pt x="f617" y="f586"/>
                </a:cubicBezTo>
                <a:cubicBezTo>
                  <a:pt x="f618" y="f611"/>
                  <a:pt x="f619" y="f592"/>
                  <a:pt x="f556" y="f632"/>
                </a:cubicBezTo>
                <a:cubicBezTo>
                  <a:pt x="f556" y="f632"/>
                  <a:pt x="f620" y="f633"/>
                  <a:pt x="f619" y="f633"/>
                </a:cubicBezTo>
                <a:cubicBezTo>
                  <a:pt x="f617" y="f632"/>
                  <a:pt x="f627" y="f634"/>
                  <a:pt x="f624" y="f595"/>
                </a:cubicBezTo>
                <a:cubicBezTo>
                  <a:pt x="f635" y="f636"/>
                  <a:pt x="f629" y="f637"/>
                  <a:pt x="f638" y="f639"/>
                </a:cubicBezTo>
                <a:cubicBezTo>
                  <a:pt x="f640" y="f641"/>
                  <a:pt x="f642" y="f643"/>
                  <a:pt x="f644" y="f645"/>
                </a:cubicBezTo>
                <a:cubicBezTo>
                  <a:pt x="f646" y="f647"/>
                  <a:pt x="f629" y="f472"/>
                  <a:pt x="f648" y="f472"/>
                </a:cubicBezTo>
                <a:cubicBezTo>
                  <a:pt x="f649" y="f460"/>
                  <a:pt x="f650" y="f651"/>
                  <a:pt x="f652" y="f653"/>
                </a:cubicBezTo>
                <a:cubicBezTo>
                  <a:pt x="f654" y="f653"/>
                  <a:pt x="f655" y="f653"/>
                  <a:pt x="f656" y="f454"/>
                </a:cubicBezTo>
                <a:cubicBezTo>
                  <a:pt x="f657" y="f658"/>
                  <a:pt x="f659" y="f468"/>
                  <a:pt x="f660" y="f486"/>
                </a:cubicBezTo>
                <a:cubicBezTo>
                  <a:pt x="f661" y="f662"/>
                  <a:pt x="f663" y="f641"/>
                  <a:pt x="f664" y="f490"/>
                </a:cubicBezTo>
                <a:cubicBezTo>
                  <a:pt x="f664" y="f643"/>
                  <a:pt x="f664" y="f665"/>
                  <a:pt x="f664" y="f471"/>
                </a:cubicBezTo>
                <a:cubicBezTo>
                  <a:pt x="f666" y="f667"/>
                  <a:pt x="f668" y="f669"/>
                  <a:pt x="f670" y="f671"/>
                </a:cubicBezTo>
                <a:cubicBezTo>
                  <a:pt x="f672" y="f669"/>
                  <a:pt x="f672" y="f667"/>
                  <a:pt x="f673" y="f667"/>
                </a:cubicBezTo>
                <a:cubicBezTo>
                  <a:pt x="f673" y="f662"/>
                  <a:pt x="f673" y="f674"/>
                  <a:pt x="f675" y="f482"/>
                </a:cubicBezTo>
                <a:cubicBezTo>
                  <a:pt x="f675" y="f458"/>
                  <a:pt x="f676" y="f478"/>
                  <a:pt x="f677" y="f462"/>
                </a:cubicBezTo>
                <a:cubicBezTo>
                  <a:pt x="f678" y="f462"/>
                  <a:pt x="f679" y="f460"/>
                  <a:pt x="f680" y="f468"/>
                </a:cubicBezTo>
                <a:cubicBezTo>
                  <a:pt x="f681" y="f482"/>
                  <a:pt x="f682" y="f674"/>
                  <a:pt x="f683" y="f684"/>
                </a:cubicBezTo>
                <a:cubicBezTo>
                  <a:pt x="f685" y="f459"/>
                  <a:pt x="f686" y="f687"/>
                  <a:pt x="f688" y="f457"/>
                </a:cubicBezTo>
                <a:cubicBezTo>
                  <a:pt x="f689" y="f651"/>
                  <a:pt x="f690" y="f691"/>
                  <a:pt x="f692" y="f463"/>
                </a:cubicBezTo>
                <a:cubicBezTo>
                  <a:pt x="f693" y="f466"/>
                  <a:pt x="f694" y="f658"/>
                  <a:pt x="f695" y="f696"/>
                </a:cubicBezTo>
                <a:cubicBezTo>
                  <a:pt x="f697" y="f457"/>
                  <a:pt x="f698" y="f699"/>
                  <a:pt x="f700" y="f651"/>
                </a:cubicBezTo>
                <a:cubicBezTo>
                  <a:pt x="f701" y="f696"/>
                  <a:pt x="f702" y="f653"/>
                  <a:pt x="f703" y="f56"/>
                </a:cubicBezTo>
                <a:cubicBezTo>
                  <a:pt x="f704" y="f456"/>
                  <a:pt x="f705" y="f46"/>
                  <a:pt x="f706" y="f56"/>
                </a:cubicBezTo>
                <a:cubicBezTo>
                  <a:pt x="f707" y="f58"/>
                  <a:pt x="f708" y="f709"/>
                  <a:pt x="f707" y="f696"/>
                </a:cubicBezTo>
                <a:cubicBezTo>
                  <a:pt x="f705" y="f463"/>
                  <a:pt x="f710" y="f674"/>
                  <a:pt x="f711" y="f665"/>
                </a:cubicBezTo>
                <a:cubicBezTo>
                  <a:pt x="f711" y="f647"/>
                  <a:pt x="f712" y="f47"/>
                  <a:pt x="f713" y="f47"/>
                </a:cubicBezTo>
                <a:cubicBezTo>
                  <a:pt x="f714" y="f641"/>
                  <a:pt x="f714" y="f645"/>
                  <a:pt x="f715" y="f637"/>
                </a:cubicBezTo>
                <a:cubicBezTo>
                  <a:pt x="f716" y="f598"/>
                  <a:pt x="f716" y="f717"/>
                  <a:pt x="f718" y="f595"/>
                </a:cubicBezTo>
                <a:cubicBezTo>
                  <a:pt x="f718" y="f719"/>
                  <a:pt x="f720" y="f593"/>
                  <a:pt x="f720" y="f593"/>
                </a:cubicBezTo>
                <a:cubicBezTo>
                  <a:pt x="f721" y="f590"/>
                  <a:pt x="f722" y="f723"/>
                  <a:pt x="f724" y="f723"/>
                </a:cubicBezTo>
                <a:cubicBezTo>
                  <a:pt x="f725" y="f49"/>
                  <a:pt x="f722" y="f726"/>
                  <a:pt x="f721" y="f727"/>
                </a:cubicBezTo>
                <a:cubicBezTo>
                  <a:pt x="f728" y="f729"/>
                  <a:pt x="f730" y="f628"/>
                  <a:pt x="f731" y="f570"/>
                </a:cubicBezTo>
                <a:cubicBezTo>
                  <a:pt x="f731" y="f561"/>
                  <a:pt x="f732" y="f563"/>
                  <a:pt x="f733" y="f734"/>
                </a:cubicBezTo>
                <a:cubicBezTo>
                  <a:pt x="f735" y="f561"/>
                  <a:pt x="f736" y="f498"/>
                  <a:pt x="f735" y="f519"/>
                </a:cubicBezTo>
                <a:cubicBezTo>
                  <a:pt x="f737" y="f738"/>
                  <a:pt x="f739" y="f125"/>
                  <a:pt x="f737" y="f503"/>
                </a:cubicBezTo>
                <a:cubicBezTo>
                  <a:pt x="f735" y="f140"/>
                  <a:pt x="f740" y="f133"/>
                  <a:pt x="f739" y="f131"/>
                </a:cubicBezTo>
                <a:cubicBezTo>
                  <a:pt x="f740" y="f131"/>
                  <a:pt x="f737" y="f131"/>
                  <a:pt x="f735" y="f531"/>
                </a:cubicBezTo>
                <a:cubicBezTo>
                  <a:pt x="f741" y="f113"/>
                  <a:pt x="f742" y="f533"/>
                  <a:pt x="f743" y="f744"/>
                </a:cubicBezTo>
                <a:cubicBezTo>
                  <a:pt x="f745" y="f121"/>
                  <a:pt x="f742" y="f746"/>
                  <a:pt x="f741" y="f536"/>
                </a:cubicBezTo>
                <a:cubicBezTo>
                  <a:pt x="f740" y="f747"/>
                  <a:pt x="f748" y="f749"/>
                  <a:pt x="f731" y="f548"/>
                </a:cubicBezTo>
                <a:cubicBezTo>
                  <a:pt x="f748" y="f150"/>
                  <a:pt x="f748" y="f750"/>
                  <a:pt x="f751" y="f752"/>
                </a:cubicBezTo>
                <a:cubicBezTo>
                  <a:pt x="f753" y="f105"/>
                  <a:pt x="f754" y="f755"/>
                  <a:pt x="f714" y="f756"/>
                </a:cubicBezTo>
                <a:cubicBezTo>
                  <a:pt x="f720" y="f756"/>
                  <a:pt x="f757" y="f758"/>
                  <a:pt x="f716" y="f101"/>
                </a:cubicBezTo>
                <a:cubicBezTo>
                  <a:pt x="f715" y="f94"/>
                  <a:pt x="f759" y="f760"/>
                  <a:pt x="f761" y="f171"/>
                </a:cubicBezTo>
                <a:cubicBezTo>
                  <a:pt x="f762" y="f92"/>
                  <a:pt x="f725" y="f90"/>
                  <a:pt x="f725" y="f178"/>
                </a:cubicBezTo>
                <a:cubicBezTo>
                  <a:pt x="f763" y="f764"/>
                  <a:pt x="f722" y="f765"/>
                  <a:pt x="f754" y="f766"/>
                </a:cubicBezTo>
                <a:cubicBezTo>
                  <a:pt x="f721" y="f767"/>
                  <a:pt x="f721" y="f767"/>
                  <a:pt x="f768" y="f162"/>
                </a:cubicBezTo>
                <a:cubicBezTo>
                  <a:pt x="f768" y="f769"/>
                  <a:pt x="f768" y="f186"/>
                  <a:pt x="f768" y="f770"/>
                </a:cubicBezTo>
                <a:cubicBezTo>
                  <a:pt x="f771" y="f770"/>
                  <a:pt x="f772" y="f770"/>
                  <a:pt x="f736" y="f770"/>
                </a:cubicBezTo>
                <a:cubicBezTo>
                  <a:pt x="f773" y="f55"/>
                  <a:pt x="f735" y="f774"/>
                  <a:pt x="f737" y="f195"/>
                </a:cubicBezTo>
                <a:cubicBezTo>
                  <a:pt x="f741" y="f195"/>
                  <a:pt x="f745" y="f195"/>
                  <a:pt x="f775" y="f776"/>
                </a:cubicBezTo>
                <a:cubicBezTo>
                  <a:pt x="f777" y="f57"/>
                  <a:pt x="f778" y="f779"/>
                  <a:pt x="f780" y="f781"/>
                </a:cubicBezTo>
                <a:cubicBezTo>
                  <a:pt x="f782" y="f781"/>
                  <a:pt x="f783" y="f198"/>
                  <a:pt x="f784" y="f81"/>
                </a:cubicBezTo>
                <a:cubicBezTo>
                  <a:pt x="f783" y="f200"/>
                  <a:pt x="f785" y="f786"/>
                  <a:pt x="f787" y="f788"/>
                </a:cubicBezTo>
                <a:cubicBezTo>
                  <a:pt x="f789" y="f790"/>
                  <a:pt x="f743" y="f791"/>
                  <a:pt x="f737" y="f206"/>
                </a:cubicBezTo>
                <a:cubicBezTo>
                  <a:pt x="f792" y="f793"/>
                  <a:pt x="f745" y="f794"/>
                  <a:pt x="f795" y="f796"/>
                </a:cubicBezTo>
                <a:cubicBezTo>
                  <a:pt x="f775" y="f797"/>
                  <a:pt x="f795" y="f798"/>
                  <a:pt x="f743" y="f78"/>
                </a:cubicBezTo>
                <a:cubicBezTo>
                  <a:pt x="f795" y="f799"/>
                  <a:pt x="f800" y="f801"/>
                  <a:pt x="f775" y="f802"/>
                </a:cubicBezTo>
                <a:cubicBezTo>
                  <a:pt x="f743" y="f803"/>
                  <a:pt x="f804" y="f221"/>
                  <a:pt x="f805" y="f806"/>
                </a:cubicBezTo>
                <a:cubicBezTo>
                  <a:pt x="f795" y="f224"/>
                  <a:pt x="f735" y="f807"/>
                  <a:pt x="f808" y="f809"/>
                </a:cubicBezTo>
                <a:cubicBezTo>
                  <a:pt x="f771" y="f806"/>
                  <a:pt x="f732" y="f810"/>
                  <a:pt x="f768" y="f811"/>
                </a:cubicBezTo>
                <a:cubicBezTo>
                  <a:pt x="f768" y="f75"/>
                  <a:pt x="f751" y="f222"/>
                  <a:pt x="f724" y="f809"/>
                </a:cubicBezTo>
                <a:cubicBezTo>
                  <a:pt x="f721" y="f75"/>
                  <a:pt x="f714" y="f72"/>
                  <a:pt x="f812" y="f813"/>
                </a:cubicBezTo>
                <a:cubicBezTo>
                  <a:pt x="f713" y="f75"/>
                  <a:pt x="f712" y="f814"/>
                  <a:pt x="f815" y="f816"/>
                </a:cubicBezTo>
                <a:cubicBezTo>
                  <a:pt x="f710" y="f817"/>
                  <a:pt x="f708" y="f818"/>
                  <a:pt x="f707" y="f819"/>
                </a:cubicBezTo>
                <a:cubicBezTo>
                  <a:pt x="f820" y="f806"/>
                  <a:pt x="f821" y="f72"/>
                  <a:pt x="f703" y="f822"/>
                </a:cubicBezTo>
                <a:cubicBezTo>
                  <a:pt x="f823" y="f824"/>
                  <a:pt x="f825" y="f826"/>
                  <a:pt x="f827" y="f828"/>
                </a:cubicBezTo>
                <a:cubicBezTo>
                  <a:pt x="f829" y="f793"/>
                  <a:pt x="f827" y="f830"/>
                  <a:pt x="f831" y="f203"/>
                </a:cubicBezTo>
                <a:cubicBezTo>
                  <a:pt x="f831" y="f832"/>
                  <a:pt x="f833" y="f59"/>
                  <a:pt x="f834" y="f788"/>
                </a:cubicBezTo>
                <a:cubicBezTo>
                  <a:pt x="f701" y="f835"/>
                  <a:pt x="f697" y="f57"/>
                  <a:pt x="f836" y="f837"/>
                </a:cubicBezTo>
                <a:cubicBezTo>
                  <a:pt x="f693" y="f776"/>
                  <a:pt x="f838" y="f776"/>
                  <a:pt x="f692" y="f776"/>
                </a:cubicBezTo>
                <a:cubicBezTo>
                  <a:pt x="f839" y="f195"/>
                  <a:pt x="f840" y="f841"/>
                  <a:pt x="f688" y="f842"/>
                </a:cubicBezTo>
                <a:cubicBezTo>
                  <a:pt x="f843" y="f844"/>
                  <a:pt x="f845" y="f770"/>
                  <a:pt x="f846" y="f84"/>
                </a:cubicBezTo>
                <a:cubicBezTo>
                  <a:pt x="f678" y="f192"/>
                  <a:pt x="f847" y="f192"/>
                  <a:pt x="f848" y="f186"/>
                </a:cubicBezTo>
                <a:cubicBezTo>
                  <a:pt x="f663" y="f837"/>
                  <a:pt x="f849" y="f781"/>
                  <a:pt x="f850" y="f203"/>
                </a:cubicBezTo>
                <a:cubicBezTo>
                  <a:pt x="f851" y="f826"/>
                  <a:pt x="f843" y="f72"/>
                  <a:pt x="f693" y="f816"/>
                </a:cubicBezTo>
                <a:cubicBezTo>
                  <a:pt x="f829" y="f852"/>
                  <a:pt x="f710" y="f853"/>
                  <a:pt x="f721" y="f259"/>
                </a:cubicBezTo>
                <a:cubicBezTo>
                  <a:pt x="f732" y="f266"/>
                  <a:pt x="f740" y="f271"/>
                  <a:pt x="f743" y="f854"/>
                </a:cubicBezTo>
                <a:cubicBezTo>
                  <a:pt x="f804" y="f855"/>
                  <a:pt x="f856" y="f857"/>
                  <a:pt x="f783" y="f858"/>
                </a:cubicBezTo>
                <a:cubicBezTo>
                  <a:pt x="f859" y="f285"/>
                  <a:pt x="f860" y="f285"/>
                  <a:pt x="f861" y="f335"/>
                </a:cubicBezTo>
                <a:cubicBezTo>
                  <a:pt x="f862" y="f863"/>
                  <a:pt x="f864" y="f280"/>
                  <a:pt x="f865" y="f866"/>
                </a:cubicBezTo>
                <a:cubicBezTo>
                  <a:pt x="f867" y="f868"/>
                  <a:pt x="f867" y="f869"/>
                  <a:pt x="f870" y="f871"/>
                </a:cubicBezTo>
                <a:cubicBezTo>
                  <a:pt x="f872" y="f273"/>
                  <a:pt x="f7" y="f873"/>
                  <a:pt x="f874" y="f283"/>
                </a:cubicBezTo>
                <a:cubicBezTo>
                  <a:pt x="f864" y="f284"/>
                  <a:pt x="f870" y="f875"/>
                  <a:pt x="f876" y="f435"/>
                </a:cubicBezTo>
                <a:cubicBezTo>
                  <a:pt x="f877" y="f286"/>
                  <a:pt x="f860" y="f333"/>
                  <a:pt x="f878" y="f286"/>
                </a:cubicBezTo>
                <a:cubicBezTo>
                  <a:pt x="f879" y="f286"/>
                  <a:pt x="f859" y="f333"/>
                  <a:pt x="f880" y="f337"/>
                </a:cubicBezTo>
                <a:cubicBezTo>
                  <a:pt x="f881" y="f453"/>
                  <a:pt x="f882" y="f883"/>
                  <a:pt x="f884" y="f320"/>
                </a:cubicBezTo>
                <a:cubicBezTo>
                  <a:pt x="f885" y="f886"/>
                  <a:pt x="f887" y="f888"/>
                  <a:pt x="f876" y="f889"/>
                </a:cubicBezTo>
                <a:cubicBezTo>
                  <a:pt x="f890" y="f398"/>
                  <a:pt x="f887" y="f891"/>
                  <a:pt x="f892" y="f893"/>
                </a:cubicBezTo>
                <a:cubicBezTo>
                  <a:pt x="f894" y="f501"/>
                  <a:pt x="f895" y="f8"/>
                  <a:pt x="f896" y="f377"/>
                </a:cubicBezTo>
                <a:cubicBezTo>
                  <a:pt x="f897" y="f898"/>
                  <a:pt x="f899" y="f379"/>
                  <a:pt x="f900" y="f901"/>
                </a:cubicBezTo>
                <a:cubicBezTo>
                  <a:pt x="f902" y="f368"/>
                  <a:pt x="f900" y="f366"/>
                  <a:pt x="f899" y="f497"/>
                </a:cubicBezTo>
                <a:cubicBezTo>
                  <a:pt x="f903" y="f904"/>
                  <a:pt x="f905" y="f906"/>
                  <a:pt x="f907" y="f399"/>
                </a:cubicBezTo>
                <a:cubicBezTo>
                  <a:pt x="f908" y="f398"/>
                  <a:pt x="f908" y="f909"/>
                  <a:pt x="f897" y="f373"/>
                </a:cubicBezTo>
                <a:cubicBezTo>
                  <a:pt x="f907" y="f910"/>
                  <a:pt x="f860" y="f898"/>
                  <a:pt x="f911" y="f912"/>
                </a:cubicBezTo>
                <a:cubicBezTo>
                  <a:pt x="f861" y="f381"/>
                  <a:pt x="f913" y="f398"/>
                  <a:pt x="f914" y="f400"/>
                </a:cubicBezTo>
                <a:cubicBezTo>
                  <a:pt x="f861" y="f345"/>
                  <a:pt x="f915" y="f916"/>
                  <a:pt x="f860" y="f420"/>
                </a:cubicBezTo>
                <a:cubicBezTo>
                  <a:pt x="f917" y="f300"/>
                  <a:pt x="f881" y="f303"/>
                  <a:pt x="f918" y="f294"/>
                </a:cubicBezTo>
                <a:cubicBezTo>
                  <a:pt x="f903" y="f919"/>
                  <a:pt x="f920" y="f875"/>
                  <a:pt x="f921" y="f858"/>
                </a:cubicBezTo>
                <a:cubicBezTo>
                  <a:pt x="f745" y="f922"/>
                  <a:pt x="f740" y="f923"/>
                  <a:pt x="f924" y="f271"/>
                </a:cubicBezTo>
                <a:cubicBezTo>
                  <a:pt x="f718" y="f259"/>
                  <a:pt x="f925" y="f926"/>
                  <a:pt x="f694" y="f927"/>
                </a:cubicBezTo>
                <a:cubicBezTo>
                  <a:pt x="f928" y="f929"/>
                  <a:pt x="f851" y="f930"/>
                  <a:pt x="f673" y="f931"/>
                </a:cubicBezTo>
                <a:cubicBezTo>
                  <a:pt x="f932" y="f933"/>
                  <a:pt x="f934" y="f83"/>
                  <a:pt x="f659" y="f769"/>
                </a:cubicBezTo>
                <a:cubicBezTo>
                  <a:pt x="f935" y="f936"/>
                  <a:pt x="f937" y="f162"/>
                  <a:pt x="f938" y="f767"/>
                </a:cubicBezTo>
                <a:cubicBezTo>
                  <a:pt x="f939" y="f165"/>
                  <a:pt x="f940" y="f176"/>
                  <a:pt x="f941" y="f758"/>
                </a:cubicBezTo>
                <a:cubicBezTo>
                  <a:pt x="f942" y="f99"/>
                  <a:pt x="f943" y="f99"/>
                  <a:pt x="f944" y="f90"/>
                </a:cubicBezTo>
                <a:cubicBezTo>
                  <a:pt x="f945" y="f167"/>
                  <a:pt x="f946" y="f765"/>
                  <a:pt x="f947" y="f948"/>
                </a:cubicBezTo>
                <a:cubicBezTo>
                  <a:pt x="f947" y="f159"/>
                  <a:pt x="f947" y="f86"/>
                  <a:pt x="f947" y="f182"/>
                </a:cubicBezTo>
                <a:cubicBezTo>
                  <a:pt x="f946" y="f949"/>
                  <a:pt x="f950" y="f951"/>
                  <a:pt x="f952" y="f767"/>
                </a:cubicBezTo>
                <a:cubicBezTo>
                  <a:pt x="f953" y="f162"/>
                  <a:pt x="f954" y="f162"/>
                  <a:pt x="f954" y="f194"/>
                </a:cubicBezTo>
                <a:cubicBezTo>
                  <a:pt x="f954" y="f770"/>
                  <a:pt x="f955" y="f956"/>
                  <a:pt x="f957" y="f844"/>
                </a:cubicBezTo>
                <a:cubicBezTo>
                  <a:pt x="f955" y="f774"/>
                  <a:pt x="f958" y="f841"/>
                  <a:pt x="f942" y="f776"/>
                </a:cubicBezTo>
                <a:cubicBezTo>
                  <a:pt x="f953" y="f83"/>
                  <a:pt x="f959" y="f960"/>
                  <a:pt x="f535" y="f961"/>
                </a:cubicBezTo>
                <a:cubicBezTo>
                  <a:pt x="f962" y="f779"/>
                  <a:pt x="f963" y="f57"/>
                  <a:pt x="f964" y="f788"/>
                </a:cubicBezTo>
                <a:cubicBezTo>
                  <a:pt x="f965" y="f203"/>
                  <a:pt x="f541" y="f966"/>
                  <a:pt x="f967" y="f931"/>
                </a:cubicBezTo>
                <a:cubicBezTo>
                  <a:pt x="f539" y="f796"/>
                  <a:pt x="f963" y="f968"/>
                  <a:pt x="f947" y="f63"/>
                </a:cubicBezTo>
                <a:cubicBezTo>
                  <a:pt x="f969" y="f801"/>
                  <a:pt x="f965" y="f970"/>
                  <a:pt x="f971" y="f972"/>
                </a:cubicBezTo>
                <a:cubicBezTo>
                  <a:pt x="f544" y="f66"/>
                  <a:pt x="f604" y="f803"/>
                  <a:pt x="f605" y="f807"/>
                </a:cubicBezTo>
                <a:cubicBezTo>
                  <a:pt x="f605" y="f219"/>
                  <a:pt x="f973" y="f221"/>
                  <a:pt x="f543" y="f73"/>
                </a:cubicBezTo>
                <a:cubicBezTo>
                  <a:pt x="f974" y="f75"/>
                  <a:pt x="f974" y="f810"/>
                  <a:pt x="f975" y="f814"/>
                </a:cubicBezTo>
                <a:cubicBezTo>
                  <a:pt x="f976" y="f929"/>
                  <a:pt x="f965" y="f818"/>
                  <a:pt x="f977" y="f817"/>
                </a:cubicBezTo>
                <a:cubicBezTo>
                  <a:pt x="f978" y="f979"/>
                  <a:pt x="f606" y="f980"/>
                  <a:pt x="f947" y="f981"/>
                </a:cubicBezTo>
                <a:cubicBezTo>
                  <a:pt x="f976" y="f982"/>
                  <a:pt x="f543" y="f231"/>
                  <a:pt x="f977" y="f233"/>
                </a:cubicBezTo>
                <a:cubicBezTo>
                  <a:pt x="f544" y="f983"/>
                  <a:pt x="f964" y="f237"/>
                  <a:pt x="f984" y="f239"/>
                </a:cubicBezTo>
                <a:cubicBezTo>
                  <a:pt x="f601" y="f985"/>
                  <a:pt x="f545" y="f242"/>
                  <a:pt x="f601" y="f986"/>
                </a:cubicBezTo>
                <a:cubicBezTo>
                  <a:pt x="f984" y="f243"/>
                  <a:pt x="f964" y="f243"/>
                  <a:pt x="f978" y="f243"/>
                </a:cubicBezTo>
                <a:cubicBezTo>
                  <a:pt x="f963" y="f987"/>
                  <a:pt x="f974" y="f242"/>
                  <a:pt x="f537" y="f988"/>
                </a:cubicBezTo>
                <a:cubicBezTo>
                  <a:pt x="f989" y="f990"/>
                  <a:pt x="f952" y="f988"/>
                  <a:pt x="f952" y="f991"/>
                </a:cubicBezTo>
                <a:cubicBezTo>
                  <a:pt x="f952" y="f992"/>
                  <a:pt x="f953" y="f245"/>
                  <a:pt x="f941" y="f992"/>
                </a:cubicBezTo>
                <a:cubicBezTo>
                  <a:pt x="f530" y="f991"/>
                  <a:pt x="f530" y="f991"/>
                  <a:pt x="f993" y="f994"/>
                </a:cubicBezTo>
                <a:cubicBezTo>
                  <a:pt x="f524" y="f233"/>
                  <a:pt x="f995" y="f996"/>
                  <a:pt x="f997" y="f998"/>
                </a:cubicBezTo>
                <a:cubicBezTo>
                  <a:pt x="f999" y="f1000"/>
                  <a:pt x="f1001" y="f226"/>
                  <a:pt x="f1002" y="f1003"/>
                </a:cubicBezTo>
                <a:cubicBezTo>
                  <a:pt x="f1004" y="f814"/>
                  <a:pt x="f1005" y="f1003"/>
                  <a:pt x="f1005" y="f1006"/>
                </a:cubicBezTo>
                <a:cubicBezTo>
                  <a:pt x="f1007" y="f1008"/>
                  <a:pt x="f1009" y="f230"/>
                  <a:pt x="f518" y="f982"/>
                </a:cubicBezTo>
                <a:cubicBezTo>
                  <a:pt x="f1010" y="f234"/>
                  <a:pt x="f1011" y="f1012"/>
                  <a:pt x="f1013" y="f988"/>
                </a:cubicBezTo>
                <a:cubicBezTo>
                  <a:pt x="f520" y="f991"/>
                  <a:pt x="f1014" y="f1015"/>
                  <a:pt x="f1016" y="f1017"/>
                </a:cubicBezTo>
                <a:cubicBezTo>
                  <a:pt x="f1018" y="f249"/>
                  <a:pt x="f1018" y="f853"/>
                  <a:pt x="f1018" y="f853"/>
                </a:cubicBezTo>
                <a:cubicBezTo>
                  <a:pt x="f1018" y="f1019"/>
                  <a:pt x="f1018" y="f1020"/>
                  <a:pt x="f1018" y="f1021"/>
                </a:cubicBezTo>
                <a:cubicBezTo>
                  <a:pt x="f1010" y="f1022"/>
                  <a:pt x="f1002" y="f262"/>
                  <a:pt x="f518" y="f266"/>
                </a:cubicBezTo>
                <a:cubicBezTo>
                  <a:pt x="f1004" y="f264"/>
                  <a:pt x="f1023" y="f479"/>
                  <a:pt x="f512" y="f260"/>
                </a:cubicBezTo>
                <a:cubicBezTo>
                  <a:pt x="f1024" y="f1022"/>
                  <a:pt x="f1024" y="f483"/>
                  <a:pt x="f1025" y="f1026"/>
                </a:cubicBezTo>
                <a:cubicBezTo>
                  <a:pt x="f1025" y="f483"/>
                  <a:pt x="f1027" y="f483"/>
                  <a:pt x="f1028" y="f483"/>
                </a:cubicBezTo>
                <a:cubicBezTo>
                  <a:pt x="f1028" y="f1029"/>
                  <a:pt x="f1027" y="f265"/>
                  <a:pt x="f1028" y="f475"/>
                </a:cubicBezTo>
                <a:cubicBezTo>
                  <a:pt x="f1028" y="f268"/>
                  <a:pt x="f1028" y="f871"/>
                  <a:pt x="f510" y="f871"/>
                </a:cubicBezTo>
                <a:cubicBezTo>
                  <a:pt x="f1030" y="f270"/>
                  <a:pt x="f1031" y="f871"/>
                  <a:pt x="f509" y="f473"/>
                </a:cubicBezTo>
                <a:cubicBezTo>
                  <a:pt x="f1032" y="f1033"/>
                  <a:pt x="f1034" y="f1035"/>
                  <a:pt x="f1036" y="f475"/>
                </a:cubicBezTo>
                <a:cubicBezTo>
                  <a:pt x="f1037" y="f871"/>
                  <a:pt x="f504" y="f1038"/>
                  <a:pt x="f1039" y="f470"/>
                </a:cubicBezTo>
                <a:cubicBezTo>
                  <a:pt x="f1040" y="f279"/>
                  <a:pt x="f8" y="f279"/>
                  <a:pt x="f910" y="f276"/>
                </a:cubicBezTo>
                <a:cubicBezTo>
                  <a:pt x="f1041" y="f467"/>
                  <a:pt x="f1042" y="f470"/>
                  <a:pt x="f379" y="f464"/>
                </a:cubicBezTo>
                <a:cubicBezTo>
                  <a:pt x="f1043" y="f467"/>
                  <a:pt x="f375" y="f1044"/>
                  <a:pt x="f912" y="f923"/>
                </a:cubicBezTo>
                <a:cubicBezTo>
                  <a:pt x="f893" y="f855"/>
                  <a:pt x="f371" y="f432"/>
                  <a:pt x="f1045" y="f433"/>
                </a:cubicBezTo>
                <a:cubicBezTo>
                  <a:pt x="f391" y="f432"/>
                  <a:pt x="f497" y="f855"/>
                  <a:pt x="f906" y="f279"/>
                </a:cubicBezTo>
                <a:cubicBezTo>
                  <a:pt x="f400" y="f276"/>
                  <a:pt x="f408" y="f274"/>
                  <a:pt x="f1046" y="f277"/>
                </a:cubicBezTo>
                <a:cubicBezTo>
                  <a:pt x="f1047" y="f854"/>
                  <a:pt x="f350" y="f873"/>
                  <a:pt x="f1048" y="f467"/>
                </a:cubicBezTo>
                <a:cubicBezTo>
                  <a:pt x="f1049" y="f273"/>
                  <a:pt x="f345" y="f869"/>
                  <a:pt x="f345" y="f268"/>
                </a:cubicBezTo>
                <a:cubicBezTo>
                  <a:pt x="f1050" y="f1051"/>
                  <a:pt x="f412" y="f871"/>
                  <a:pt x="f1052" y="f270"/>
                </a:cubicBezTo>
                <a:cubicBezTo>
                  <a:pt x="f1053" y="f869"/>
                  <a:pt x="f413" y="f1054"/>
                  <a:pt x="f1055" y="f271"/>
                </a:cubicBezTo>
                <a:cubicBezTo>
                  <a:pt x="f886" y="f489"/>
                  <a:pt x="f1056" y="f473"/>
                  <a:pt x="f1056" y="f1035"/>
                </a:cubicBezTo>
                <a:cubicBezTo>
                  <a:pt x="f1057" y="f1058"/>
                  <a:pt x="f1059" y="f476"/>
                  <a:pt x="f1060" y="f262"/>
                </a:cubicBezTo>
                <a:cubicBezTo>
                  <a:pt x="f342" y="f262"/>
                  <a:pt x="f342" y="f480"/>
                  <a:pt x="f342" y="f483"/>
                </a:cubicBezTo>
                <a:cubicBezTo>
                  <a:pt x="f342" y="f259"/>
                  <a:pt x="f342" y="f485"/>
                  <a:pt x="f342" y="f1061"/>
                </a:cubicBezTo>
                <a:cubicBezTo>
                  <a:pt x="f319" y="f485"/>
                  <a:pt x="f322" y="f259"/>
                  <a:pt x="f883" y="f1022"/>
                </a:cubicBezTo>
                <a:cubicBezTo>
                  <a:pt x="f883" y="f1062"/>
                  <a:pt x="f315" y="f1063"/>
                  <a:pt x="f315" y="f253"/>
                </a:cubicBezTo>
                <a:cubicBezTo>
                  <a:pt x="f315" y="f252"/>
                  <a:pt x="f301" y="f250"/>
                  <a:pt x="f883" y="f249"/>
                </a:cubicBezTo>
                <a:cubicBezTo>
                  <a:pt x="f883" y="f247"/>
                  <a:pt x="f306" y="f992"/>
                  <a:pt x="f493" y="f1064"/>
                </a:cubicBezTo>
                <a:cubicBezTo>
                  <a:pt x="f315" y="f991"/>
                  <a:pt x="f305" y="f991"/>
                  <a:pt x="f312" y="f1065"/>
                </a:cubicBezTo>
                <a:cubicBezTo>
                  <a:pt x="f312" y="f986"/>
                  <a:pt x="f305" y="f1066"/>
                  <a:pt x="f301" y="f239"/>
                </a:cubicBezTo>
                <a:cubicBezTo>
                  <a:pt x="f308" y="f1067"/>
                  <a:pt x="f322" y="f1068"/>
                  <a:pt x="f448" y="f1069"/>
                </a:cubicBezTo>
                <a:cubicBezTo>
                  <a:pt x="f417" y="f1070"/>
                  <a:pt x="f416" y="f817"/>
                  <a:pt x="f1071" y="f819"/>
                </a:cubicBezTo>
                <a:cubicBezTo>
                  <a:pt x="f342" y="f814"/>
                  <a:pt x="f1072" y="f809"/>
                  <a:pt x="f1073" y="f1074"/>
                </a:cubicBezTo>
                <a:cubicBezTo>
                  <a:pt x="f420" y="f806"/>
                  <a:pt x="f448" y="f1074"/>
                  <a:pt x="f449" y="f809"/>
                </a:cubicBezTo>
                <a:cubicBezTo>
                  <a:pt x="f299" y="f814"/>
                  <a:pt x="f308" y="f818"/>
                  <a:pt x="f303" y="f1000"/>
                </a:cubicBezTo>
                <a:cubicBezTo>
                  <a:pt x="f296" y="f998"/>
                  <a:pt x="f1075" y="f982"/>
                  <a:pt x="f286" y="f927"/>
                </a:cubicBezTo>
                <a:cubicBezTo>
                  <a:pt x="f455" y="f983"/>
                  <a:pt x="f1076" y="f994"/>
                  <a:pt x="f1077" y="f1067"/>
                </a:cubicBezTo>
                <a:cubicBezTo>
                  <a:pt x="f284" y="f1078"/>
                  <a:pt x="f430" y="f1068"/>
                  <a:pt x="f1079" y="f233"/>
                </a:cubicBezTo>
                <a:cubicBezTo>
                  <a:pt x="f431" y="f234"/>
                  <a:pt x="f277" y="f994"/>
                  <a:pt x="f866" y="f1067"/>
                </a:cubicBezTo>
                <a:cubicBezTo>
                  <a:pt x="f1038" y="f235"/>
                  <a:pt x="f1054" y="f235"/>
                  <a:pt x="f489" y="f1067"/>
                </a:cubicBezTo>
                <a:cubicBezTo>
                  <a:pt x="f270" y="f994"/>
                  <a:pt x="f489" y="f927"/>
                  <a:pt x="f489" y="f1078"/>
                </a:cubicBezTo>
                <a:cubicBezTo>
                  <a:pt x="f1054" y="f998"/>
                  <a:pt x="f271" y="f818"/>
                  <a:pt x="f1080" y="f222"/>
                </a:cubicBezTo>
                <a:cubicBezTo>
                  <a:pt x="f1054" y="f222"/>
                  <a:pt x="f489" y="f810"/>
                  <a:pt x="f473" y="f810"/>
                </a:cubicBezTo>
                <a:cubicBezTo>
                  <a:pt x="f268" y="f72"/>
                  <a:pt x="f473" y="f813"/>
                  <a:pt x="f489" y="f77"/>
                </a:cubicBezTo>
                <a:cubicBezTo>
                  <a:pt x="f274" y="f826"/>
                  <a:pt x="f1081" y="f1082"/>
                  <a:pt x="f475" y="f797"/>
                </a:cubicBezTo>
                <a:cubicBezTo>
                  <a:pt x="f266" y="f968"/>
                  <a:pt x="f265" y="f968"/>
                  <a:pt x="f477" y="f796"/>
                </a:cubicBezTo>
                <a:cubicBezTo>
                  <a:pt x="f265" y="f1083"/>
                  <a:pt x="f489" y="f203"/>
                  <a:pt x="f470" y="f933"/>
                </a:cubicBezTo>
                <a:cubicBezTo>
                  <a:pt x="f271" y="f198"/>
                  <a:pt x="f1080" y="f1084"/>
                  <a:pt x="f470" y="f961"/>
                </a:cubicBezTo>
                <a:cubicBezTo>
                  <a:pt x="f873" y="f197"/>
                  <a:pt x="f1085" y="f960"/>
                  <a:pt x="f1086" y="f83"/>
                </a:cubicBezTo>
                <a:cubicBezTo>
                  <a:pt x="f1087" y="f1088"/>
                  <a:pt x="f1089" y="f776"/>
                  <a:pt x="f284" y="f841"/>
                </a:cubicBezTo>
                <a:cubicBezTo>
                  <a:pt x="f1089" y="f844"/>
                  <a:pt x="f1087" y="f770"/>
                  <a:pt x="f1086" y="f84"/>
                </a:cubicBezTo>
                <a:cubicBezTo>
                  <a:pt x="f1085" y="f192"/>
                  <a:pt x="f873" y="f186"/>
                  <a:pt x="f470" y="f936"/>
                </a:cubicBezTo>
                <a:cubicBezTo>
                  <a:pt x="f866" y="f162"/>
                  <a:pt x="f271" y="f949"/>
                  <a:pt x="f271" y="f86"/>
                </a:cubicBezTo>
                <a:cubicBezTo>
                  <a:pt x="f868" y="f1090"/>
                  <a:pt x="f273" y="f165"/>
                  <a:pt x="f1081" y="f1091"/>
                </a:cubicBezTo>
                <a:cubicBezTo>
                  <a:pt x="f1044" y="f1092"/>
                  <a:pt x="f280" y="f54"/>
                  <a:pt x="f282" y="f760"/>
                </a:cubicBezTo>
                <a:cubicBezTo>
                  <a:pt x="f279" y="f752"/>
                  <a:pt x="f1085" y="f750"/>
                  <a:pt x="f433" y="f148"/>
                </a:cubicBezTo>
                <a:cubicBezTo>
                  <a:pt x="f1077" y="f542"/>
                  <a:pt x="f1093" y="f109"/>
                  <a:pt x="f1087" y="f749"/>
                </a:cubicBezTo>
                <a:cubicBezTo>
                  <a:pt x="f1077" y="f117"/>
                  <a:pt x="f285" y="f143"/>
                  <a:pt x="f919" y="f538"/>
                </a:cubicBezTo>
                <a:cubicBezTo>
                  <a:pt x="f437" y="f536"/>
                  <a:pt x="f437" y="f746"/>
                  <a:pt x="f1094" y="f121"/>
                </a:cubicBezTo>
                <a:cubicBezTo>
                  <a:pt x="f289" y="f121"/>
                  <a:pt x="f1075" y="f121"/>
                  <a:pt x="f453" y="f115"/>
                </a:cubicBezTo>
                <a:cubicBezTo>
                  <a:pt x="f1095" y="f1096"/>
                  <a:pt x="f291" y="f554"/>
                  <a:pt x="f1095" y="f113"/>
                </a:cubicBezTo>
                <a:cubicBezTo>
                  <a:pt x="f296" y="f529"/>
                  <a:pt x="f443" y="f1097"/>
                  <a:pt x="f290" y="f136"/>
                </a:cubicBezTo>
                <a:cubicBezTo>
                  <a:pt x="f298" y="f508"/>
                  <a:pt x="f493" y="f1098"/>
                  <a:pt x="f1099" y="f1098"/>
                </a:cubicBezTo>
                <a:cubicBezTo>
                  <a:pt x="f448" y="f503"/>
                  <a:pt x="f448" y="f502"/>
                  <a:pt x="f320" y="f50"/>
                </a:cubicBezTo>
                <a:cubicBezTo>
                  <a:pt x="f1071" y="f502"/>
                  <a:pt x="f1059" y="f140"/>
                  <a:pt x="f1100" y="f1097"/>
                </a:cubicBezTo>
                <a:cubicBezTo>
                  <a:pt x="f1101" y="f1098"/>
                  <a:pt x="f495" y="f136"/>
                  <a:pt x="f1102" y="f136"/>
                </a:cubicBezTo>
                <a:cubicBezTo>
                  <a:pt x="f1103" y="f1098"/>
                  <a:pt x="f346" y="f1097"/>
                  <a:pt x="f410" y="f1104"/>
                </a:cubicBezTo>
                <a:cubicBezTo>
                  <a:pt x="f1046" y="f744"/>
                  <a:pt x="f403" y="f117"/>
                  <a:pt x="f1105" y="f119"/>
                </a:cubicBezTo>
                <a:cubicBezTo>
                  <a:pt x="f357" y="f750"/>
                  <a:pt x="f388" y="f101"/>
                  <a:pt x="f368" y="f54"/>
                </a:cubicBezTo>
                <a:cubicBezTo>
                  <a:pt x="f901" y="f94"/>
                  <a:pt x="f373" y="f103"/>
                  <a:pt x="f1043" y="f1106"/>
                </a:cubicBezTo>
                <a:cubicBezTo>
                  <a:pt x="f499" y="f1107"/>
                  <a:pt x="f898" y="f119"/>
                  <a:pt x="f501" y="f746"/>
                </a:cubicBezTo>
                <a:cubicBezTo>
                  <a:pt x="f910" y="f121"/>
                  <a:pt x="f1042" y="f1108"/>
                  <a:pt x="f375" y="f113"/>
                </a:cubicBezTo>
                <a:cubicBezTo>
                  <a:pt x="f371" y="f123"/>
                  <a:pt x="f395" y="f1097"/>
                  <a:pt x="f1109" y="f136"/>
                </a:cubicBezTo>
                <a:cubicBezTo>
                  <a:pt x="f343" y="f517"/>
                  <a:pt x="f449" y="f570"/>
                  <a:pt x="f1110" y="f630"/>
                </a:cubicBezTo>
                <a:cubicBezTo>
                  <a:pt x="f282" y="f593"/>
                  <a:pt x="f1111" y="f636"/>
                  <a:pt x="f1019" y="f1112"/>
                </a:cubicBezTo>
                <a:cubicBezTo>
                  <a:pt x="f1113" y="f1112"/>
                  <a:pt x="f487" y="f645"/>
                  <a:pt x="f1114" y="f1115"/>
                </a:cubicBezTo>
                <a:cubicBezTo>
                  <a:pt x="f926" y="f1116"/>
                  <a:pt x="f244" y="f1115"/>
                  <a:pt x="f987" y="f639"/>
                </a:cubicBezTo>
                <a:cubicBezTo>
                  <a:pt x="f234" y="f468"/>
                  <a:pt x="f817" y="f460"/>
                  <a:pt x="f1117" y="f462"/>
                </a:cubicBezTo>
                <a:cubicBezTo>
                  <a:pt x="f794" y="f691"/>
                  <a:pt x="f1118" y="f466"/>
                  <a:pt x="f167" y="f651"/>
                </a:cubicBezTo>
                <a:cubicBezTo>
                  <a:pt x="f55" y="f1119"/>
                  <a:pt x="f842" y="f1120"/>
                  <a:pt x="f182" y="f519"/>
                </a:cubicBezTo>
                <a:cubicBezTo>
                  <a:pt x="f55" y="f127"/>
                  <a:pt x="f83" y="f1121"/>
                  <a:pt x="f770" y="f548"/>
                </a:cubicBezTo>
                <a:cubicBezTo>
                  <a:pt x="f844" y="f1107"/>
                  <a:pt x="f842" y="f542"/>
                  <a:pt x="f195" y="f146"/>
                </a:cubicBezTo>
                <a:cubicBezTo>
                  <a:pt x="f81" y="f107"/>
                  <a:pt x="f203" y="f760"/>
                  <a:pt x="f203" y="f165"/>
                </a:cubicBezTo>
                <a:cubicBezTo>
                  <a:pt x="f1122" y="f936"/>
                  <a:pt x="f203" y="f842"/>
                  <a:pt x="f203" y="f1084"/>
                </a:cubicBezTo>
                <a:cubicBezTo>
                  <a:pt x="f832" y="f1084"/>
                  <a:pt x="f59" y="f1084"/>
                  <a:pt x="f933" y="f1084"/>
                </a:cubicBezTo>
                <a:cubicBezTo>
                  <a:pt x="f933" y="f1123"/>
                  <a:pt x="f933" y="f1123"/>
                  <a:pt x="f933" y="f961"/>
                </a:cubicBezTo>
                <a:cubicBezTo>
                  <a:pt x="f933" y="f774"/>
                  <a:pt x="f933" y="f767"/>
                  <a:pt x="f200" y="f1091"/>
                </a:cubicBezTo>
                <a:cubicBezTo>
                  <a:pt x="f1124" y="f94"/>
                  <a:pt x="f960" y="f106"/>
                  <a:pt x="f192" y="f150"/>
                </a:cubicBezTo>
                <a:cubicBezTo>
                  <a:pt x="f188" y="f1106"/>
                  <a:pt x="f936" y="f150"/>
                  <a:pt x="f767" y="f750"/>
                </a:cubicBezTo>
                <a:cubicBezTo>
                  <a:pt x="f949" y="f107"/>
                  <a:pt x="f182" y="f752"/>
                  <a:pt x="f159" y="f105"/>
                </a:cubicBezTo>
                <a:cubicBezTo>
                  <a:pt x="f766" y="f755"/>
                  <a:pt x="f157" y="f758"/>
                  <a:pt x="f167" y="f105"/>
                </a:cubicBezTo>
                <a:cubicBezTo>
                  <a:pt x="f1092" y="f150"/>
                  <a:pt x="f88" y="f147"/>
                  <a:pt x="f1091" y="f1107"/>
                </a:cubicBezTo>
                <a:cubicBezTo>
                  <a:pt x="f165" y="f109"/>
                  <a:pt x="f1090" y="f109"/>
                  <a:pt x="f159" y="f109"/>
                </a:cubicBezTo>
                <a:cubicBezTo>
                  <a:pt x="f936" y="f540"/>
                  <a:pt x="f194" y="f747"/>
                  <a:pt x="f194" y="f1096"/>
                </a:cubicBezTo>
                <a:cubicBezTo>
                  <a:pt x="f192" y="f1104"/>
                  <a:pt x="f162" y="f136"/>
                  <a:pt x="f1090" y="f125"/>
                </a:cubicBezTo>
                <a:cubicBezTo>
                  <a:pt x="f765" y="f502"/>
                  <a:pt x="f157" y="f136"/>
                  <a:pt x="f178" y="f1098"/>
                </a:cubicBezTo>
                <a:cubicBezTo>
                  <a:pt x="f90" y="f1097"/>
                  <a:pt x="f92" y="f123"/>
                  <a:pt x="f95" y="f123"/>
                </a:cubicBezTo>
                <a:cubicBezTo>
                  <a:pt x="f101" y="f529"/>
                  <a:pt x="f752" y="f1098"/>
                  <a:pt x="f752" y="f502"/>
                </a:cubicBezTo>
                <a:cubicBezTo>
                  <a:pt x="f106" y="f738"/>
                  <a:pt x="f755" y="f507"/>
                  <a:pt x="f1125" y="f517"/>
                </a:cubicBezTo>
                <a:cubicBezTo>
                  <a:pt x="f95" y="f505"/>
                  <a:pt x="f169" y="f516"/>
                  <a:pt x="f88" y="f516"/>
                </a:cubicBezTo>
                <a:cubicBezTo>
                  <a:pt x="f765" y="f516"/>
                  <a:pt x="f1126" y="f513"/>
                  <a:pt x="f1090" y="f734"/>
                </a:cubicBezTo>
                <a:cubicBezTo>
                  <a:pt x="f186" y="f611"/>
                  <a:pt x="f936" y="f645"/>
                  <a:pt x="f92" y="f691"/>
                </a:cubicBezTo>
                <a:cubicBezTo>
                  <a:pt x="f97" y="f1127"/>
                  <a:pt x="f99" y="f651"/>
                  <a:pt x="f1128" y="f651"/>
                </a:cubicBezTo>
                <a:cubicBezTo>
                  <a:pt x="f52" y="f699"/>
                  <a:pt x="f136" y="f696"/>
                  <a:pt x="f570" y="f696"/>
                </a:cubicBezTo>
                <a:cubicBezTo>
                  <a:pt x="f1129" y="f457"/>
                  <a:pt x="f486" y="f457"/>
                  <a:pt x="f1130" y="f454"/>
                </a:cubicBezTo>
                <a:cubicBezTo>
                  <a:pt x="f447" y="f58"/>
                  <a:pt x="f67" y="f56"/>
                  <a:pt x="f1131" y="f56"/>
                </a:cubicBezTo>
                <a:cubicBezTo>
                  <a:pt x="f1132" y="f46"/>
                  <a:pt x="f434" y="f56"/>
                  <a:pt x="f411" y="f459"/>
                </a:cubicBezTo>
                <a:cubicBezTo>
                  <a:pt x="f1133" y="f468"/>
                  <a:pt x="f19" y="f460"/>
                  <a:pt x="f35" y="f462"/>
                </a:cubicBezTo>
                <a:cubicBezTo>
                  <a:pt x="f35" y="f468"/>
                  <a:pt x="f35" y="f459"/>
                  <a:pt x="f35" y="f486"/>
                </a:cubicBezTo>
                <a:cubicBezTo>
                  <a:pt x="f35" y="f486"/>
                  <a:pt x="f71" y="f486"/>
                  <a:pt x="f36" y="f486"/>
                </a:cubicBezTo>
                <a:cubicBezTo>
                  <a:pt x="f1134" y="f474"/>
                  <a:pt x="f1135" y="f486"/>
                  <a:pt x="f67" y="f474"/>
                </a:cubicBezTo>
                <a:cubicBezTo>
                  <a:pt x="f26" y="f472"/>
                  <a:pt x="f38" y="f684"/>
                  <a:pt x="f1136" y="f1137"/>
                </a:cubicBezTo>
                <a:cubicBezTo>
                  <a:pt x="f1138" y="f665"/>
                  <a:pt x="f1136" y="f645"/>
                  <a:pt x="f42" y="f1119"/>
                </a:cubicBezTo>
                <a:cubicBezTo>
                  <a:pt x="f38" y="f1139"/>
                  <a:pt x="f1140" y="f1141"/>
                  <a:pt x="f34" y="f1129"/>
                </a:cubicBezTo>
                <a:cubicBezTo>
                  <a:pt x="f67" y="f596"/>
                  <a:pt x="f43" y="f632"/>
                  <a:pt x="f1142" y="f590"/>
                </a:cubicBezTo>
                <a:cubicBezTo>
                  <a:pt x="f28" y="f1129"/>
                  <a:pt x="f1143" y="f590"/>
                  <a:pt x="f62" y="f719"/>
                </a:cubicBezTo>
                <a:cubicBezTo>
                  <a:pt x="f709" y="f592"/>
                  <a:pt x="f56" y="f1144"/>
                  <a:pt x="f456" y="f579"/>
                </a:cubicBezTo>
                <a:cubicBezTo>
                  <a:pt x="f481" y="f579"/>
                  <a:pt x="f667" y="f579"/>
                  <a:pt x="f490" y="f614"/>
                </a:cubicBezTo>
                <a:cubicBezTo>
                  <a:pt x="f645" y="f625"/>
                  <a:pt x="f647" y="f566"/>
                  <a:pt x="f669" y="f507"/>
                </a:cubicBezTo>
                <a:cubicBezTo>
                  <a:pt x="f647" y="f511"/>
                  <a:pt x="f1115" y="f508"/>
                  <a:pt x="f607" y="f125"/>
                </a:cubicBezTo>
                <a:cubicBezTo>
                  <a:pt x="f1119" y="f140"/>
                  <a:pt x="f1116" y="f129"/>
                  <a:pt x="f599" y="f529"/>
                </a:cubicBezTo>
                <a:cubicBezTo>
                  <a:pt x="f1145" y="f531"/>
                  <a:pt x="f596" y="f1121"/>
                  <a:pt x="f590" y="f746"/>
                </a:cubicBezTo>
                <a:cubicBezTo>
                  <a:pt x="f633" y="f143"/>
                  <a:pt x="f1129" y="f1146"/>
                  <a:pt x="f636" y="f109"/>
                </a:cubicBezTo>
                <a:cubicBezTo>
                  <a:pt x="f592" y="f103"/>
                  <a:pt x="f630" y="f760"/>
                  <a:pt x="f1147" y="f1090"/>
                </a:cubicBezTo>
                <a:cubicBezTo>
                  <a:pt x="f723" y="f86"/>
                  <a:pt x="f1145" y="f767"/>
                  <a:pt x="f1115" y="f949"/>
                </a:cubicBezTo>
                <a:cubicBezTo>
                  <a:pt x="f645" y="f949"/>
                  <a:pt x="f641" y="f767"/>
                  <a:pt x="f47" y="f767"/>
                </a:cubicBezTo>
                <a:cubicBezTo>
                  <a:pt x="f669" y="f162"/>
                  <a:pt x="f472" y="f769"/>
                  <a:pt x="f459" y="f936"/>
                </a:cubicBezTo>
                <a:cubicBezTo>
                  <a:pt x="f481" y="f162"/>
                  <a:pt x="f658" y="f182"/>
                  <a:pt x="f653" y="f159"/>
                </a:cubicBezTo>
                <a:cubicBezTo>
                  <a:pt x="f46" y="f1090"/>
                  <a:pt x="f1148" y="f766"/>
                  <a:pt x="f44" y="f165"/>
                </a:cubicBezTo>
                <a:cubicBezTo>
                  <a:pt x="f65" y="f765"/>
                  <a:pt x="f30" y="f765"/>
                  <a:pt x="f24" y="f1091"/>
                </a:cubicBezTo>
                <a:cubicBezTo>
                  <a:pt x="f1149" y="f1091"/>
                  <a:pt x="f1150" y="f1091"/>
                  <a:pt x="f1135" y="f1091"/>
                </a:cubicBezTo>
                <a:cubicBezTo>
                  <a:pt x="f1150" y="f186"/>
                  <a:pt x="f1151" y="f842"/>
                  <a:pt x="f1152" y="f195"/>
                </a:cubicBezTo>
                <a:cubicBezTo>
                  <a:pt x="f1153" y="f837"/>
                  <a:pt x="f486" y="f82"/>
                  <a:pt x="f1115" y="f197"/>
                </a:cubicBezTo>
                <a:cubicBezTo>
                  <a:pt x="f598" y="f961"/>
                  <a:pt x="f632" y="f1124"/>
                  <a:pt x="f719" y="f1122"/>
                </a:cubicBezTo>
                <a:cubicBezTo>
                  <a:pt x="f634" y="f791"/>
                  <a:pt x="f596" y="f1083"/>
                  <a:pt x="f636" y="f206"/>
                </a:cubicBezTo>
                <a:cubicBezTo>
                  <a:pt x="f492" y="f931"/>
                  <a:pt x="f634" y="f794"/>
                  <a:pt x="f592" y="f1154"/>
                </a:cubicBezTo>
                <a:cubicBezTo>
                  <a:pt x="f581" y="f798"/>
                  <a:pt x="f1155" y="f64"/>
                  <a:pt x="f572" y="f813"/>
                </a:cubicBezTo>
                <a:cubicBezTo>
                  <a:pt x="f1156" y="f72"/>
                  <a:pt x="f570" y="f811"/>
                  <a:pt x="f628" y="f811"/>
                </a:cubicBezTo>
                <a:cubicBezTo>
                  <a:pt x="f1157" y="f811"/>
                  <a:pt x="f1147" y="f73"/>
                  <a:pt x="f727" y="f811"/>
                </a:cubicBezTo>
                <a:cubicBezTo>
                  <a:pt x="f579" y="f809"/>
                  <a:pt x="f1158" y="f809"/>
                  <a:pt x="f597" y="f809"/>
                </a:cubicBezTo>
                <a:cubicBezTo>
                  <a:pt x="f1145" y="f809"/>
                  <a:pt x="f1145" y="f1159"/>
                  <a:pt x="f636" y="f1159"/>
                </a:cubicBezTo>
                <a:cubicBezTo>
                  <a:pt x="f1129" y="f1006"/>
                  <a:pt x="f633" y="f1070"/>
                  <a:pt x="f595" y="f1160"/>
                </a:cubicBezTo>
                <a:cubicBezTo>
                  <a:pt x="f592" y="f927"/>
                  <a:pt x="f590" y="f994"/>
                  <a:pt x="f597" y="f235"/>
                </a:cubicBezTo>
                <a:cubicBezTo>
                  <a:pt x="f1139" y="f237"/>
                  <a:pt x="f1139" y="f237"/>
                  <a:pt x="f1161" y="f242"/>
                </a:cubicBezTo>
                <a:cubicBezTo>
                  <a:pt x="f603" y="f245"/>
                  <a:pt x="f603" y="f1015"/>
                  <a:pt x="f1162" y="f1163"/>
                </a:cubicBezTo>
                <a:cubicBezTo>
                  <a:pt x="f607" y="f1164"/>
                  <a:pt x="f1116" y="f1113"/>
                  <a:pt x="f637" y="f1165"/>
                </a:cubicBezTo>
                <a:cubicBezTo>
                  <a:pt x="f669" y="f1020"/>
                  <a:pt x="f460" y="f252"/>
                  <a:pt x="f1153" y="f250"/>
                </a:cubicBezTo>
                <a:cubicBezTo>
                  <a:pt x="f709" y="f1113"/>
                  <a:pt x="f709" y="f1166"/>
                  <a:pt x="f653" y="f255"/>
                </a:cubicBezTo>
                <a:cubicBezTo>
                  <a:pt x="f53" y="f1019"/>
                  <a:pt x="f1143" y="f250"/>
                  <a:pt x="f38" y="f249"/>
                </a:cubicBezTo>
                <a:cubicBezTo>
                  <a:pt x="f28" y="f1017"/>
                  <a:pt x="f1140" y="f926"/>
                  <a:pt x="f32" y="f1017"/>
                </a:cubicBezTo>
                <a:cubicBezTo>
                  <a:pt x="f34" y="f249"/>
                  <a:pt x="f1142" y="f1167"/>
                  <a:pt x="f1150" y="f247"/>
                </a:cubicBezTo>
                <a:cubicBezTo>
                  <a:pt x="f69" y="f1065"/>
                  <a:pt x="f1168" y="f1169"/>
                  <a:pt x="f33" y="f927"/>
                </a:cubicBezTo>
                <a:cubicBezTo>
                  <a:pt x="f424" y="f1069"/>
                  <a:pt x="f414" y="f1000"/>
                  <a:pt x="f27" y="f224"/>
                </a:cubicBezTo>
                <a:cubicBezTo>
                  <a:pt x="f407" y="f809"/>
                  <a:pt x="f1170" y="f810"/>
                  <a:pt x="f406" y="f222"/>
                </a:cubicBezTo>
                <a:cubicBezTo>
                  <a:pt x="f1171" y="f1074"/>
                  <a:pt x="f23" y="f819"/>
                  <a:pt x="f1172" y="f817"/>
                </a:cubicBezTo>
                <a:cubicBezTo>
                  <a:pt x="f1173" y="f1174"/>
                  <a:pt x="f74" y="f1175"/>
                  <a:pt x="f17" y="f994"/>
                </a:cubicBezTo>
                <a:cubicBezTo>
                  <a:pt x="f1176" y="f1169"/>
                  <a:pt x="f1177" y="f988"/>
                  <a:pt x="f1178" y="f244"/>
                </a:cubicBezTo>
                <a:cubicBezTo>
                  <a:pt x="f407" y="f1179"/>
                  <a:pt x="f27" y="f245"/>
                  <a:pt x="f1177" y="f1163"/>
                </a:cubicBezTo>
                <a:cubicBezTo>
                  <a:pt x="f1180" y="f926"/>
                  <a:pt x="f409" y="f1167"/>
                  <a:pt x="f411" y="f249"/>
                </a:cubicBezTo>
                <a:cubicBezTo>
                  <a:pt x="f411" y="f249"/>
                  <a:pt x="f1181" y="f853"/>
                  <a:pt x="f1181" y="f1164"/>
                </a:cubicBezTo>
                <a:cubicBezTo>
                  <a:pt x="f1180" y="f853"/>
                  <a:pt x="f27" y="f249"/>
                  <a:pt x="f1178" y="f1167"/>
                </a:cubicBezTo>
                <a:cubicBezTo>
                  <a:pt x="f25" y="f1015"/>
                  <a:pt x="f406" y="f1064"/>
                  <a:pt x="f1182" y="f244"/>
                </a:cubicBezTo>
                <a:cubicBezTo>
                  <a:pt x="f1183" y="f1184"/>
                  <a:pt x="f1185" y="f991"/>
                  <a:pt x="f89" y="f243"/>
                </a:cubicBezTo>
                <a:cubicBezTo>
                  <a:pt x="f91" y="f990"/>
                  <a:pt x="f76" y="f1169"/>
                  <a:pt x="f9" y="f237"/>
                </a:cubicBezTo>
                <a:cubicBezTo>
                  <a:pt x="f13" y="f1078"/>
                  <a:pt x="f102" y="f982"/>
                  <a:pt x="f392" y="f996"/>
                </a:cubicBezTo>
                <a:cubicBezTo>
                  <a:pt x="f1186" y="f1160"/>
                  <a:pt x="f1187" y="f981"/>
                  <a:pt x="f1188" y="f1069"/>
                </a:cubicBezTo>
                <a:cubicBezTo>
                  <a:pt x="f1189" y="f1069"/>
                  <a:pt x="f160" y="f1174"/>
                  <a:pt x="f1190" y="f1000"/>
                </a:cubicBezTo>
                <a:cubicBezTo>
                  <a:pt x="f1190" y="f1191"/>
                  <a:pt x="f139" y="f226"/>
                  <a:pt x="f158" y="f819"/>
                </a:cubicBezTo>
                <a:cubicBezTo>
                  <a:pt x="f141" y="f1074"/>
                  <a:pt x="f144" y="f810"/>
                  <a:pt x="f1192" y="f75"/>
                </a:cubicBezTo>
                <a:cubicBezTo>
                  <a:pt x="f358" y="f1193"/>
                  <a:pt x="f354" y="f73"/>
                  <a:pt x="f356" y="f68"/>
                </a:cubicBezTo>
                <a:cubicBezTo>
                  <a:pt x="f358" y="f1194"/>
                  <a:pt x="f356" y="f802"/>
                  <a:pt x="f356" y="f64"/>
                </a:cubicBezTo>
                <a:cubicBezTo>
                  <a:pt x="f354" y="f213"/>
                  <a:pt x="f354" y="f1082"/>
                  <a:pt x="f168" y="f968"/>
                </a:cubicBezTo>
                <a:cubicBezTo>
                  <a:pt x="f352" y="f794"/>
                  <a:pt x="f1195" y="f60"/>
                  <a:pt x="f1196" y="f209"/>
                </a:cubicBezTo>
                <a:cubicBezTo>
                  <a:pt x="f344" y="f1083"/>
                  <a:pt x="f1197" y="f59"/>
                  <a:pt x="f1197" y="f779"/>
                </a:cubicBezTo>
                <a:cubicBezTo>
                  <a:pt x="f1197" y="f961"/>
                  <a:pt x="f1198" y="f960"/>
                  <a:pt x="f174" y="f83"/>
                </a:cubicBezTo>
                <a:cubicBezTo>
                  <a:pt x="f1199" y="f774"/>
                  <a:pt x="f331" y="f770"/>
                  <a:pt x="f341" y="f188"/>
                </a:cubicBezTo>
                <a:cubicBezTo>
                  <a:pt x="f352" y="f948"/>
                  <a:pt x="f354" y="f167"/>
                  <a:pt x="f338" y="f758"/>
                </a:cubicBezTo>
                <a:cubicBezTo>
                  <a:pt x="f349" y="f749"/>
                  <a:pt x="f340" y="f531"/>
                  <a:pt x="f358" y="f1200"/>
                </a:cubicBezTo>
                <a:cubicBezTo>
                  <a:pt x="f1201" y="f561"/>
                  <a:pt x="f1201" y="f727"/>
                  <a:pt x="f1192" y="f586"/>
                </a:cubicBezTo>
                <a:cubicBezTo>
                  <a:pt x="f1192" y="f1202"/>
                  <a:pt x="f166" y="f719"/>
                  <a:pt x="f356" y="f633"/>
                </a:cubicBezTo>
                <a:cubicBezTo>
                  <a:pt x="f168" y="f1145"/>
                  <a:pt x="f170" y="f599"/>
                  <a:pt x="f1195" y="f637"/>
                </a:cubicBezTo>
                <a:cubicBezTo>
                  <a:pt x="f1195" y="f1162"/>
                  <a:pt x="f168" y="f1112"/>
                  <a:pt x="f358" y="f645"/>
                </a:cubicBezTo>
                <a:cubicBezTo>
                  <a:pt x="f166" y="f637"/>
                  <a:pt x="f1203" y="f1139"/>
                  <a:pt x="f152" y="f599"/>
                </a:cubicBezTo>
                <a:cubicBezTo>
                  <a:pt x="f1190" y="f636"/>
                  <a:pt x="f135" y="f633"/>
                  <a:pt x="f1204" y="f593"/>
                </a:cubicBezTo>
                <a:cubicBezTo>
                  <a:pt x="f378" y="f588"/>
                  <a:pt x="f1205" y="f579"/>
                  <a:pt x="f1206" y="f630"/>
                </a:cubicBezTo>
                <a:cubicBezTo>
                  <a:pt x="f1207" y="f1147"/>
                  <a:pt x="f1208" y="f496"/>
                  <a:pt x="f3" y="f628"/>
                </a:cubicBezTo>
                <a:cubicBezTo>
                  <a:pt x="f1209" y="f1157"/>
                  <a:pt x="f138" y="f1157"/>
                  <a:pt x="f160" y="f1147"/>
                </a:cubicBezTo>
                <a:cubicBezTo>
                  <a:pt x="f158" y="f559"/>
                  <a:pt x="f1210" y="f738"/>
                  <a:pt x="f128" y="f125"/>
                </a:cubicBezTo>
                <a:cubicBezTo>
                  <a:pt x="f126" y="f125"/>
                  <a:pt x="f1211" y="f50"/>
                  <a:pt x="f1212" y="f508"/>
                </a:cubicBezTo>
                <a:cubicBezTo>
                  <a:pt x="f122" y="f507"/>
                  <a:pt x="f380" y="f516"/>
                  <a:pt x="f1213" y="f566"/>
                </a:cubicBezTo>
                <a:cubicBezTo>
                  <a:pt x="f390" y="f625"/>
                  <a:pt x="f1214" y="f628"/>
                  <a:pt x="f1215" y="f577"/>
                </a:cubicBezTo>
                <a:cubicBezTo>
                  <a:pt x="f102" y="f634"/>
                  <a:pt x="f11" y="f637"/>
                  <a:pt x="f76" y="f667"/>
                </a:cubicBezTo>
                <a:cubicBezTo>
                  <a:pt x="f1216" y="f459"/>
                  <a:pt x="f23" y="f459"/>
                  <a:pt x="f1173" y="f669"/>
                </a:cubicBezTo>
                <a:cubicBezTo>
                  <a:pt x="f17" y="f459"/>
                  <a:pt x="f428" y="f466"/>
                  <a:pt x="f27" y="f58"/>
                </a:cubicBezTo>
                <a:cubicBezTo>
                  <a:pt x="f27" y="f450"/>
                  <a:pt x="f407" y="f2"/>
                  <a:pt x="f74" y="f1130"/>
                </a:cubicBezTo>
                <a:cubicBezTo>
                  <a:pt x="f1204" y="f1217"/>
                  <a:pt x="f326" y="f436"/>
                  <a:pt x="f293" y="f74"/>
                </a:cubicBezTo>
                <a:cubicBezTo>
                  <a:pt x="f214" y="f429"/>
                  <a:pt x="f287" y="f1218"/>
                  <a:pt x="f261" y="f23"/>
                </a:cubicBezTo>
                <a:cubicBezTo>
                  <a:pt x="f267" y="f87"/>
                  <a:pt x="f275" y="f1183"/>
                  <a:pt x="f6" y="f1185"/>
                </a:cubicBezTo>
                <a:cubicBezTo>
                  <a:pt x="f6" y="f1219"/>
                  <a:pt x="f6" y="f76"/>
                  <a:pt x="f6" y="f9"/>
                </a:cubicBezTo>
                <a:close/>
                <a:moveTo>
                  <a:pt x="f621" y="f502"/>
                </a:moveTo>
                <a:cubicBezTo>
                  <a:pt x="f1220" y="f747"/>
                  <a:pt x="f591" y="f548"/>
                  <a:pt x="f602" y="f755"/>
                </a:cubicBezTo>
                <a:cubicBezTo>
                  <a:pt x="f1221" y="f94"/>
                  <a:pt x="f939" y="f54"/>
                  <a:pt x="f1222" y="f167"/>
                </a:cubicBezTo>
                <a:cubicBezTo>
                  <a:pt x="f1223" y="f1091"/>
                  <a:pt x="f657" y="f165"/>
                  <a:pt x="f1224" y="f155"/>
                </a:cubicBezTo>
                <a:cubicBezTo>
                  <a:pt x="f934" y="f99"/>
                  <a:pt x="f1225" y="f105"/>
                  <a:pt x="f1226" y="f542"/>
                </a:cubicBezTo>
                <a:cubicBezTo>
                  <a:pt x="f1226" y="f542"/>
                  <a:pt x="f664" y="f1107"/>
                  <a:pt x="f664" y="f1107"/>
                </a:cubicBezTo>
                <a:cubicBezTo>
                  <a:pt x="f1227" y="f1107"/>
                  <a:pt x="f661" y="f548"/>
                  <a:pt x="f934" y="f1107"/>
                </a:cubicBezTo>
                <a:cubicBezTo>
                  <a:pt x="f659" y="f148"/>
                  <a:pt x="f1228" y="f546"/>
                  <a:pt x="f654" y="f119"/>
                </a:cubicBezTo>
                <a:cubicBezTo>
                  <a:pt x="f649" y="f746"/>
                  <a:pt x="f644" y="f554"/>
                  <a:pt x="f640" y="f1108"/>
                </a:cubicBezTo>
                <a:cubicBezTo>
                  <a:pt x="f629" y="f1108"/>
                  <a:pt x="f623" y="f131"/>
                  <a:pt x="f627" y="f529"/>
                </a:cubicBezTo>
                <a:cubicBezTo>
                  <a:pt x="f631" y="f1097"/>
                  <a:pt x="f617" y="f140"/>
                  <a:pt x="f621" y="f502"/>
                </a:cubicBezTo>
                <a:close/>
                <a:moveTo>
                  <a:pt x="f929" y="f1218"/>
                </a:moveTo>
                <a:cubicBezTo>
                  <a:pt x="f1003" y="f1170"/>
                  <a:pt x="f1229" y="f407"/>
                  <a:pt x="f1159" y="f409"/>
                </a:cubicBezTo>
                <a:cubicBezTo>
                  <a:pt x="f222" y="f1132"/>
                  <a:pt x="f1193" y="f1134"/>
                  <a:pt x="f72" y="f1142"/>
                </a:cubicBezTo>
                <a:cubicBezTo>
                  <a:pt x="f70" y="f1140"/>
                  <a:pt x="f803" y="f40"/>
                  <a:pt x="f66" y="f2"/>
                </a:cubicBezTo>
                <a:cubicBezTo>
                  <a:pt x="f930" y="f53"/>
                  <a:pt x="f930" y="f46"/>
                  <a:pt x="f68" y="f56"/>
                </a:cubicBezTo>
                <a:cubicBezTo>
                  <a:pt x="f811" y="f452"/>
                  <a:pt x="f224" y="f454"/>
                  <a:pt x="f1000" y="f709"/>
                </a:cubicBezTo>
                <a:cubicBezTo>
                  <a:pt x="f1000" y="f452"/>
                  <a:pt x="f1000" y="f56"/>
                  <a:pt x="f817" y="f46"/>
                </a:cubicBezTo>
                <a:cubicBezTo>
                  <a:pt x="f818" y="f38"/>
                  <a:pt x="f226" y="f446"/>
                  <a:pt x="f1230" y="f438"/>
                </a:cubicBezTo>
                <a:cubicBezTo>
                  <a:pt x="f228" y="f418"/>
                  <a:pt x="f1230" y="f407"/>
                  <a:pt x="f929" y="f1218"/>
                </a:cubicBezTo>
                <a:close/>
                <a:moveTo>
                  <a:pt x="f845" y="f767"/>
                </a:moveTo>
                <a:cubicBezTo>
                  <a:pt x="f845" y="f951"/>
                  <a:pt x="f845" y="f949"/>
                  <a:pt x="f845" y="f161"/>
                </a:cubicBezTo>
                <a:cubicBezTo>
                  <a:pt x="f1231" y="f1126"/>
                  <a:pt x="f681" y="f1126"/>
                  <a:pt x="f680" y="f92"/>
                </a:cubicBezTo>
                <a:cubicBezTo>
                  <a:pt x="f680" y="f171"/>
                  <a:pt x="f680" y="f99"/>
                  <a:pt x="f679" y="f1128"/>
                </a:cubicBezTo>
                <a:cubicBezTo>
                  <a:pt x="f1232" y="f154"/>
                  <a:pt x="f677" y="f106"/>
                  <a:pt x="f850" y="f147"/>
                </a:cubicBezTo>
                <a:cubicBezTo>
                  <a:pt x="f1226" y="f154"/>
                  <a:pt x="f1225" y="f95"/>
                  <a:pt x="f1233" y="f1092"/>
                </a:cubicBezTo>
                <a:cubicBezTo>
                  <a:pt x="f660" y="f165"/>
                  <a:pt x="f1234" y="f159"/>
                  <a:pt x="f663" y="f86"/>
                </a:cubicBezTo>
                <a:cubicBezTo>
                  <a:pt x="f670" y="f161"/>
                  <a:pt x="f1235" y="f949"/>
                  <a:pt x="f845" y="f767"/>
                </a:cubicBezTo>
                <a:close/>
                <a:moveTo>
                  <a:pt x="f1236" y="f1146"/>
                </a:moveTo>
                <a:cubicBezTo>
                  <a:pt x="f957" y="f1107"/>
                  <a:pt x="f1237" y="f150"/>
                  <a:pt x="f975" y="f103"/>
                </a:cubicBezTo>
                <a:cubicBezTo>
                  <a:pt x="f537" y="f749"/>
                  <a:pt x="f958" y="f117"/>
                  <a:pt x="f1238" y="f121"/>
                </a:cubicBezTo>
                <a:cubicBezTo>
                  <a:pt x="f1239" y="f117"/>
                  <a:pt x="f1240" y="f538"/>
                  <a:pt x="f1236" y="f1146"/>
                </a:cubicBezTo>
                <a:close/>
                <a:moveTo>
                  <a:pt x="f820" y="f835"/>
                </a:moveTo>
                <a:cubicBezTo>
                  <a:pt x="f705" y="f835"/>
                  <a:pt x="f706" y="f781"/>
                  <a:pt x="f706" y="f781"/>
                </a:cubicBezTo>
                <a:cubicBezTo>
                  <a:pt x="f1241" y="f1123"/>
                  <a:pt x="f707" y="f197"/>
                  <a:pt x="f708" y="f82"/>
                </a:cubicBezTo>
                <a:cubicBezTo>
                  <a:pt x="f710" y="f837"/>
                  <a:pt x="f711" y="f841"/>
                  <a:pt x="f1242" y="f55"/>
                </a:cubicBezTo>
                <a:cubicBezTo>
                  <a:pt x="f708" y="f956"/>
                  <a:pt x="f705" y="f956"/>
                  <a:pt x="f704" y="f770"/>
                </a:cubicBezTo>
                <a:cubicBezTo>
                  <a:pt x="f704" y="f837"/>
                  <a:pt x="f825" y="f844"/>
                  <a:pt x="f1243" y="f841"/>
                </a:cubicBezTo>
                <a:cubicBezTo>
                  <a:pt x="f829" y="f1123"/>
                  <a:pt x="f1244" y="f197"/>
                  <a:pt x="f820" y="f835"/>
                </a:cubicBezTo>
                <a:close/>
                <a:moveTo>
                  <a:pt x="f708" y="f734"/>
                </a:moveTo>
                <a:cubicBezTo>
                  <a:pt x="f1245" y="f561"/>
                  <a:pt x="f823" y="f559"/>
                  <a:pt x="f702" y="f559"/>
                </a:cubicBezTo>
                <a:cubicBezTo>
                  <a:pt x="f829" y="f559"/>
                  <a:pt x="f700" y="f734"/>
                  <a:pt x="f1246" y="f563"/>
                </a:cubicBezTo>
                <a:cubicBezTo>
                  <a:pt x="f1246" y="f566"/>
                  <a:pt x="f1246" y="f498"/>
                  <a:pt x="f1246" y="f513"/>
                </a:cubicBezTo>
                <a:cubicBezTo>
                  <a:pt x="f1243" y="f498"/>
                  <a:pt x="f703" y="f566"/>
                  <a:pt x="f708" y="f734"/>
                </a:cubicBezTo>
                <a:close/>
                <a:moveTo>
                  <a:pt x="f758" y="f125"/>
                </a:moveTo>
                <a:cubicBezTo>
                  <a:pt x="f95" y="f136"/>
                  <a:pt x="f54" y="f136"/>
                  <a:pt x="f178" y="f511"/>
                </a:cubicBezTo>
                <a:cubicBezTo>
                  <a:pt x="f54" y="f508"/>
                  <a:pt x="f99" y="f50"/>
                  <a:pt x="f758" y="f125"/>
                </a:cubicBezTo>
                <a:close/>
              </a:path>
            </a:pathLst>
          </a:custGeom>
          <a:solidFill>
            <a:srgbClr val="A72424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4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grpSp>
        <p:nvGrpSpPr>
          <p:cNvPr id="8" name="Grupo 6">
            <a:extLst>
              <a:ext uri="{FF2B5EF4-FFF2-40B4-BE49-F238E27FC236}">
                <a16:creationId xmlns:a16="http://schemas.microsoft.com/office/drawing/2014/main" id="{6C1A92BB-36E5-C7CE-FF99-D0C16F62FEED}"/>
              </a:ext>
            </a:extLst>
          </p:cNvPr>
          <p:cNvGrpSpPr/>
          <p:nvPr/>
        </p:nvGrpSpPr>
        <p:grpSpPr>
          <a:xfrm>
            <a:off x="107515" y="4376638"/>
            <a:ext cx="520475" cy="722018"/>
            <a:chOff x="107515" y="4376638"/>
            <a:chExt cx="520475" cy="722018"/>
          </a:xfrm>
        </p:grpSpPr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771DDC3A-16C3-CE2C-F9EC-B0D240F9F3B6}"/>
                </a:ext>
              </a:extLst>
            </p:cNvPr>
            <p:cNvSpPr/>
            <p:nvPr/>
          </p:nvSpPr>
          <p:spPr>
            <a:xfrm>
              <a:off x="334816" y="4452295"/>
              <a:ext cx="293174" cy="646361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1"/>
                <a:gd name="f7" fmla="val 334"/>
                <a:gd name="f8" fmla="val 150"/>
                <a:gd name="f9" fmla="val 7"/>
                <a:gd name="f10" fmla="val 13"/>
                <a:gd name="f11" fmla="val 19"/>
                <a:gd name="f12" fmla="val 40"/>
                <a:gd name="f13" fmla="val 62"/>
                <a:gd name="f14" fmla="val 149"/>
                <a:gd name="f15" fmla="val 84"/>
                <a:gd name="f16" fmla="val 148"/>
                <a:gd name="f17" fmla="val 104"/>
                <a:gd name="f18" fmla="val 140"/>
                <a:gd name="f19" fmla="val 123"/>
                <a:gd name="f20" fmla="val 124"/>
                <a:gd name="f21" fmla="val 138"/>
                <a:gd name="f22" fmla="val 117"/>
                <a:gd name="f23" fmla="val 144"/>
                <a:gd name="f24" fmla="val 110"/>
                <a:gd name="f25" fmla="val 158"/>
                <a:gd name="f26" fmla="val 94"/>
                <a:gd name="f27" fmla="val 167"/>
                <a:gd name="f28" fmla="val 88"/>
                <a:gd name="f29" fmla="val 179"/>
                <a:gd name="f30" fmla="val 193"/>
                <a:gd name="f31" fmla="val 86"/>
                <a:gd name="f32" fmla="val 232"/>
                <a:gd name="f33" fmla="val 271"/>
                <a:gd name="f34" fmla="val 82"/>
                <a:gd name="f35" fmla="val 310"/>
                <a:gd name="f36" fmla="val 312"/>
                <a:gd name="f37" fmla="val 313"/>
                <a:gd name="f38" fmla="val 315"/>
                <a:gd name="f39" fmla="val 105"/>
                <a:gd name="f40" fmla="val 319"/>
                <a:gd name="f41" fmla="val 127"/>
                <a:gd name="f42" fmla="val 322"/>
                <a:gd name="f43" fmla="val 326"/>
                <a:gd name="f44" fmla="val 141"/>
                <a:gd name="f45" fmla="val 333"/>
                <a:gd name="f46" fmla="val 22"/>
                <a:gd name="f47" fmla="val 327"/>
                <a:gd name="f48" fmla="val 3"/>
                <a:gd name="f49" fmla="val 4"/>
                <a:gd name="f50" fmla="val 6"/>
                <a:gd name="f51" fmla="val 325"/>
                <a:gd name="f52" fmla="val 25"/>
                <a:gd name="f53" fmla="val 45"/>
                <a:gd name="f54" fmla="val 64"/>
                <a:gd name="f55" fmla="val 316"/>
                <a:gd name="f56" fmla="val 66"/>
                <a:gd name="f57" fmla="val 70"/>
                <a:gd name="f58" fmla="val 311"/>
                <a:gd name="f59" fmla="val 68"/>
                <a:gd name="f60" fmla="val 231"/>
                <a:gd name="f61" fmla="val 190"/>
                <a:gd name="f62" fmla="val 63"/>
                <a:gd name="f63" fmla="val 175"/>
                <a:gd name="f64" fmla="val 54"/>
                <a:gd name="f65" fmla="val 163"/>
                <a:gd name="f66" fmla="val 43"/>
                <a:gd name="f67" fmla="val 153"/>
                <a:gd name="f68" fmla="val 35"/>
                <a:gd name="f69" fmla="val 145"/>
                <a:gd name="f70" fmla="val 27"/>
                <a:gd name="f71" fmla="val 137"/>
                <a:gd name="f72" fmla="val 20"/>
                <a:gd name="f73" fmla="val 129"/>
                <a:gd name="f74" fmla="val 8"/>
                <a:gd name="f75" fmla="val 115"/>
                <a:gd name="f76" fmla="val 97"/>
                <a:gd name="f77" fmla="val 79"/>
                <a:gd name="f78" fmla="val 2"/>
                <a:gd name="f79" fmla="val 30"/>
                <a:gd name="f80" fmla="val 1"/>
                <a:gd name="f81" fmla="val 53"/>
                <a:gd name="f82" fmla="val 100"/>
                <a:gd name="f83" fmla="val 146"/>
                <a:gd name="f84" fmla="val 147"/>
                <a:gd name="f85" fmla="val 125"/>
                <a:gd name="f86" fmla="val 52"/>
                <a:gd name="f87" fmla="val 103"/>
                <a:gd name="f88" fmla="val 116"/>
                <a:gd name="f89" fmla="val 120"/>
                <a:gd name="f90" fmla="val 101"/>
                <a:gd name="f91" fmla="val 132"/>
                <a:gd name="f92" fmla="val 85"/>
                <a:gd name="f93" fmla="val 142"/>
                <a:gd name="f94" fmla="val 90"/>
                <a:gd name="f95" fmla="val 126"/>
                <a:gd name="f96" fmla="val 113"/>
                <a:gd name="f97" fmla="val 96"/>
                <a:gd name="f98" fmla="val 143"/>
                <a:gd name="f99" fmla="val 74"/>
                <a:gd name="f100" fmla="val 98"/>
                <a:gd name="f101" fmla="val 17"/>
                <a:gd name="f102" fmla="val 26"/>
                <a:gd name="f103" fmla="val 47"/>
                <a:gd name="f104" fmla="+- 0 0 -90"/>
                <a:gd name="f105" fmla="*/ f3 1 151"/>
                <a:gd name="f106" fmla="*/ f4 1 334"/>
                <a:gd name="f107" fmla="val f5"/>
                <a:gd name="f108" fmla="val f6"/>
                <a:gd name="f109" fmla="val f7"/>
                <a:gd name="f110" fmla="*/ f104 f0 1"/>
                <a:gd name="f111" fmla="+- f109 0 f107"/>
                <a:gd name="f112" fmla="+- f108 0 f107"/>
                <a:gd name="f113" fmla="*/ f110 1 f2"/>
                <a:gd name="f114" fmla="*/ f112 1 151"/>
                <a:gd name="f115" fmla="*/ f111 1 334"/>
                <a:gd name="f116" fmla="*/ 150 f112 1"/>
                <a:gd name="f117" fmla="*/ 0 f111 1"/>
                <a:gd name="f118" fmla="*/ 19 f111 1"/>
                <a:gd name="f119" fmla="*/ 149 f112 1"/>
                <a:gd name="f120" fmla="*/ 84 f111 1"/>
                <a:gd name="f121" fmla="*/ 124 f112 1"/>
                <a:gd name="f122" fmla="*/ 138 f111 1"/>
                <a:gd name="f123" fmla="*/ 104 f112 1"/>
                <a:gd name="f124" fmla="*/ 158 f111 1"/>
                <a:gd name="f125" fmla="*/ 88 f112 1"/>
                <a:gd name="f126" fmla="*/ 193 f111 1"/>
                <a:gd name="f127" fmla="*/ 82 f112 1"/>
                <a:gd name="f128" fmla="*/ 310 f111 1"/>
                <a:gd name="f129" fmla="*/ 315 f111 1"/>
                <a:gd name="f130" fmla="*/ 151 f112 1"/>
                <a:gd name="f131" fmla="*/ 326 f111 1"/>
                <a:gd name="f132" fmla="*/ 0 f112 1"/>
                <a:gd name="f133" fmla="*/ 327 f111 1"/>
                <a:gd name="f134" fmla="*/ 6 f112 1"/>
                <a:gd name="f135" fmla="*/ 325 f111 1"/>
                <a:gd name="f136" fmla="*/ 64 f112 1"/>
                <a:gd name="f137" fmla="*/ 316 f111 1"/>
                <a:gd name="f138" fmla="*/ 70 f112 1"/>
                <a:gd name="f139" fmla="*/ 311 f111 1"/>
                <a:gd name="f140" fmla="*/ 190 f111 1"/>
                <a:gd name="f141" fmla="*/ 43 f112 1"/>
                <a:gd name="f142" fmla="*/ 153 f111 1"/>
                <a:gd name="f143" fmla="*/ 20 f112 1"/>
                <a:gd name="f144" fmla="*/ 129 f111 1"/>
                <a:gd name="f145" fmla="*/ 3 f112 1"/>
                <a:gd name="f146" fmla="*/ 79 f111 1"/>
                <a:gd name="f147" fmla="*/ 1 f112 1"/>
                <a:gd name="f148" fmla="*/ 6 f111 1"/>
                <a:gd name="f149" fmla="*/ 7 f112 1"/>
                <a:gd name="f150" fmla="*/ 146 f112 1"/>
                <a:gd name="f151" fmla="*/ 125 f112 1"/>
                <a:gd name="f152" fmla="*/ 35 f111 1"/>
                <a:gd name="f153" fmla="*/ 101 f112 1"/>
                <a:gd name="f154" fmla="*/ 132 f111 1"/>
                <a:gd name="f155" fmla="*/ 79 f112 1"/>
                <a:gd name="f156" fmla="*/ 146 f111 1"/>
                <a:gd name="f157" fmla="*/ 115 f112 1"/>
                <a:gd name="f158" fmla="*/ 137 f111 1"/>
                <a:gd name="f159" fmla="*/ 141 f112 1"/>
                <a:gd name="f160" fmla="*/ 96 f111 1"/>
                <a:gd name="f161" fmla="*/ 144 f112 1"/>
                <a:gd name="f162" fmla="*/ 63 f111 1"/>
                <a:gd name="f163" fmla="*/ 8 f111 1"/>
                <a:gd name="f164" fmla="*/ 8 f112 1"/>
                <a:gd name="f165" fmla="+- f113 0 f1"/>
                <a:gd name="f166" fmla="*/ f116 1 151"/>
                <a:gd name="f167" fmla="*/ f117 1 334"/>
                <a:gd name="f168" fmla="*/ f118 1 334"/>
                <a:gd name="f169" fmla="*/ f119 1 151"/>
                <a:gd name="f170" fmla="*/ f120 1 334"/>
                <a:gd name="f171" fmla="*/ f121 1 151"/>
                <a:gd name="f172" fmla="*/ f122 1 334"/>
                <a:gd name="f173" fmla="*/ f123 1 151"/>
                <a:gd name="f174" fmla="*/ f124 1 334"/>
                <a:gd name="f175" fmla="*/ f125 1 151"/>
                <a:gd name="f176" fmla="*/ f126 1 334"/>
                <a:gd name="f177" fmla="*/ f127 1 151"/>
                <a:gd name="f178" fmla="*/ f128 1 334"/>
                <a:gd name="f179" fmla="*/ f129 1 334"/>
                <a:gd name="f180" fmla="*/ f130 1 151"/>
                <a:gd name="f181" fmla="*/ f131 1 334"/>
                <a:gd name="f182" fmla="*/ f132 1 151"/>
                <a:gd name="f183" fmla="*/ f133 1 334"/>
                <a:gd name="f184" fmla="*/ f134 1 151"/>
                <a:gd name="f185" fmla="*/ f135 1 334"/>
                <a:gd name="f186" fmla="*/ f136 1 151"/>
                <a:gd name="f187" fmla="*/ f137 1 334"/>
                <a:gd name="f188" fmla="*/ f138 1 151"/>
                <a:gd name="f189" fmla="*/ f139 1 334"/>
                <a:gd name="f190" fmla="*/ f140 1 334"/>
                <a:gd name="f191" fmla="*/ f141 1 151"/>
                <a:gd name="f192" fmla="*/ f142 1 334"/>
                <a:gd name="f193" fmla="*/ f143 1 151"/>
                <a:gd name="f194" fmla="*/ f144 1 334"/>
                <a:gd name="f195" fmla="*/ f145 1 151"/>
                <a:gd name="f196" fmla="*/ f146 1 334"/>
                <a:gd name="f197" fmla="*/ f147 1 151"/>
                <a:gd name="f198" fmla="*/ f148 1 334"/>
                <a:gd name="f199" fmla="*/ f149 1 151"/>
                <a:gd name="f200" fmla="*/ f150 1 151"/>
                <a:gd name="f201" fmla="*/ f151 1 151"/>
                <a:gd name="f202" fmla="*/ f152 1 334"/>
                <a:gd name="f203" fmla="*/ f153 1 151"/>
                <a:gd name="f204" fmla="*/ f154 1 334"/>
                <a:gd name="f205" fmla="*/ f155 1 151"/>
                <a:gd name="f206" fmla="*/ f156 1 334"/>
                <a:gd name="f207" fmla="*/ f157 1 151"/>
                <a:gd name="f208" fmla="*/ f158 1 334"/>
                <a:gd name="f209" fmla="*/ f159 1 151"/>
                <a:gd name="f210" fmla="*/ f160 1 334"/>
                <a:gd name="f211" fmla="*/ f161 1 151"/>
                <a:gd name="f212" fmla="*/ f162 1 334"/>
                <a:gd name="f213" fmla="*/ f163 1 334"/>
                <a:gd name="f214" fmla="*/ f164 1 151"/>
                <a:gd name="f215" fmla="*/ 0 1 f114"/>
                <a:gd name="f216" fmla="*/ f108 1 f114"/>
                <a:gd name="f217" fmla="*/ 0 1 f115"/>
                <a:gd name="f218" fmla="*/ f109 1 f115"/>
                <a:gd name="f219" fmla="*/ f166 1 f114"/>
                <a:gd name="f220" fmla="*/ f167 1 f115"/>
                <a:gd name="f221" fmla="*/ f168 1 f115"/>
                <a:gd name="f222" fmla="*/ f169 1 f114"/>
                <a:gd name="f223" fmla="*/ f170 1 f115"/>
                <a:gd name="f224" fmla="*/ f171 1 f114"/>
                <a:gd name="f225" fmla="*/ f172 1 f115"/>
                <a:gd name="f226" fmla="*/ f173 1 f114"/>
                <a:gd name="f227" fmla="*/ f174 1 f115"/>
                <a:gd name="f228" fmla="*/ f175 1 f114"/>
                <a:gd name="f229" fmla="*/ f176 1 f115"/>
                <a:gd name="f230" fmla="*/ f177 1 f114"/>
                <a:gd name="f231" fmla="*/ f178 1 f115"/>
                <a:gd name="f232" fmla="*/ f179 1 f115"/>
                <a:gd name="f233" fmla="*/ f180 1 f114"/>
                <a:gd name="f234" fmla="*/ f181 1 f115"/>
                <a:gd name="f235" fmla="*/ f182 1 f114"/>
                <a:gd name="f236" fmla="*/ f183 1 f115"/>
                <a:gd name="f237" fmla="*/ f184 1 f114"/>
                <a:gd name="f238" fmla="*/ f185 1 f115"/>
                <a:gd name="f239" fmla="*/ f186 1 f114"/>
                <a:gd name="f240" fmla="*/ f187 1 f115"/>
                <a:gd name="f241" fmla="*/ f188 1 f114"/>
                <a:gd name="f242" fmla="*/ f189 1 f115"/>
                <a:gd name="f243" fmla="*/ f190 1 f115"/>
                <a:gd name="f244" fmla="*/ f191 1 f114"/>
                <a:gd name="f245" fmla="*/ f192 1 f115"/>
                <a:gd name="f246" fmla="*/ f193 1 f114"/>
                <a:gd name="f247" fmla="*/ f194 1 f115"/>
                <a:gd name="f248" fmla="*/ f195 1 f114"/>
                <a:gd name="f249" fmla="*/ f196 1 f115"/>
                <a:gd name="f250" fmla="*/ f197 1 f114"/>
                <a:gd name="f251" fmla="*/ f198 1 f115"/>
                <a:gd name="f252" fmla="*/ f199 1 f114"/>
                <a:gd name="f253" fmla="*/ f200 1 f114"/>
                <a:gd name="f254" fmla="*/ f201 1 f114"/>
                <a:gd name="f255" fmla="*/ f202 1 f115"/>
                <a:gd name="f256" fmla="*/ f203 1 f114"/>
                <a:gd name="f257" fmla="*/ f204 1 f115"/>
                <a:gd name="f258" fmla="*/ f205 1 f114"/>
                <a:gd name="f259" fmla="*/ f206 1 f115"/>
                <a:gd name="f260" fmla="*/ f207 1 f114"/>
                <a:gd name="f261" fmla="*/ f208 1 f115"/>
                <a:gd name="f262" fmla="*/ f209 1 f114"/>
                <a:gd name="f263" fmla="*/ f210 1 f115"/>
                <a:gd name="f264" fmla="*/ f211 1 f114"/>
                <a:gd name="f265" fmla="*/ f212 1 f115"/>
                <a:gd name="f266" fmla="*/ f213 1 f115"/>
                <a:gd name="f267" fmla="*/ f214 1 f114"/>
                <a:gd name="f268" fmla="*/ f215 f105 1"/>
                <a:gd name="f269" fmla="*/ f216 f105 1"/>
                <a:gd name="f270" fmla="*/ f218 f106 1"/>
                <a:gd name="f271" fmla="*/ f217 f106 1"/>
                <a:gd name="f272" fmla="*/ f219 f105 1"/>
                <a:gd name="f273" fmla="*/ f220 f106 1"/>
                <a:gd name="f274" fmla="*/ f221 f106 1"/>
                <a:gd name="f275" fmla="*/ f222 f105 1"/>
                <a:gd name="f276" fmla="*/ f223 f106 1"/>
                <a:gd name="f277" fmla="*/ f224 f105 1"/>
                <a:gd name="f278" fmla="*/ f225 f106 1"/>
                <a:gd name="f279" fmla="*/ f226 f105 1"/>
                <a:gd name="f280" fmla="*/ f227 f106 1"/>
                <a:gd name="f281" fmla="*/ f228 f105 1"/>
                <a:gd name="f282" fmla="*/ f229 f106 1"/>
                <a:gd name="f283" fmla="*/ f230 f105 1"/>
                <a:gd name="f284" fmla="*/ f231 f106 1"/>
                <a:gd name="f285" fmla="*/ f232 f106 1"/>
                <a:gd name="f286" fmla="*/ f233 f105 1"/>
                <a:gd name="f287" fmla="*/ f234 f106 1"/>
                <a:gd name="f288" fmla="*/ f235 f105 1"/>
                <a:gd name="f289" fmla="*/ f236 f106 1"/>
                <a:gd name="f290" fmla="*/ f237 f105 1"/>
                <a:gd name="f291" fmla="*/ f238 f106 1"/>
                <a:gd name="f292" fmla="*/ f239 f105 1"/>
                <a:gd name="f293" fmla="*/ f240 f106 1"/>
                <a:gd name="f294" fmla="*/ f241 f105 1"/>
                <a:gd name="f295" fmla="*/ f242 f106 1"/>
                <a:gd name="f296" fmla="*/ f243 f106 1"/>
                <a:gd name="f297" fmla="*/ f244 f105 1"/>
                <a:gd name="f298" fmla="*/ f245 f106 1"/>
                <a:gd name="f299" fmla="*/ f246 f105 1"/>
                <a:gd name="f300" fmla="*/ f247 f106 1"/>
                <a:gd name="f301" fmla="*/ f248 f105 1"/>
                <a:gd name="f302" fmla="*/ f249 f106 1"/>
                <a:gd name="f303" fmla="*/ f250 f105 1"/>
                <a:gd name="f304" fmla="*/ f251 f106 1"/>
                <a:gd name="f305" fmla="*/ f252 f105 1"/>
                <a:gd name="f306" fmla="*/ f253 f105 1"/>
                <a:gd name="f307" fmla="*/ f254 f105 1"/>
                <a:gd name="f308" fmla="*/ f255 f106 1"/>
                <a:gd name="f309" fmla="*/ f256 f105 1"/>
                <a:gd name="f310" fmla="*/ f257 f106 1"/>
                <a:gd name="f311" fmla="*/ f258 f105 1"/>
                <a:gd name="f312" fmla="*/ f259 f106 1"/>
                <a:gd name="f313" fmla="*/ f260 f105 1"/>
                <a:gd name="f314" fmla="*/ f261 f106 1"/>
                <a:gd name="f315" fmla="*/ f262 f105 1"/>
                <a:gd name="f316" fmla="*/ f263 f106 1"/>
                <a:gd name="f317" fmla="*/ f264 f105 1"/>
                <a:gd name="f318" fmla="*/ f265 f106 1"/>
                <a:gd name="f319" fmla="*/ f266 f106 1"/>
                <a:gd name="f320" fmla="*/ f267 f10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65">
                  <a:pos x="f272" y="f273"/>
                </a:cxn>
                <a:cxn ang="f165">
                  <a:pos x="f272" y="f274"/>
                </a:cxn>
                <a:cxn ang="f165">
                  <a:pos x="f275" y="f276"/>
                </a:cxn>
                <a:cxn ang="f165">
                  <a:pos x="f277" y="f278"/>
                </a:cxn>
                <a:cxn ang="f165">
                  <a:pos x="f279" y="f280"/>
                </a:cxn>
                <a:cxn ang="f165">
                  <a:pos x="f281" y="f282"/>
                </a:cxn>
                <a:cxn ang="f165">
                  <a:pos x="f283" y="f284"/>
                </a:cxn>
                <a:cxn ang="f165">
                  <a:pos x="f283" y="f285"/>
                </a:cxn>
                <a:cxn ang="f165">
                  <a:pos x="f286" y="f287"/>
                </a:cxn>
                <a:cxn ang="f165">
                  <a:pos x="f288" y="f289"/>
                </a:cxn>
                <a:cxn ang="f165">
                  <a:pos x="f290" y="f291"/>
                </a:cxn>
                <a:cxn ang="f165">
                  <a:pos x="f292" y="f293"/>
                </a:cxn>
                <a:cxn ang="f165">
                  <a:pos x="f294" y="f295"/>
                </a:cxn>
                <a:cxn ang="f165">
                  <a:pos x="f292" y="f296"/>
                </a:cxn>
                <a:cxn ang="f165">
                  <a:pos x="f297" y="f298"/>
                </a:cxn>
                <a:cxn ang="f165">
                  <a:pos x="f299" y="f300"/>
                </a:cxn>
                <a:cxn ang="f165">
                  <a:pos x="f301" y="f302"/>
                </a:cxn>
                <a:cxn ang="f165">
                  <a:pos x="f303" y="f304"/>
                </a:cxn>
                <a:cxn ang="f165">
                  <a:pos x="f305" y="f273"/>
                </a:cxn>
                <a:cxn ang="f165">
                  <a:pos x="f306" y="f273"/>
                </a:cxn>
                <a:cxn ang="f165">
                  <a:pos x="f272" y="f273"/>
                </a:cxn>
                <a:cxn ang="f165">
                  <a:pos x="f307" y="f308"/>
                </a:cxn>
                <a:cxn ang="f165">
                  <a:pos x="f277" y="f276"/>
                </a:cxn>
                <a:cxn ang="f165">
                  <a:pos x="f309" y="f310"/>
                </a:cxn>
                <a:cxn ang="f165">
                  <a:pos x="f311" y="f312"/>
                </a:cxn>
                <a:cxn ang="f165">
                  <a:pos x="f313" y="f314"/>
                </a:cxn>
                <a:cxn ang="f165">
                  <a:pos x="f315" y="f316"/>
                </a:cxn>
                <a:cxn ang="f165">
                  <a:pos x="f317" y="f318"/>
                </a:cxn>
                <a:cxn ang="f165">
                  <a:pos x="f317" y="f319"/>
                </a:cxn>
                <a:cxn ang="f165">
                  <a:pos x="f320" y="f319"/>
                </a:cxn>
                <a:cxn ang="f165">
                  <a:pos x="f320" y="f308"/>
                </a:cxn>
                <a:cxn ang="f165">
                  <a:pos x="f307" y="f308"/>
                </a:cxn>
              </a:cxnLst>
              <a:rect l="f268" t="f271" r="f269" b="f270"/>
              <a:pathLst>
                <a:path w="151" h="334">
                  <a:moveTo>
                    <a:pt x="f8" y="f5"/>
                  </a:moveTo>
                  <a:cubicBezTo>
                    <a:pt x="f8" y="f9"/>
                    <a:pt x="f8" y="f10"/>
                    <a:pt x="f8" y="f11"/>
                  </a:cubicBezTo>
                  <a:cubicBezTo>
                    <a:pt x="f8" y="f12"/>
                    <a:pt x="f8" y="f13"/>
                    <a:pt x="f14" y="f15"/>
                  </a:cubicBezTo>
                  <a:cubicBezTo>
                    <a:pt x="f16" y="f17"/>
                    <a:pt x="f18" y="f19"/>
                    <a:pt x="f20" y="f21"/>
                  </a:cubicBezTo>
                  <a:cubicBezTo>
                    <a:pt x="f22" y="f23"/>
                    <a:pt x="f24" y="f6"/>
                    <a:pt x="f17" y="f25"/>
                  </a:cubicBezTo>
                  <a:cubicBezTo>
                    <a:pt x="f26" y="f27"/>
                    <a:pt x="f28" y="f29"/>
                    <a:pt x="f28" y="f30"/>
                  </a:cubicBezTo>
                  <a:cubicBezTo>
                    <a:pt x="f31" y="f32"/>
                    <a:pt x="f15" y="f33"/>
                    <a:pt x="f34" y="f35"/>
                  </a:cubicBezTo>
                  <a:cubicBezTo>
                    <a:pt x="f34" y="f36"/>
                    <a:pt x="f34" y="f37"/>
                    <a:pt x="f34" y="f38"/>
                  </a:cubicBezTo>
                  <a:cubicBezTo>
                    <a:pt x="f39" y="f40"/>
                    <a:pt x="f41" y="f42"/>
                    <a:pt x="f6" y="f43"/>
                  </a:cubicBezTo>
                  <a:cubicBezTo>
                    <a:pt x="f44" y="f45"/>
                    <a:pt x="f46" y="f7"/>
                    <a:pt x="f5" y="f47"/>
                  </a:cubicBezTo>
                  <a:cubicBezTo>
                    <a:pt x="f48" y="f47"/>
                    <a:pt x="f49" y="f43"/>
                    <a:pt x="f50" y="f51"/>
                  </a:cubicBezTo>
                  <a:cubicBezTo>
                    <a:pt x="f52" y="f42"/>
                    <a:pt x="f53" y="f40"/>
                    <a:pt x="f54" y="f55"/>
                  </a:cubicBezTo>
                  <a:cubicBezTo>
                    <a:pt x="f56" y="f55"/>
                    <a:pt x="f57" y="f37"/>
                    <a:pt x="f57" y="f58"/>
                  </a:cubicBezTo>
                  <a:cubicBezTo>
                    <a:pt x="f59" y="f33"/>
                    <a:pt x="f56" y="f60"/>
                    <a:pt x="f54" y="f61"/>
                  </a:cubicBezTo>
                  <a:cubicBezTo>
                    <a:pt x="f62" y="f63"/>
                    <a:pt x="f64" y="f65"/>
                    <a:pt x="f66" y="f67"/>
                  </a:cubicBezTo>
                  <a:cubicBezTo>
                    <a:pt x="f68" y="f69"/>
                    <a:pt x="f70" y="f71"/>
                    <a:pt x="f72" y="f73"/>
                  </a:cubicBezTo>
                  <a:cubicBezTo>
                    <a:pt x="f74" y="f75"/>
                    <a:pt x="f48" y="f76"/>
                    <a:pt x="f48" y="f77"/>
                  </a:cubicBezTo>
                  <a:cubicBezTo>
                    <a:pt x="f78" y="f64"/>
                    <a:pt x="f78" y="f79"/>
                    <a:pt x="f80" y="f50"/>
                  </a:cubicBezTo>
                  <a:cubicBezTo>
                    <a:pt x="f80" y="f78"/>
                    <a:pt x="f78" y="f5"/>
                    <a:pt x="f9" y="f5"/>
                  </a:cubicBezTo>
                  <a:cubicBezTo>
                    <a:pt x="f81" y="f5"/>
                    <a:pt x="f82" y="f5"/>
                    <a:pt x="f83" y="f5"/>
                  </a:cubicBezTo>
                  <a:cubicBezTo>
                    <a:pt x="f84" y="f5"/>
                    <a:pt x="f16" y="f5"/>
                    <a:pt x="f8" y="f5"/>
                  </a:cubicBezTo>
                  <a:close/>
                  <a:moveTo>
                    <a:pt x="f85" y="f68"/>
                  </a:moveTo>
                  <a:cubicBezTo>
                    <a:pt x="f85" y="f86"/>
                    <a:pt x="f85" y="f59"/>
                    <a:pt x="f20" y="f15"/>
                  </a:cubicBezTo>
                  <a:cubicBezTo>
                    <a:pt x="f19" y="f87"/>
                    <a:pt x="f88" y="f89"/>
                    <a:pt x="f90" y="f91"/>
                  </a:cubicBezTo>
                  <a:cubicBezTo>
                    <a:pt x="f26" y="f21"/>
                    <a:pt x="f92" y="f93"/>
                    <a:pt x="f77" y="f83"/>
                  </a:cubicBezTo>
                  <a:cubicBezTo>
                    <a:pt x="f94" y="f83"/>
                    <a:pt x="f17" y="f83"/>
                    <a:pt x="f75" y="f71"/>
                  </a:cubicBezTo>
                  <a:cubicBezTo>
                    <a:pt x="f73" y="f95"/>
                    <a:pt x="f21" y="f96"/>
                    <a:pt x="f44" y="f97"/>
                  </a:cubicBezTo>
                  <a:cubicBezTo>
                    <a:pt x="f98" y="f92"/>
                    <a:pt x="f23" y="f99"/>
                    <a:pt x="f23" y="f62"/>
                  </a:cubicBezTo>
                  <a:cubicBezTo>
                    <a:pt x="f69" y="f53"/>
                    <a:pt x="f23" y="f70"/>
                    <a:pt x="f23" y="f74"/>
                  </a:cubicBezTo>
                  <a:cubicBezTo>
                    <a:pt x="f100" y="f74"/>
                    <a:pt x="f81" y="f74"/>
                    <a:pt x="f74" y="f74"/>
                  </a:cubicBezTo>
                  <a:cubicBezTo>
                    <a:pt x="f74" y="f101"/>
                    <a:pt x="f74" y="f102"/>
                    <a:pt x="f74" y="f68"/>
                  </a:cubicBezTo>
                  <a:cubicBezTo>
                    <a:pt x="f103" y="f68"/>
                    <a:pt x="f31" y="f68"/>
                    <a:pt x="f85" y="f68"/>
                  </a:cubicBezTo>
                  <a:close/>
                </a:path>
              </a:pathLst>
            </a:custGeom>
            <a:solidFill>
              <a:srgbClr val="A72424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s-ES" sz="1400" b="0" i="0" u="none" strike="noStrike" kern="0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CAECA44-6C14-9356-4154-7264377E4C7F}"/>
                </a:ext>
              </a:extLst>
            </p:cNvPr>
            <p:cNvSpPr/>
            <p:nvPr/>
          </p:nvSpPr>
          <p:spPr>
            <a:xfrm>
              <a:off x="107515" y="4376638"/>
              <a:ext cx="322527" cy="718105"/>
            </a:xfrm>
            <a:custGeom>
              <a:avLst/>
              <a:gdLst>
                <a:gd name="f0" fmla="val 10800000"/>
                <a:gd name="f1" fmla="val 5400000"/>
                <a:gd name="f2" fmla="val 360"/>
                <a:gd name="f3" fmla="val 180"/>
                <a:gd name="f4" fmla="val w"/>
                <a:gd name="f5" fmla="val h"/>
                <a:gd name="f6" fmla="val 0"/>
                <a:gd name="f7" fmla="val 166"/>
                <a:gd name="f8" fmla="val 371"/>
                <a:gd name="f9" fmla="val 1"/>
                <a:gd name="f10" fmla="val 56"/>
                <a:gd name="f11" fmla="val 111"/>
                <a:gd name="f12" fmla="val 8"/>
                <a:gd name="f13" fmla="val 15"/>
                <a:gd name="f14" fmla="val 23"/>
                <a:gd name="f15" fmla="val 145"/>
                <a:gd name="f16" fmla="val 125"/>
                <a:gd name="f17" fmla="val 103"/>
                <a:gd name="f18" fmla="val 34"/>
                <a:gd name="f19" fmla="val 44"/>
                <a:gd name="f20" fmla="val 55"/>
                <a:gd name="f21" fmla="val 74"/>
                <a:gd name="f22" fmla="val 45"/>
                <a:gd name="f23" fmla="val 16"/>
                <a:gd name="f24" fmla="val 75"/>
                <a:gd name="f25" fmla="val 14"/>
                <a:gd name="f26" fmla="val 94"/>
                <a:gd name="f27" fmla="val 20"/>
                <a:gd name="f28" fmla="val 113"/>
                <a:gd name="f29" fmla="val 27"/>
                <a:gd name="f30" fmla="val 134"/>
                <a:gd name="f31" fmla="val 40"/>
                <a:gd name="f32" fmla="val 152"/>
                <a:gd name="f33" fmla="val 63"/>
                <a:gd name="f34" fmla="val 156"/>
                <a:gd name="f35" fmla="val 76"/>
                <a:gd name="f36" fmla="val 158"/>
                <a:gd name="f37" fmla="val 90"/>
                <a:gd name="f38" fmla="val 106"/>
                <a:gd name="f39" fmla="val 108"/>
                <a:gd name="f40" fmla="val 155"/>
                <a:gd name="f41" fmla="val 114"/>
                <a:gd name="f42" fmla="val 160"/>
                <a:gd name="f43" fmla="val 116"/>
                <a:gd name="f44" fmla="val 165"/>
                <a:gd name="f45" fmla="val 119"/>
                <a:gd name="f46" fmla="val 171"/>
                <a:gd name="f47" fmla="val 172"/>
                <a:gd name="f48" fmla="val 101"/>
                <a:gd name="f49" fmla="val 188"/>
                <a:gd name="f50" fmla="val 96"/>
                <a:gd name="f51" fmla="val 209"/>
                <a:gd name="f52" fmla="val 95"/>
                <a:gd name="f53" fmla="val 232"/>
                <a:gd name="f54" fmla="val 271"/>
                <a:gd name="f55" fmla="val 92"/>
                <a:gd name="f56" fmla="val 310"/>
                <a:gd name="f57" fmla="val 349"/>
                <a:gd name="f58" fmla="val 350"/>
                <a:gd name="f59" fmla="val 351"/>
                <a:gd name="f60" fmla="val 352"/>
                <a:gd name="f61" fmla="val 353"/>
                <a:gd name="f62" fmla="val 99"/>
                <a:gd name="f63" fmla="val 354"/>
                <a:gd name="f64" fmla="val 104"/>
                <a:gd name="f65" fmla="val 355"/>
                <a:gd name="f66" fmla="val 102"/>
                <a:gd name="f67" fmla="val 364"/>
                <a:gd name="f68" fmla="val 100"/>
                <a:gd name="f69" fmla="val 370"/>
                <a:gd name="f70" fmla="val 67"/>
                <a:gd name="f71" fmla="val 367"/>
                <a:gd name="f72" fmla="val 366"/>
                <a:gd name="f73" fmla="val 365"/>
                <a:gd name="f74" fmla="val 26"/>
                <a:gd name="f75" fmla="val 51"/>
                <a:gd name="f76" fmla="val 356"/>
                <a:gd name="f77" fmla="val 77"/>
                <a:gd name="f78" fmla="val 333"/>
                <a:gd name="f79" fmla="val 314"/>
                <a:gd name="f80" fmla="val 295"/>
                <a:gd name="f81" fmla="val 73"/>
                <a:gd name="f82" fmla="val 72"/>
                <a:gd name="f83" fmla="val 246"/>
                <a:gd name="f84" fmla="val 71"/>
                <a:gd name="f85" fmla="val 222"/>
                <a:gd name="f86" fmla="val 204"/>
                <a:gd name="f87" fmla="val 65"/>
                <a:gd name="f88" fmla="val 52"/>
                <a:gd name="f89" fmla="val 175"/>
                <a:gd name="f90" fmla="val 168"/>
                <a:gd name="f91" fmla="val 37"/>
                <a:gd name="f92" fmla="val 161"/>
                <a:gd name="f93" fmla="val 29"/>
                <a:gd name="f94" fmla="val 154"/>
                <a:gd name="f95" fmla="val 9"/>
                <a:gd name="f96" fmla="val 135"/>
                <a:gd name="f97" fmla="val 2"/>
                <a:gd name="f98" fmla="val 85"/>
                <a:gd name="f99" fmla="val 58"/>
                <a:gd name="f100" fmla="val 31"/>
                <a:gd name="f101" fmla="val 4"/>
                <a:gd name="f102" fmla="val 3"/>
                <a:gd name="f103" fmla="+- 0 0 -90"/>
                <a:gd name="f104" fmla="*/ f4 1 166"/>
                <a:gd name="f105" fmla="*/ f5 1 371"/>
                <a:gd name="f106" fmla="val f6"/>
                <a:gd name="f107" fmla="val f7"/>
                <a:gd name="f108" fmla="val f8"/>
                <a:gd name="f109" fmla="*/ f103 f0 1"/>
                <a:gd name="f110" fmla="+- f108 0 f106"/>
                <a:gd name="f111" fmla="+- f107 0 f106"/>
                <a:gd name="f112" fmla="*/ f109 1 f3"/>
                <a:gd name="f113" fmla="*/ f111 1 166"/>
                <a:gd name="f114" fmla="*/ f110 1 371"/>
                <a:gd name="f115" fmla="*/ 1 f111 1"/>
                <a:gd name="f116" fmla="*/ 0 f110 1"/>
                <a:gd name="f117" fmla="*/ 166 f111 1"/>
                <a:gd name="f118" fmla="*/ 23 f110 1"/>
                <a:gd name="f119" fmla="*/ 103 f111 1"/>
                <a:gd name="f120" fmla="*/ 55 f110 1"/>
                <a:gd name="f121" fmla="*/ 16 f111 1"/>
                <a:gd name="f122" fmla="*/ 20 f111 1"/>
                <a:gd name="f123" fmla="*/ 113 f110 1"/>
                <a:gd name="f124" fmla="*/ 63 f111 1"/>
                <a:gd name="f125" fmla="*/ 156 f110 1"/>
                <a:gd name="f126" fmla="*/ 111 f111 1"/>
                <a:gd name="f127" fmla="*/ 155 f110 1"/>
                <a:gd name="f128" fmla="*/ 119 f111 1"/>
                <a:gd name="f129" fmla="*/ 171 f110 1"/>
                <a:gd name="f130" fmla="*/ 172 f110 1"/>
                <a:gd name="f131" fmla="*/ 95 f111 1"/>
                <a:gd name="f132" fmla="*/ 232 f110 1"/>
                <a:gd name="f133" fmla="*/ 90 f111 1"/>
                <a:gd name="f134" fmla="*/ 349 f110 1"/>
                <a:gd name="f135" fmla="*/ 352 f110 1"/>
                <a:gd name="f136" fmla="*/ 104 f111 1"/>
                <a:gd name="f137" fmla="*/ 355 f110 1"/>
                <a:gd name="f138" fmla="*/ 100 f111 1"/>
                <a:gd name="f139" fmla="*/ 370 f110 1"/>
                <a:gd name="f140" fmla="*/ 0 f111 1"/>
                <a:gd name="f141" fmla="*/ 367 f110 1"/>
                <a:gd name="f142" fmla="*/ 364 f110 1"/>
                <a:gd name="f143" fmla="*/ 77 f111 1"/>
                <a:gd name="f144" fmla="*/ 75 f111 1"/>
                <a:gd name="f145" fmla="*/ 295 f110 1"/>
                <a:gd name="f146" fmla="*/ 71 f111 1"/>
                <a:gd name="f147" fmla="*/ 222 f110 1"/>
                <a:gd name="f148" fmla="*/ 52 f111 1"/>
                <a:gd name="f149" fmla="*/ 175 f110 1"/>
                <a:gd name="f150" fmla="*/ 29 f111 1"/>
                <a:gd name="f151" fmla="*/ 154 f110 1"/>
                <a:gd name="f152" fmla="*/ 85 f110 1"/>
                <a:gd name="f153" fmla="*/ 4 f110 1"/>
                <a:gd name="f154" fmla="+- f112 0 f1"/>
                <a:gd name="f155" fmla="*/ f115 1 166"/>
                <a:gd name="f156" fmla="*/ f116 1 371"/>
                <a:gd name="f157" fmla="*/ f117 1 166"/>
                <a:gd name="f158" fmla="*/ f118 1 371"/>
                <a:gd name="f159" fmla="*/ f119 1 166"/>
                <a:gd name="f160" fmla="*/ f120 1 371"/>
                <a:gd name="f161" fmla="*/ f121 1 166"/>
                <a:gd name="f162" fmla="*/ f122 1 166"/>
                <a:gd name="f163" fmla="*/ f123 1 371"/>
                <a:gd name="f164" fmla="*/ f124 1 166"/>
                <a:gd name="f165" fmla="*/ f125 1 371"/>
                <a:gd name="f166" fmla="*/ f126 1 166"/>
                <a:gd name="f167" fmla="*/ f127 1 371"/>
                <a:gd name="f168" fmla="*/ f128 1 166"/>
                <a:gd name="f169" fmla="*/ f129 1 371"/>
                <a:gd name="f170" fmla="*/ f130 1 371"/>
                <a:gd name="f171" fmla="*/ f131 1 166"/>
                <a:gd name="f172" fmla="*/ f132 1 371"/>
                <a:gd name="f173" fmla="*/ f133 1 166"/>
                <a:gd name="f174" fmla="*/ f134 1 371"/>
                <a:gd name="f175" fmla="*/ f135 1 371"/>
                <a:gd name="f176" fmla="*/ f136 1 166"/>
                <a:gd name="f177" fmla="*/ f137 1 371"/>
                <a:gd name="f178" fmla="*/ f138 1 166"/>
                <a:gd name="f179" fmla="*/ f139 1 371"/>
                <a:gd name="f180" fmla="*/ f140 1 166"/>
                <a:gd name="f181" fmla="*/ f141 1 371"/>
                <a:gd name="f182" fmla="*/ f142 1 371"/>
                <a:gd name="f183" fmla="*/ f143 1 166"/>
                <a:gd name="f184" fmla="*/ f144 1 166"/>
                <a:gd name="f185" fmla="*/ f145 1 371"/>
                <a:gd name="f186" fmla="*/ f146 1 166"/>
                <a:gd name="f187" fmla="*/ f147 1 371"/>
                <a:gd name="f188" fmla="*/ f148 1 166"/>
                <a:gd name="f189" fmla="*/ f149 1 371"/>
                <a:gd name="f190" fmla="*/ f150 1 166"/>
                <a:gd name="f191" fmla="*/ f151 1 371"/>
                <a:gd name="f192" fmla="*/ f152 1 371"/>
                <a:gd name="f193" fmla="*/ f153 1 371"/>
                <a:gd name="f194" fmla="*/ 0 1 f113"/>
                <a:gd name="f195" fmla="*/ f107 1 f113"/>
                <a:gd name="f196" fmla="*/ 0 1 f114"/>
                <a:gd name="f197" fmla="*/ f108 1 f114"/>
                <a:gd name="f198" fmla="*/ f155 1 f113"/>
                <a:gd name="f199" fmla="*/ f156 1 f114"/>
                <a:gd name="f200" fmla="*/ f157 1 f113"/>
                <a:gd name="f201" fmla="*/ f158 1 f114"/>
                <a:gd name="f202" fmla="*/ f159 1 f113"/>
                <a:gd name="f203" fmla="*/ f160 1 f114"/>
                <a:gd name="f204" fmla="*/ f161 1 f113"/>
                <a:gd name="f205" fmla="*/ f162 1 f113"/>
                <a:gd name="f206" fmla="*/ f163 1 f114"/>
                <a:gd name="f207" fmla="*/ f164 1 f113"/>
                <a:gd name="f208" fmla="*/ f165 1 f114"/>
                <a:gd name="f209" fmla="*/ f166 1 f113"/>
                <a:gd name="f210" fmla="*/ f167 1 f114"/>
                <a:gd name="f211" fmla="*/ f168 1 f113"/>
                <a:gd name="f212" fmla="*/ f169 1 f114"/>
                <a:gd name="f213" fmla="*/ f170 1 f114"/>
                <a:gd name="f214" fmla="*/ f171 1 f113"/>
                <a:gd name="f215" fmla="*/ f172 1 f114"/>
                <a:gd name="f216" fmla="*/ f173 1 f113"/>
                <a:gd name="f217" fmla="*/ f174 1 f114"/>
                <a:gd name="f218" fmla="*/ f175 1 f114"/>
                <a:gd name="f219" fmla="*/ f176 1 f113"/>
                <a:gd name="f220" fmla="*/ f177 1 f114"/>
                <a:gd name="f221" fmla="*/ f178 1 f113"/>
                <a:gd name="f222" fmla="*/ f179 1 f114"/>
                <a:gd name="f223" fmla="*/ f180 1 f113"/>
                <a:gd name="f224" fmla="*/ f181 1 f114"/>
                <a:gd name="f225" fmla="*/ f182 1 f114"/>
                <a:gd name="f226" fmla="*/ f183 1 f113"/>
                <a:gd name="f227" fmla="*/ f184 1 f113"/>
                <a:gd name="f228" fmla="*/ f185 1 f114"/>
                <a:gd name="f229" fmla="*/ f186 1 f113"/>
                <a:gd name="f230" fmla="*/ f187 1 f114"/>
                <a:gd name="f231" fmla="*/ f188 1 f113"/>
                <a:gd name="f232" fmla="*/ f189 1 f114"/>
                <a:gd name="f233" fmla="*/ f190 1 f113"/>
                <a:gd name="f234" fmla="*/ f191 1 f114"/>
                <a:gd name="f235" fmla="*/ f192 1 f114"/>
                <a:gd name="f236" fmla="*/ f193 1 f114"/>
                <a:gd name="f237" fmla="*/ f194 f104 1"/>
                <a:gd name="f238" fmla="*/ f195 f104 1"/>
                <a:gd name="f239" fmla="*/ f197 f105 1"/>
                <a:gd name="f240" fmla="*/ f196 f105 1"/>
                <a:gd name="f241" fmla="*/ f198 f104 1"/>
                <a:gd name="f242" fmla="*/ f199 f105 1"/>
                <a:gd name="f243" fmla="*/ f200 f104 1"/>
                <a:gd name="f244" fmla="*/ f201 f105 1"/>
                <a:gd name="f245" fmla="*/ f202 f104 1"/>
                <a:gd name="f246" fmla="*/ f203 f105 1"/>
                <a:gd name="f247" fmla="*/ f204 f104 1"/>
                <a:gd name="f248" fmla="*/ f205 f104 1"/>
                <a:gd name="f249" fmla="*/ f206 f105 1"/>
                <a:gd name="f250" fmla="*/ f207 f104 1"/>
                <a:gd name="f251" fmla="*/ f208 f105 1"/>
                <a:gd name="f252" fmla="*/ f209 f104 1"/>
                <a:gd name="f253" fmla="*/ f210 f105 1"/>
                <a:gd name="f254" fmla="*/ f211 f104 1"/>
                <a:gd name="f255" fmla="*/ f212 f105 1"/>
                <a:gd name="f256" fmla="*/ f213 f105 1"/>
                <a:gd name="f257" fmla="*/ f214 f104 1"/>
                <a:gd name="f258" fmla="*/ f215 f105 1"/>
                <a:gd name="f259" fmla="*/ f216 f104 1"/>
                <a:gd name="f260" fmla="*/ f217 f105 1"/>
                <a:gd name="f261" fmla="*/ f218 f105 1"/>
                <a:gd name="f262" fmla="*/ f219 f104 1"/>
                <a:gd name="f263" fmla="*/ f220 f105 1"/>
                <a:gd name="f264" fmla="*/ f221 f104 1"/>
                <a:gd name="f265" fmla="*/ f222 f105 1"/>
                <a:gd name="f266" fmla="*/ f223 f104 1"/>
                <a:gd name="f267" fmla="*/ f224 f105 1"/>
                <a:gd name="f268" fmla="*/ f225 f105 1"/>
                <a:gd name="f269" fmla="*/ f226 f104 1"/>
                <a:gd name="f270" fmla="*/ f227 f104 1"/>
                <a:gd name="f271" fmla="*/ f228 f105 1"/>
                <a:gd name="f272" fmla="*/ f229 f104 1"/>
                <a:gd name="f273" fmla="*/ f230 f105 1"/>
                <a:gd name="f274" fmla="*/ f231 f104 1"/>
                <a:gd name="f275" fmla="*/ f232 f105 1"/>
                <a:gd name="f276" fmla="*/ f233 f104 1"/>
                <a:gd name="f277" fmla="*/ f234 f105 1"/>
                <a:gd name="f278" fmla="*/ f235 f105 1"/>
                <a:gd name="f279" fmla="*/ f236 f10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54">
                  <a:pos x="f241" y="f242"/>
                </a:cxn>
                <a:cxn ang="f154">
                  <a:pos x="f243" y="f242"/>
                </a:cxn>
                <a:cxn ang="f154">
                  <a:pos x="f243" y="f244"/>
                </a:cxn>
                <a:cxn ang="f154">
                  <a:pos x="f245" y="f244"/>
                </a:cxn>
                <a:cxn ang="f154">
                  <a:pos x="f245" y="f246"/>
                </a:cxn>
                <a:cxn ang="f154">
                  <a:pos x="f247" y="f246"/>
                </a:cxn>
                <a:cxn ang="f154">
                  <a:pos x="f248" y="f249"/>
                </a:cxn>
                <a:cxn ang="f154">
                  <a:pos x="f250" y="f251"/>
                </a:cxn>
                <a:cxn ang="f154">
                  <a:pos x="f245" y="f251"/>
                </a:cxn>
                <a:cxn ang="f154">
                  <a:pos x="f252" y="f253"/>
                </a:cxn>
                <a:cxn ang="f154">
                  <a:pos x="f254" y="f255"/>
                </a:cxn>
                <a:cxn ang="f154">
                  <a:pos x="f254" y="f256"/>
                </a:cxn>
                <a:cxn ang="f154">
                  <a:pos x="f257" y="f258"/>
                </a:cxn>
                <a:cxn ang="f154">
                  <a:pos x="f259" y="f260"/>
                </a:cxn>
                <a:cxn ang="f154">
                  <a:pos x="f259" y="f261"/>
                </a:cxn>
                <a:cxn ang="f154">
                  <a:pos x="f262" y="f263"/>
                </a:cxn>
                <a:cxn ang="f154">
                  <a:pos x="f264" y="f265"/>
                </a:cxn>
                <a:cxn ang="f154">
                  <a:pos x="f266" y="f267"/>
                </a:cxn>
                <a:cxn ang="f154">
                  <a:pos x="f266" y="f268"/>
                </a:cxn>
                <a:cxn ang="f154">
                  <a:pos x="f269" y="f261"/>
                </a:cxn>
                <a:cxn ang="f154">
                  <a:pos x="f270" y="f271"/>
                </a:cxn>
                <a:cxn ang="f154">
                  <a:pos x="f272" y="f273"/>
                </a:cxn>
                <a:cxn ang="f154">
                  <a:pos x="f274" y="f275"/>
                </a:cxn>
                <a:cxn ang="f154">
                  <a:pos x="f276" y="f277"/>
                </a:cxn>
                <a:cxn ang="f154">
                  <a:pos x="f241" y="f278"/>
                </a:cxn>
                <a:cxn ang="f154">
                  <a:pos x="f241" y="f279"/>
                </a:cxn>
                <a:cxn ang="f154">
                  <a:pos x="f241" y="f242"/>
                </a:cxn>
              </a:cxnLst>
              <a:rect l="f237" t="f240" r="f238" b="f239"/>
              <a:pathLst>
                <a:path w="166" h="371">
                  <a:moveTo>
                    <a:pt x="f9" y="f6"/>
                  </a:moveTo>
                  <a:cubicBezTo>
                    <a:pt x="f10" y="f6"/>
                    <a:pt x="f11" y="f6"/>
                    <a:pt x="f7" y="f6"/>
                  </a:cubicBezTo>
                  <a:cubicBezTo>
                    <a:pt x="f7" y="f12"/>
                    <a:pt x="f7" y="f13"/>
                    <a:pt x="f7" y="f14"/>
                  </a:cubicBezTo>
                  <a:cubicBezTo>
                    <a:pt x="f15" y="f14"/>
                    <a:pt x="f16" y="f14"/>
                    <a:pt x="f17" y="f14"/>
                  </a:cubicBezTo>
                  <a:cubicBezTo>
                    <a:pt x="f17" y="f18"/>
                    <a:pt x="f17" y="f19"/>
                    <a:pt x="f17" y="f20"/>
                  </a:cubicBezTo>
                  <a:cubicBezTo>
                    <a:pt x="f21" y="f20"/>
                    <a:pt x="f22" y="f20"/>
                    <a:pt x="f23" y="f20"/>
                  </a:cubicBezTo>
                  <a:cubicBezTo>
                    <a:pt x="f13" y="f24"/>
                    <a:pt x="f25" y="f26"/>
                    <a:pt x="f27" y="f28"/>
                  </a:cubicBezTo>
                  <a:cubicBezTo>
                    <a:pt x="f29" y="f30"/>
                    <a:pt x="f31" y="f32"/>
                    <a:pt x="f33" y="f34"/>
                  </a:cubicBezTo>
                  <a:cubicBezTo>
                    <a:pt x="f35" y="f36"/>
                    <a:pt x="f37" y="f34"/>
                    <a:pt x="f17" y="f34"/>
                  </a:cubicBezTo>
                  <a:cubicBezTo>
                    <a:pt x="f38" y="f34"/>
                    <a:pt x="f39" y="f40"/>
                    <a:pt x="f11" y="f40"/>
                  </a:cubicBezTo>
                  <a:cubicBezTo>
                    <a:pt x="f41" y="f42"/>
                    <a:pt x="f43" y="f44"/>
                    <a:pt x="f45" y="f46"/>
                  </a:cubicBezTo>
                  <a:cubicBezTo>
                    <a:pt x="f45" y="f46"/>
                    <a:pt x="f45" y="f46"/>
                    <a:pt x="f45" y="f47"/>
                  </a:cubicBezTo>
                  <a:cubicBezTo>
                    <a:pt x="f48" y="f49"/>
                    <a:pt x="f50" y="f51"/>
                    <a:pt x="f52" y="f53"/>
                  </a:cubicBezTo>
                  <a:cubicBezTo>
                    <a:pt x="f26" y="f54"/>
                    <a:pt x="f55" y="f56"/>
                    <a:pt x="f37" y="f57"/>
                  </a:cubicBezTo>
                  <a:cubicBezTo>
                    <a:pt x="f37" y="f58"/>
                    <a:pt x="f37" y="f59"/>
                    <a:pt x="f37" y="f60"/>
                  </a:cubicBezTo>
                  <a:cubicBezTo>
                    <a:pt x="f52" y="f61"/>
                    <a:pt x="f62" y="f63"/>
                    <a:pt x="f64" y="f65"/>
                  </a:cubicBezTo>
                  <a:cubicBezTo>
                    <a:pt x="f17" y="f2"/>
                    <a:pt x="f66" y="f67"/>
                    <a:pt x="f68" y="f69"/>
                  </a:cubicBezTo>
                  <a:cubicBezTo>
                    <a:pt x="f70" y="f8"/>
                    <a:pt x="f18" y="f8"/>
                    <a:pt x="f6" y="f71"/>
                  </a:cubicBezTo>
                  <a:cubicBezTo>
                    <a:pt x="f6" y="f72"/>
                    <a:pt x="f6" y="f73"/>
                    <a:pt x="f6" y="f67"/>
                  </a:cubicBezTo>
                  <a:cubicBezTo>
                    <a:pt x="f74" y="f2"/>
                    <a:pt x="f75" y="f76"/>
                    <a:pt x="f77" y="f60"/>
                  </a:cubicBezTo>
                  <a:cubicBezTo>
                    <a:pt x="f35" y="f78"/>
                    <a:pt x="f35" y="f79"/>
                    <a:pt x="f24" y="f80"/>
                  </a:cubicBezTo>
                  <a:cubicBezTo>
                    <a:pt x="f81" y="f54"/>
                    <a:pt x="f82" y="f83"/>
                    <a:pt x="f84" y="f85"/>
                  </a:cubicBezTo>
                  <a:cubicBezTo>
                    <a:pt x="f84" y="f86"/>
                    <a:pt x="f87" y="f49"/>
                    <a:pt x="f88" y="f89"/>
                  </a:cubicBezTo>
                  <a:cubicBezTo>
                    <a:pt x="f19" y="f90"/>
                    <a:pt x="f91" y="f92"/>
                    <a:pt x="f93" y="f94"/>
                  </a:cubicBezTo>
                  <a:cubicBezTo>
                    <a:pt x="f95" y="f96"/>
                    <a:pt x="f97" y="f11"/>
                    <a:pt x="f9" y="f98"/>
                  </a:cubicBezTo>
                  <a:cubicBezTo>
                    <a:pt x="f6" y="f99"/>
                    <a:pt x="f9" y="f100"/>
                    <a:pt x="f9" y="f101"/>
                  </a:cubicBezTo>
                  <a:cubicBezTo>
                    <a:pt x="f9" y="f102"/>
                    <a:pt x="f9" y="f97"/>
                    <a:pt x="f9" y="f6"/>
                  </a:cubicBezTo>
                  <a:close/>
                </a:path>
              </a:pathLst>
            </a:custGeom>
            <a:solidFill>
              <a:srgbClr val="A72424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s-ES" sz="1400" b="0" i="0" u="none" strike="noStrike" kern="0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11" name="Elipse 9">
            <a:extLst>
              <a:ext uri="{FF2B5EF4-FFF2-40B4-BE49-F238E27FC236}">
                <a16:creationId xmlns:a16="http://schemas.microsoft.com/office/drawing/2014/main" id="{38C2D159-10F0-0927-5EA6-8D39BC815412}"/>
              </a:ext>
            </a:extLst>
          </p:cNvPr>
          <p:cNvSpPr/>
          <p:nvPr/>
        </p:nvSpPr>
        <p:spPr>
          <a:xfrm>
            <a:off x="398971" y="5027828"/>
            <a:ext cx="8665467" cy="85725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A72424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400" b="0" i="0" u="none" strike="noStrike" kern="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2" name="Picture 2" descr="arbol de uvas">
            <a:extLst>
              <a:ext uri="{FF2B5EF4-FFF2-40B4-BE49-F238E27FC236}">
                <a16:creationId xmlns:a16="http://schemas.microsoft.com/office/drawing/2014/main" id="{836B86DB-CEC6-F6D2-61CB-A28A808A442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715000" y="0"/>
            <a:ext cx="3429000" cy="5143499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2434266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0876" y="1335024"/>
            <a:ext cx="2080260" cy="2426562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78740" rIns="0" bIns="0" rtlCol="0">
            <a:spAutoFit/>
          </a:bodyPr>
          <a:lstStyle/>
          <a:p>
            <a:pPr marL="205104" marR="539115">
              <a:lnSpc>
                <a:spcPct val="104400"/>
              </a:lnSpc>
              <a:spcBef>
                <a:spcPts val="620"/>
              </a:spcBef>
            </a:pPr>
            <a:r>
              <a:rPr sz="900" b="1" u="sng" spc="10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Méthodes</a:t>
            </a:r>
            <a:r>
              <a:rPr sz="900" b="1" u="sng" spc="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900" b="1" u="sng" spc="8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statistiques</a:t>
            </a:r>
            <a:r>
              <a:rPr sz="900" b="1" spc="85" dirty="0">
                <a:latin typeface="Calibri"/>
                <a:cs typeface="Calibri"/>
              </a:rPr>
              <a:t> </a:t>
            </a:r>
            <a:r>
              <a:rPr sz="900" b="1" u="sng" spc="114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employées</a:t>
            </a:r>
            <a:r>
              <a:rPr sz="900" b="1" u="sng" spc="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900" b="1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:</a:t>
            </a:r>
            <a:endParaRPr sz="9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850" dirty="0">
              <a:latin typeface="Calibri"/>
              <a:cs typeface="Calibri"/>
            </a:endParaRPr>
          </a:p>
          <a:p>
            <a:pPr marL="205104">
              <a:lnSpc>
                <a:spcPct val="100000"/>
              </a:lnSpc>
            </a:pPr>
            <a:r>
              <a:rPr sz="800" b="1" u="sng" spc="75" dirty="0">
                <a:solidFill>
                  <a:srgbClr val="0070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Z-score</a:t>
            </a:r>
          </a:p>
          <a:p>
            <a:pPr marL="205104">
              <a:lnSpc>
                <a:spcPct val="100000"/>
              </a:lnSpc>
              <a:spcBef>
                <a:spcPts val="50"/>
              </a:spcBef>
            </a:pPr>
            <a:r>
              <a:rPr sz="800" dirty="0">
                <a:solidFill>
                  <a:srgbClr val="0070C0"/>
                </a:solidFill>
                <a:latin typeface="Century Gothic"/>
                <a:cs typeface="Century Gothic"/>
              </a:rPr>
              <a:t>La</a:t>
            </a:r>
            <a:r>
              <a:rPr sz="800" spc="40" dirty="0">
                <a:solidFill>
                  <a:srgbClr val="0070C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0070C0"/>
                </a:solidFill>
                <a:latin typeface="Century Gothic"/>
                <a:cs typeface="Century Gothic"/>
              </a:rPr>
              <a:t>moyenne</a:t>
            </a:r>
            <a:r>
              <a:rPr sz="800" spc="35" dirty="0">
                <a:solidFill>
                  <a:srgbClr val="0070C0"/>
                </a:solidFill>
                <a:latin typeface="Century Gothic"/>
                <a:cs typeface="Century Gothic"/>
              </a:rPr>
              <a:t> </a:t>
            </a:r>
            <a:r>
              <a:rPr sz="800" spc="-20" dirty="0">
                <a:solidFill>
                  <a:srgbClr val="0070C0"/>
                </a:solidFill>
                <a:latin typeface="Century Gothic"/>
                <a:cs typeface="Century Gothic"/>
              </a:rPr>
              <a:t>de</a:t>
            </a:r>
            <a:r>
              <a:rPr sz="800" spc="30" dirty="0">
                <a:solidFill>
                  <a:srgbClr val="0070C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0070C0"/>
                </a:solidFill>
                <a:latin typeface="Century Gothic"/>
                <a:cs typeface="Century Gothic"/>
              </a:rPr>
              <a:t>la</a:t>
            </a:r>
            <a:r>
              <a:rPr sz="800" spc="30" dirty="0">
                <a:solidFill>
                  <a:srgbClr val="0070C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0070C0"/>
                </a:solidFill>
                <a:latin typeface="Century Gothic"/>
                <a:cs typeface="Century Gothic"/>
              </a:rPr>
              <a:t>variable</a:t>
            </a:r>
            <a:r>
              <a:rPr sz="800" spc="35" dirty="0">
                <a:solidFill>
                  <a:srgbClr val="0070C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0070C0"/>
                </a:solidFill>
                <a:latin typeface="Century Gothic"/>
                <a:cs typeface="Century Gothic"/>
              </a:rPr>
              <a:t>prix</a:t>
            </a:r>
            <a:r>
              <a:rPr sz="800" spc="10" dirty="0">
                <a:solidFill>
                  <a:srgbClr val="0070C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0070C0"/>
                </a:solidFill>
                <a:latin typeface="Century Gothic"/>
                <a:cs typeface="Century Gothic"/>
              </a:rPr>
              <a:t>est</a:t>
            </a:r>
            <a:r>
              <a:rPr sz="800" spc="40" dirty="0">
                <a:solidFill>
                  <a:srgbClr val="0070C0"/>
                </a:solidFill>
                <a:latin typeface="Century Gothic"/>
                <a:cs typeface="Century Gothic"/>
              </a:rPr>
              <a:t> </a:t>
            </a:r>
            <a:r>
              <a:rPr sz="800" spc="-50" dirty="0">
                <a:solidFill>
                  <a:srgbClr val="0070C0"/>
                </a:solidFill>
                <a:latin typeface="Century Gothic"/>
                <a:cs typeface="Century Gothic"/>
              </a:rPr>
              <a:t>:</a:t>
            </a:r>
            <a:endParaRPr sz="800" dirty="0">
              <a:solidFill>
                <a:srgbClr val="0070C0"/>
              </a:solidFill>
              <a:latin typeface="Century Gothic"/>
              <a:cs typeface="Century Gothic"/>
            </a:endParaRPr>
          </a:p>
          <a:p>
            <a:pPr marL="205104">
              <a:lnSpc>
                <a:spcPct val="100000"/>
              </a:lnSpc>
              <a:spcBef>
                <a:spcPts val="50"/>
              </a:spcBef>
            </a:pPr>
            <a:r>
              <a:rPr sz="800" spc="-10" dirty="0">
                <a:solidFill>
                  <a:srgbClr val="0070C0"/>
                </a:solidFill>
                <a:latin typeface="Century Gothic"/>
                <a:cs typeface="Century Gothic"/>
              </a:rPr>
              <a:t>32,</a:t>
            </a:r>
            <a:r>
              <a:rPr lang="fr-FR" sz="800" spc="-10" dirty="0">
                <a:solidFill>
                  <a:srgbClr val="0070C0"/>
                </a:solidFill>
                <a:latin typeface="Century Gothic"/>
                <a:cs typeface="Century Gothic"/>
              </a:rPr>
              <a:t>19</a:t>
            </a:r>
            <a:r>
              <a:rPr sz="800" spc="-10" dirty="0">
                <a:solidFill>
                  <a:srgbClr val="0070C0"/>
                </a:solidFill>
                <a:latin typeface="Century Gothic"/>
                <a:cs typeface="Century Gothic"/>
              </a:rPr>
              <a:t>€</a:t>
            </a:r>
            <a:endParaRPr sz="800" dirty="0">
              <a:solidFill>
                <a:srgbClr val="0070C0"/>
              </a:solidFill>
              <a:latin typeface="Century Gothic"/>
              <a:cs typeface="Century Gothic"/>
            </a:endParaRPr>
          </a:p>
          <a:p>
            <a:pPr marL="205104" marR="490855">
              <a:lnSpc>
                <a:spcPct val="105000"/>
              </a:lnSpc>
            </a:pPr>
            <a:r>
              <a:rPr sz="800" spc="-10" dirty="0">
                <a:solidFill>
                  <a:srgbClr val="0070C0"/>
                </a:solidFill>
                <a:latin typeface="Century Gothic"/>
                <a:cs typeface="Century Gothic"/>
              </a:rPr>
              <a:t>L’écart-</a:t>
            </a:r>
            <a:r>
              <a:rPr sz="800" dirty="0">
                <a:solidFill>
                  <a:srgbClr val="0070C0"/>
                </a:solidFill>
                <a:latin typeface="Century Gothic"/>
                <a:cs typeface="Century Gothic"/>
              </a:rPr>
              <a:t>type</a:t>
            </a:r>
            <a:r>
              <a:rPr sz="800" spc="60" dirty="0">
                <a:solidFill>
                  <a:srgbClr val="0070C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0070C0"/>
                </a:solidFill>
                <a:latin typeface="Century Gothic"/>
                <a:cs typeface="Century Gothic"/>
              </a:rPr>
              <a:t>du</a:t>
            </a:r>
            <a:r>
              <a:rPr sz="800" spc="35" dirty="0">
                <a:solidFill>
                  <a:srgbClr val="0070C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0070C0"/>
                </a:solidFill>
                <a:latin typeface="Century Gothic"/>
                <a:cs typeface="Century Gothic"/>
              </a:rPr>
              <a:t>prix</a:t>
            </a:r>
            <a:r>
              <a:rPr sz="800" spc="45" dirty="0">
                <a:solidFill>
                  <a:srgbClr val="0070C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0070C0"/>
                </a:solidFill>
                <a:latin typeface="Century Gothic"/>
                <a:cs typeface="Century Gothic"/>
              </a:rPr>
              <a:t>est</a:t>
            </a:r>
            <a:r>
              <a:rPr sz="800" spc="35" dirty="0">
                <a:solidFill>
                  <a:srgbClr val="0070C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0070C0"/>
                </a:solidFill>
                <a:latin typeface="Century Gothic"/>
                <a:cs typeface="Century Gothic"/>
              </a:rPr>
              <a:t>de</a:t>
            </a:r>
            <a:r>
              <a:rPr sz="800" spc="65" dirty="0">
                <a:solidFill>
                  <a:srgbClr val="0070C0"/>
                </a:solidFill>
                <a:latin typeface="Century Gothic"/>
                <a:cs typeface="Century Gothic"/>
              </a:rPr>
              <a:t> </a:t>
            </a:r>
            <a:r>
              <a:rPr sz="800" spc="-50" dirty="0">
                <a:solidFill>
                  <a:srgbClr val="0070C0"/>
                </a:solidFill>
                <a:latin typeface="Century Gothic"/>
                <a:cs typeface="Century Gothic"/>
              </a:rPr>
              <a:t>:</a:t>
            </a:r>
            <a:r>
              <a:rPr sz="800" spc="-10" dirty="0">
                <a:solidFill>
                  <a:srgbClr val="0070C0"/>
                </a:solidFill>
                <a:latin typeface="Century Gothic"/>
                <a:cs typeface="Century Gothic"/>
              </a:rPr>
              <a:t> 26,7</a:t>
            </a:r>
            <a:r>
              <a:rPr lang="fr-FR" sz="800" spc="-10" dirty="0">
                <a:solidFill>
                  <a:srgbClr val="0070C0"/>
                </a:solidFill>
                <a:latin typeface="Century Gothic"/>
                <a:cs typeface="Century Gothic"/>
              </a:rPr>
              <a:t>120767755</a:t>
            </a:r>
            <a:endParaRPr sz="800" dirty="0">
              <a:solidFill>
                <a:srgbClr val="0070C0"/>
              </a:solidFill>
              <a:latin typeface="Century Gothic"/>
              <a:cs typeface="Century Gothic"/>
            </a:endParaRPr>
          </a:p>
          <a:p>
            <a:pPr marL="205104" marR="830580">
              <a:lnSpc>
                <a:spcPct val="105000"/>
              </a:lnSpc>
            </a:pPr>
            <a:r>
              <a:rPr sz="800" dirty="0">
                <a:solidFill>
                  <a:srgbClr val="0070C0"/>
                </a:solidFill>
                <a:latin typeface="Century Gothic"/>
                <a:cs typeface="Century Gothic"/>
              </a:rPr>
              <a:t>Le</a:t>
            </a:r>
            <a:r>
              <a:rPr sz="800" spc="40" dirty="0">
                <a:solidFill>
                  <a:srgbClr val="0070C0"/>
                </a:solidFill>
                <a:latin typeface="Century Gothic"/>
                <a:cs typeface="Century Gothic"/>
              </a:rPr>
              <a:t> </a:t>
            </a:r>
            <a:r>
              <a:rPr sz="800" spc="50" dirty="0">
                <a:solidFill>
                  <a:srgbClr val="0070C0"/>
                </a:solidFill>
                <a:latin typeface="Century Gothic"/>
                <a:cs typeface="Century Gothic"/>
              </a:rPr>
              <a:t>z-</a:t>
            </a:r>
            <a:r>
              <a:rPr sz="800" dirty="0">
                <a:solidFill>
                  <a:srgbClr val="0070C0"/>
                </a:solidFill>
                <a:latin typeface="Century Gothic"/>
                <a:cs typeface="Century Gothic"/>
              </a:rPr>
              <a:t>score est</a:t>
            </a:r>
            <a:r>
              <a:rPr sz="800" spc="35" dirty="0">
                <a:solidFill>
                  <a:srgbClr val="0070C0"/>
                </a:solidFill>
                <a:latin typeface="Century Gothic"/>
                <a:cs typeface="Century Gothic"/>
              </a:rPr>
              <a:t> </a:t>
            </a:r>
            <a:r>
              <a:rPr sz="800" spc="-10" dirty="0">
                <a:solidFill>
                  <a:srgbClr val="0070C0"/>
                </a:solidFill>
                <a:latin typeface="Century Gothic"/>
                <a:cs typeface="Century Gothic"/>
              </a:rPr>
              <a:t>de</a:t>
            </a:r>
            <a:r>
              <a:rPr sz="800" spc="25" dirty="0">
                <a:solidFill>
                  <a:srgbClr val="0070C0"/>
                </a:solidFill>
                <a:latin typeface="Century Gothic"/>
                <a:cs typeface="Century Gothic"/>
              </a:rPr>
              <a:t> </a:t>
            </a:r>
            <a:r>
              <a:rPr sz="800" spc="-50" dirty="0">
                <a:solidFill>
                  <a:srgbClr val="0070C0"/>
                </a:solidFill>
                <a:latin typeface="Century Gothic"/>
                <a:cs typeface="Century Gothic"/>
              </a:rPr>
              <a:t>:</a:t>
            </a:r>
            <a:r>
              <a:rPr sz="800" spc="-10" dirty="0">
                <a:solidFill>
                  <a:srgbClr val="0070C0"/>
                </a:solidFill>
                <a:latin typeface="Century Gothic"/>
                <a:cs typeface="Century Gothic"/>
              </a:rPr>
              <a:t> 1,20</a:t>
            </a:r>
            <a:r>
              <a:rPr lang="fr-FR" sz="800" spc="-10" dirty="0">
                <a:solidFill>
                  <a:srgbClr val="0070C0"/>
                </a:solidFill>
                <a:latin typeface="Century Gothic"/>
                <a:cs typeface="Century Gothic"/>
              </a:rPr>
              <a:t>507290655</a:t>
            </a:r>
            <a:endParaRPr sz="800" dirty="0">
              <a:solidFill>
                <a:srgbClr val="0070C0"/>
              </a:solidFill>
              <a:latin typeface="Century Gothic"/>
              <a:cs typeface="Century Gothic"/>
            </a:endParaRPr>
          </a:p>
          <a:p>
            <a:pPr marL="205104">
              <a:lnSpc>
                <a:spcPct val="100000"/>
              </a:lnSpc>
              <a:spcBef>
                <a:spcPts val="45"/>
              </a:spcBef>
            </a:pPr>
            <a:r>
              <a:rPr sz="800" dirty="0">
                <a:solidFill>
                  <a:srgbClr val="0070C0"/>
                </a:solidFill>
                <a:latin typeface="Century Gothic"/>
                <a:cs typeface="Century Gothic"/>
              </a:rPr>
              <a:t>Le</a:t>
            </a:r>
            <a:r>
              <a:rPr sz="800" spc="85" dirty="0">
                <a:solidFill>
                  <a:srgbClr val="0070C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0070C0"/>
                </a:solidFill>
                <a:latin typeface="Century Gothic"/>
                <a:cs typeface="Century Gothic"/>
              </a:rPr>
              <a:t>seuil</a:t>
            </a:r>
            <a:r>
              <a:rPr sz="800" spc="60" dirty="0">
                <a:solidFill>
                  <a:srgbClr val="0070C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0070C0"/>
                </a:solidFill>
                <a:latin typeface="Century Gothic"/>
                <a:cs typeface="Century Gothic"/>
              </a:rPr>
              <a:t>prix</a:t>
            </a:r>
            <a:r>
              <a:rPr sz="800" spc="45" dirty="0">
                <a:solidFill>
                  <a:srgbClr val="0070C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0070C0"/>
                </a:solidFill>
                <a:latin typeface="Century Gothic"/>
                <a:cs typeface="Century Gothic"/>
              </a:rPr>
              <a:t>pour</a:t>
            </a:r>
            <a:r>
              <a:rPr sz="800" spc="60" dirty="0">
                <a:solidFill>
                  <a:srgbClr val="0070C0"/>
                </a:solidFill>
                <a:latin typeface="Century Gothic"/>
                <a:cs typeface="Century Gothic"/>
              </a:rPr>
              <a:t> </a:t>
            </a:r>
            <a:r>
              <a:rPr lang="fr-FR" sz="800" spc="60" dirty="0">
                <a:solidFill>
                  <a:srgbClr val="0070C0"/>
                </a:solidFill>
                <a:latin typeface="Century Gothic"/>
                <a:cs typeface="Century Gothic"/>
              </a:rPr>
              <a:t>un</a:t>
            </a:r>
            <a:r>
              <a:rPr sz="800" spc="90" dirty="0">
                <a:solidFill>
                  <a:srgbClr val="0070C0"/>
                </a:solidFill>
                <a:latin typeface="Century Gothic"/>
                <a:cs typeface="Century Gothic"/>
              </a:rPr>
              <a:t> </a:t>
            </a:r>
            <a:r>
              <a:rPr sz="800" spc="50" dirty="0">
                <a:solidFill>
                  <a:srgbClr val="0070C0"/>
                </a:solidFill>
                <a:latin typeface="Century Gothic"/>
                <a:cs typeface="Century Gothic"/>
              </a:rPr>
              <a:t>z-</a:t>
            </a:r>
            <a:r>
              <a:rPr sz="800" dirty="0">
                <a:solidFill>
                  <a:srgbClr val="0070C0"/>
                </a:solidFill>
                <a:latin typeface="Century Gothic"/>
                <a:cs typeface="Century Gothic"/>
              </a:rPr>
              <a:t>score</a:t>
            </a:r>
            <a:r>
              <a:rPr sz="800" spc="35" dirty="0">
                <a:solidFill>
                  <a:srgbClr val="0070C0"/>
                </a:solidFill>
                <a:latin typeface="Century Gothic"/>
                <a:cs typeface="Century Gothic"/>
              </a:rPr>
              <a:t> </a:t>
            </a:r>
            <a:r>
              <a:rPr lang="fr-FR" sz="800" spc="35" dirty="0">
                <a:solidFill>
                  <a:srgbClr val="0070C0"/>
                </a:solidFill>
                <a:latin typeface="Century Gothic"/>
                <a:cs typeface="Century Gothic"/>
              </a:rPr>
              <a:t>supérieur à</a:t>
            </a:r>
            <a:r>
              <a:rPr sz="800" spc="70" dirty="0">
                <a:solidFill>
                  <a:srgbClr val="0070C0"/>
                </a:solidFill>
                <a:latin typeface="Century Gothic"/>
                <a:cs typeface="Century Gothic"/>
              </a:rPr>
              <a:t> </a:t>
            </a:r>
            <a:r>
              <a:rPr sz="800" spc="-60" dirty="0">
                <a:solidFill>
                  <a:srgbClr val="0070C0"/>
                </a:solidFill>
                <a:latin typeface="Century Gothic"/>
                <a:cs typeface="Century Gothic"/>
              </a:rPr>
              <a:t>3</a:t>
            </a:r>
            <a:r>
              <a:rPr lang="fr-FR" sz="800" dirty="0">
                <a:solidFill>
                  <a:srgbClr val="0070C0"/>
                </a:solidFill>
                <a:latin typeface="Century Gothic"/>
                <a:cs typeface="Century Gothic"/>
              </a:rPr>
              <a:t> </a:t>
            </a:r>
            <a:r>
              <a:rPr lang="fr-FR" sz="800" spc="-60" dirty="0">
                <a:solidFill>
                  <a:srgbClr val="0070C0"/>
                </a:solidFill>
                <a:latin typeface="Century Gothic"/>
              </a:rPr>
              <a:t>est de</a:t>
            </a:r>
            <a:r>
              <a:rPr sz="800" spc="-60" dirty="0">
                <a:solidFill>
                  <a:srgbClr val="0070C0"/>
                </a:solidFill>
                <a:latin typeface="Century Gothic"/>
              </a:rPr>
              <a:t> </a:t>
            </a:r>
            <a:r>
              <a:rPr sz="800" spc="-60" dirty="0">
                <a:solidFill>
                  <a:srgbClr val="0070C0"/>
                </a:solidFill>
                <a:latin typeface="Century Gothic"/>
                <a:cs typeface="Century Gothic"/>
              </a:rPr>
              <a:t>:</a:t>
            </a:r>
            <a:r>
              <a:rPr sz="800" spc="40" dirty="0">
                <a:solidFill>
                  <a:srgbClr val="0070C0"/>
                </a:solidFill>
                <a:latin typeface="Century Gothic"/>
                <a:cs typeface="Century Gothic"/>
              </a:rPr>
              <a:t> </a:t>
            </a:r>
            <a:r>
              <a:rPr sz="800" spc="-20" dirty="0">
                <a:solidFill>
                  <a:srgbClr val="0070C0"/>
                </a:solidFill>
                <a:latin typeface="Century Gothic"/>
                <a:cs typeface="Century Gothic"/>
              </a:rPr>
              <a:t>114€</a:t>
            </a:r>
            <a:endParaRPr sz="800" dirty="0">
              <a:solidFill>
                <a:srgbClr val="0070C0"/>
              </a:solidFill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800" dirty="0">
              <a:latin typeface="Century Gothic"/>
              <a:cs typeface="Century Gothic"/>
            </a:endParaRPr>
          </a:p>
          <a:p>
            <a:pPr marL="205104" marR="266700">
              <a:lnSpc>
                <a:spcPct val="105000"/>
              </a:lnSpc>
            </a:pPr>
            <a:r>
              <a:rPr sz="800" b="1" u="sng" spc="75" dirty="0">
                <a:solidFill>
                  <a:srgbClr val="0070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Intervalle</a:t>
            </a:r>
            <a:r>
              <a:rPr sz="800" b="1" u="sng" spc="55" dirty="0">
                <a:solidFill>
                  <a:srgbClr val="0070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800" b="1" u="sng" spc="65" dirty="0">
                <a:solidFill>
                  <a:srgbClr val="0070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interquartile</a:t>
            </a:r>
            <a:r>
              <a:rPr sz="800" b="1" spc="6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0070C0"/>
                </a:solidFill>
                <a:latin typeface="Century Gothic"/>
                <a:cs typeface="Century Gothic"/>
              </a:rPr>
              <a:t>L’intervalle</a:t>
            </a:r>
            <a:r>
              <a:rPr sz="800" spc="145" dirty="0">
                <a:solidFill>
                  <a:srgbClr val="0070C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0070C0"/>
                </a:solidFill>
                <a:latin typeface="Century Gothic"/>
                <a:cs typeface="Century Gothic"/>
              </a:rPr>
              <a:t>interquartile</a:t>
            </a:r>
            <a:r>
              <a:rPr sz="800" spc="130" dirty="0">
                <a:solidFill>
                  <a:srgbClr val="0070C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0070C0"/>
                </a:solidFill>
                <a:latin typeface="Century Gothic"/>
                <a:cs typeface="Century Gothic"/>
              </a:rPr>
              <a:t>est</a:t>
            </a:r>
            <a:r>
              <a:rPr sz="800" spc="120" dirty="0">
                <a:solidFill>
                  <a:srgbClr val="0070C0"/>
                </a:solidFill>
                <a:latin typeface="Century Gothic"/>
                <a:cs typeface="Century Gothic"/>
              </a:rPr>
              <a:t> </a:t>
            </a:r>
            <a:r>
              <a:rPr sz="800" spc="-10" dirty="0">
                <a:solidFill>
                  <a:srgbClr val="0070C0"/>
                </a:solidFill>
                <a:latin typeface="Century Gothic"/>
                <a:cs typeface="Century Gothic"/>
              </a:rPr>
              <a:t>de</a:t>
            </a:r>
            <a:r>
              <a:rPr sz="800" spc="135" dirty="0">
                <a:solidFill>
                  <a:srgbClr val="0070C0"/>
                </a:solidFill>
                <a:latin typeface="Century Gothic"/>
                <a:cs typeface="Century Gothic"/>
              </a:rPr>
              <a:t> </a:t>
            </a:r>
            <a:r>
              <a:rPr sz="800" spc="-50" dirty="0">
                <a:solidFill>
                  <a:srgbClr val="0070C0"/>
                </a:solidFill>
                <a:latin typeface="Century Gothic"/>
                <a:cs typeface="Century Gothic"/>
              </a:rPr>
              <a:t>:</a:t>
            </a:r>
            <a:r>
              <a:rPr sz="800" spc="-10" dirty="0">
                <a:solidFill>
                  <a:srgbClr val="0070C0"/>
                </a:solidFill>
                <a:latin typeface="Century Gothic"/>
                <a:cs typeface="Century Gothic"/>
              </a:rPr>
              <a:t> 27,</a:t>
            </a:r>
            <a:r>
              <a:rPr lang="fr-FR" sz="800" spc="-10" dirty="0">
                <a:solidFill>
                  <a:srgbClr val="0070C0"/>
                </a:solidFill>
                <a:latin typeface="Century Gothic"/>
                <a:cs typeface="Century Gothic"/>
              </a:rPr>
              <a:t>5</a:t>
            </a:r>
            <a:r>
              <a:rPr sz="800" spc="-10" dirty="0">
                <a:solidFill>
                  <a:srgbClr val="0070C0"/>
                </a:solidFill>
                <a:latin typeface="Century Gothic"/>
                <a:cs typeface="Century Gothic"/>
              </a:rPr>
              <a:t>€</a:t>
            </a:r>
            <a:endParaRPr sz="800" dirty="0">
              <a:solidFill>
                <a:srgbClr val="0070C0"/>
              </a:solidFill>
              <a:latin typeface="Century Gothic"/>
              <a:cs typeface="Century Gothic"/>
            </a:endParaRPr>
          </a:p>
          <a:p>
            <a:pPr marL="205104">
              <a:lnSpc>
                <a:spcPct val="100000"/>
              </a:lnSpc>
              <a:spcBef>
                <a:spcPts val="45"/>
              </a:spcBef>
            </a:pPr>
            <a:r>
              <a:rPr sz="800" dirty="0">
                <a:solidFill>
                  <a:srgbClr val="0070C0"/>
                </a:solidFill>
                <a:latin typeface="Century Gothic"/>
                <a:cs typeface="Century Gothic"/>
              </a:rPr>
              <a:t>Le</a:t>
            </a:r>
            <a:r>
              <a:rPr sz="800" spc="125" dirty="0">
                <a:solidFill>
                  <a:srgbClr val="0070C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0070C0"/>
                </a:solidFill>
                <a:latin typeface="Century Gothic"/>
                <a:cs typeface="Century Gothic"/>
              </a:rPr>
              <a:t>seuil</a:t>
            </a:r>
            <a:r>
              <a:rPr sz="800" spc="95" dirty="0">
                <a:solidFill>
                  <a:srgbClr val="0070C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0070C0"/>
                </a:solidFill>
                <a:latin typeface="Century Gothic"/>
                <a:cs typeface="Century Gothic"/>
              </a:rPr>
              <a:t>pour</a:t>
            </a:r>
            <a:r>
              <a:rPr sz="800" spc="100" dirty="0">
                <a:solidFill>
                  <a:srgbClr val="0070C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0070C0"/>
                </a:solidFill>
                <a:latin typeface="Century Gothic"/>
                <a:cs typeface="Century Gothic"/>
              </a:rPr>
              <a:t>les</a:t>
            </a:r>
            <a:r>
              <a:rPr sz="800" spc="105" dirty="0">
                <a:solidFill>
                  <a:srgbClr val="0070C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0070C0"/>
                </a:solidFill>
                <a:latin typeface="Century Gothic"/>
                <a:cs typeface="Century Gothic"/>
              </a:rPr>
              <a:t>articles</a:t>
            </a:r>
            <a:r>
              <a:rPr sz="800" spc="85" dirty="0">
                <a:solidFill>
                  <a:srgbClr val="0070C0"/>
                </a:solidFill>
                <a:latin typeface="Century Gothic"/>
                <a:cs typeface="Century Gothic"/>
              </a:rPr>
              <a:t> </a:t>
            </a:r>
            <a:r>
              <a:rPr sz="800" spc="-10" dirty="0">
                <a:solidFill>
                  <a:srgbClr val="0070C0"/>
                </a:solidFill>
                <a:latin typeface="Century Gothic"/>
                <a:cs typeface="Century Gothic"/>
              </a:rPr>
              <a:t>outliers</a:t>
            </a:r>
            <a:endParaRPr sz="800" dirty="0">
              <a:solidFill>
                <a:srgbClr val="0070C0"/>
              </a:solidFill>
              <a:latin typeface="Century Gothic"/>
              <a:cs typeface="Century Gothic"/>
            </a:endParaRPr>
          </a:p>
          <a:p>
            <a:pPr marL="205104">
              <a:lnSpc>
                <a:spcPct val="100000"/>
              </a:lnSpc>
              <a:spcBef>
                <a:spcPts val="50"/>
              </a:spcBef>
            </a:pPr>
            <a:r>
              <a:rPr sz="800" dirty="0">
                <a:solidFill>
                  <a:srgbClr val="0070C0"/>
                </a:solidFill>
                <a:latin typeface="Century Gothic"/>
                <a:cs typeface="Century Gothic"/>
              </a:rPr>
              <a:t>est</a:t>
            </a:r>
            <a:r>
              <a:rPr sz="800" spc="20" dirty="0">
                <a:solidFill>
                  <a:srgbClr val="0070C0"/>
                </a:solidFill>
                <a:latin typeface="Century Gothic"/>
                <a:cs typeface="Century Gothic"/>
              </a:rPr>
              <a:t> </a:t>
            </a:r>
            <a:r>
              <a:rPr sz="800" spc="-10" dirty="0">
                <a:solidFill>
                  <a:srgbClr val="0070C0"/>
                </a:solidFill>
                <a:latin typeface="Century Gothic"/>
                <a:cs typeface="Century Gothic"/>
              </a:rPr>
              <a:t>de</a:t>
            </a:r>
            <a:r>
              <a:rPr sz="800" spc="15" dirty="0">
                <a:solidFill>
                  <a:srgbClr val="0070C0"/>
                </a:solidFill>
                <a:latin typeface="Century Gothic"/>
                <a:cs typeface="Century Gothic"/>
              </a:rPr>
              <a:t> </a:t>
            </a:r>
            <a:r>
              <a:rPr sz="800" spc="-10" dirty="0">
                <a:solidFill>
                  <a:srgbClr val="0070C0"/>
                </a:solidFill>
                <a:latin typeface="Century Gothic"/>
                <a:cs typeface="Century Gothic"/>
              </a:rPr>
              <a:t>83,</a:t>
            </a:r>
            <a:r>
              <a:rPr lang="fr-FR" sz="800" spc="-10" dirty="0">
                <a:solidFill>
                  <a:srgbClr val="0070C0"/>
                </a:solidFill>
                <a:latin typeface="Century Gothic"/>
                <a:cs typeface="Century Gothic"/>
              </a:rPr>
              <a:t>25</a:t>
            </a:r>
            <a:r>
              <a:rPr sz="800" spc="-10" dirty="0">
                <a:solidFill>
                  <a:srgbClr val="0070C0"/>
                </a:solidFill>
                <a:latin typeface="Century Gothic"/>
                <a:cs typeface="Century Gothic"/>
              </a:rPr>
              <a:t>€</a:t>
            </a:r>
            <a:endParaRPr sz="800" dirty="0">
              <a:solidFill>
                <a:srgbClr val="0070C0"/>
              </a:solidFill>
              <a:latin typeface="Century Gothic"/>
              <a:cs typeface="Century Gothic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4763" y="0"/>
            <a:ext cx="9153525" cy="1201420"/>
            <a:chOff x="-4762" y="-4762"/>
            <a:chExt cx="9153525" cy="12014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124709"/>
              <a:ext cx="9143999" cy="7143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0"/>
              <a:ext cx="9144000" cy="1125220"/>
            </a:xfrm>
            <a:custGeom>
              <a:avLst/>
              <a:gdLst/>
              <a:ahLst/>
              <a:cxnLst/>
              <a:rect l="l" t="t" r="r" b="b"/>
              <a:pathLst>
                <a:path w="9144000" h="1125220">
                  <a:moveTo>
                    <a:pt x="9144000" y="0"/>
                  </a:moveTo>
                  <a:lnTo>
                    <a:pt x="0" y="0"/>
                  </a:lnTo>
                  <a:lnTo>
                    <a:pt x="0" y="1124712"/>
                  </a:lnTo>
                  <a:lnTo>
                    <a:pt x="9144000" y="112471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AC08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9144000" cy="1125220"/>
            </a:xfrm>
            <a:custGeom>
              <a:avLst/>
              <a:gdLst/>
              <a:ahLst/>
              <a:cxnLst/>
              <a:rect l="l" t="t" r="r" b="b"/>
              <a:pathLst>
                <a:path w="9144000" h="1125220">
                  <a:moveTo>
                    <a:pt x="0" y="1124712"/>
                  </a:moveTo>
                  <a:lnTo>
                    <a:pt x="9144000" y="1124712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124712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45" dirty="0"/>
              <a:t>Analyses</a:t>
            </a:r>
            <a:r>
              <a:rPr spc="-20" dirty="0"/>
              <a:t> </a:t>
            </a:r>
            <a:r>
              <a:rPr spc="55" dirty="0"/>
              <a:t>univariées</a:t>
            </a:r>
            <a:r>
              <a:rPr spc="-15" dirty="0"/>
              <a:t> </a:t>
            </a:r>
            <a:r>
              <a:rPr spc="60" dirty="0"/>
              <a:t>du</a:t>
            </a:r>
            <a:r>
              <a:rPr spc="-10" dirty="0"/>
              <a:t> </a:t>
            </a:r>
            <a:r>
              <a:rPr spc="100" dirty="0"/>
              <a:t>prix</a:t>
            </a:r>
          </a:p>
        </p:txBody>
      </p:sp>
      <p:sp>
        <p:nvSpPr>
          <p:cNvPr id="8" name="object 8"/>
          <p:cNvSpPr/>
          <p:nvPr/>
        </p:nvSpPr>
        <p:spPr>
          <a:xfrm>
            <a:off x="414527" y="877824"/>
            <a:ext cx="452755" cy="50800"/>
          </a:xfrm>
          <a:custGeom>
            <a:avLst/>
            <a:gdLst/>
            <a:ahLst/>
            <a:cxnLst/>
            <a:rect l="l" t="t" r="r" b="b"/>
            <a:pathLst>
              <a:path w="452755" h="50800">
                <a:moveTo>
                  <a:pt x="452628" y="0"/>
                </a:moveTo>
                <a:lnTo>
                  <a:pt x="0" y="0"/>
                </a:lnTo>
                <a:lnTo>
                  <a:pt x="0" y="50291"/>
                </a:lnTo>
                <a:lnTo>
                  <a:pt x="452628" y="50291"/>
                </a:lnTo>
                <a:lnTo>
                  <a:pt x="452628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375789" y="1330261"/>
            <a:ext cx="6622415" cy="3310890"/>
          </a:xfrm>
          <a:custGeom>
            <a:avLst/>
            <a:gdLst/>
            <a:ahLst/>
            <a:cxnLst/>
            <a:rect l="l" t="t" r="r" b="b"/>
            <a:pathLst>
              <a:path w="6622415" h="3310890">
                <a:moveTo>
                  <a:pt x="0" y="3310509"/>
                </a:moveTo>
                <a:lnTo>
                  <a:pt x="6622161" y="3310509"/>
                </a:lnTo>
                <a:lnTo>
                  <a:pt x="6622161" y="0"/>
                </a:lnTo>
                <a:lnTo>
                  <a:pt x="0" y="0"/>
                </a:lnTo>
                <a:lnTo>
                  <a:pt x="0" y="3310509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50876" y="4741164"/>
            <a:ext cx="8842375" cy="297180"/>
          </a:xfrm>
          <a:prstGeom prst="rect">
            <a:avLst/>
          </a:prstGeom>
          <a:ln w="9525">
            <a:solidFill>
              <a:srgbClr val="FF0000"/>
            </a:solidFill>
          </a:ln>
        </p:spPr>
        <p:txBody>
          <a:bodyPr vert="horz" wrap="square" lIns="0" tIns="83185" rIns="0" bIns="0" rtlCol="0">
            <a:spAutoFit/>
          </a:bodyPr>
          <a:lstStyle/>
          <a:p>
            <a:pPr marL="205104">
              <a:lnSpc>
                <a:spcPct val="100000"/>
              </a:lnSpc>
              <a:spcBef>
                <a:spcPts val="655"/>
              </a:spcBef>
            </a:pPr>
            <a:r>
              <a:rPr sz="800" b="1" u="sng" spc="9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Limites</a:t>
            </a:r>
            <a:r>
              <a:rPr sz="800" b="1" u="sng" spc="12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sz="800" b="1" u="sng" spc="8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éventuelles</a:t>
            </a:r>
            <a:r>
              <a:rPr sz="800" b="1" u="sng" spc="9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sz="800" b="1" u="sng" spc="1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de</a:t>
            </a:r>
            <a:r>
              <a:rPr sz="800" b="1" u="sng" spc="1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sz="800" b="1" u="sng" spc="7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l’analyse</a:t>
            </a:r>
            <a:r>
              <a:rPr sz="800" b="1" spc="9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0000"/>
                </a:solidFill>
                <a:latin typeface="Century Gothic"/>
                <a:cs typeface="Century Gothic"/>
              </a:rPr>
              <a:t>:</a:t>
            </a:r>
            <a:r>
              <a:rPr sz="800" spc="229" dirty="0">
                <a:solidFill>
                  <a:srgbClr val="FF0000"/>
                </a:solidFill>
                <a:latin typeface="Century Gothic"/>
                <a:cs typeface="Century Gothic"/>
              </a:rPr>
              <a:t>  </a:t>
            </a:r>
            <a:r>
              <a:rPr sz="800" dirty="0">
                <a:solidFill>
                  <a:srgbClr val="FF0000"/>
                </a:solidFill>
                <a:latin typeface="Century Gothic"/>
                <a:cs typeface="Century Gothic"/>
              </a:rPr>
              <a:t>Difficulté</a:t>
            </a:r>
            <a:r>
              <a:rPr sz="800" spc="4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FF0000"/>
                </a:solidFill>
                <a:latin typeface="Century Gothic"/>
                <a:cs typeface="Century Gothic"/>
              </a:rPr>
              <a:t>de</a:t>
            </a:r>
            <a:r>
              <a:rPr sz="800" spc="9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FF0000"/>
                </a:solidFill>
                <a:latin typeface="Century Gothic"/>
                <a:cs typeface="Century Gothic"/>
              </a:rPr>
              <a:t>définir</a:t>
            </a:r>
            <a:r>
              <a:rPr sz="800" spc="6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FF0000"/>
                </a:solidFill>
                <a:latin typeface="Century Gothic"/>
                <a:cs typeface="Century Gothic"/>
              </a:rPr>
              <a:t>les</a:t>
            </a:r>
            <a:r>
              <a:rPr sz="800" spc="7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FF0000"/>
                </a:solidFill>
                <a:latin typeface="Century Gothic"/>
                <a:cs typeface="Century Gothic"/>
              </a:rPr>
              <a:t>articles</a:t>
            </a:r>
            <a:r>
              <a:rPr sz="800" spc="8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FF0000"/>
                </a:solidFill>
                <a:latin typeface="Century Gothic"/>
                <a:cs typeface="Century Gothic"/>
              </a:rPr>
              <a:t>outliers</a:t>
            </a:r>
            <a:r>
              <a:rPr sz="800" spc="6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FF0000"/>
                </a:solidFill>
                <a:latin typeface="Century Gothic"/>
                <a:cs typeface="Century Gothic"/>
              </a:rPr>
              <a:t>(valeurs</a:t>
            </a:r>
            <a:r>
              <a:rPr sz="800" spc="7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FF0000"/>
                </a:solidFill>
                <a:latin typeface="Century Gothic"/>
                <a:cs typeface="Century Gothic"/>
              </a:rPr>
              <a:t>aberrantes</a:t>
            </a:r>
            <a:r>
              <a:rPr sz="800" spc="9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FF0000"/>
                </a:solidFill>
                <a:latin typeface="Century Gothic"/>
                <a:cs typeface="Century Gothic"/>
              </a:rPr>
              <a:t>[suppression]</a:t>
            </a:r>
            <a:r>
              <a:rPr sz="800" spc="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FF0000"/>
                </a:solidFill>
                <a:latin typeface="Century Gothic"/>
                <a:cs typeface="Century Gothic"/>
              </a:rPr>
              <a:t>ou</a:t>
            </a:r>
            <a:r>
              <a:rPr sz="800" spc="6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FF0000"/>
                </a:solidFill>
                <a:latin typeface="Century Gothic"/>
                <a:cs typeface="Century Gothic"/>
              </a:rPr>
              <a:t>atypiques</a:t>
            </a:r>
            <a:r>
              <a:rPr sz="800" spc="7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FF0000"/>
                </a:solidFill>
                <a:latin typeface="Century Gothic"/>
                <a:cs typeface="Century Gothic"/>
              </a:rPr>
              <a:t>[conservation]</a:t>
            </a:r>
            <a:r>
              <a:rPr sz="800" spc="4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800" spc="-55" dirty="0">
                <a:solidFill>
                  <a:srgbClr val="FF0000"/>
                </a:solidFill>
                <a:latin typeface="Century Gothic"/>
                <a:cs typeface="Century Gothic"/>
              </a:rPr>
              <a:t>)avec</a:t>
            </a:r>
            <a:r>
              <a:rPr sz="800" spc="7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FF0000"/>
                </a:solidFill>
                <a:latin typeface="Century Gothic"/>
                <a:cs typeface="Century Gothic"/>
              </a:rPr>
              <a:t>les</a:t>
            </a:r>
            <a:r>
              <a:rPr sz="800" spc="8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FF0000"/>
                </a:solidFill>
                <a:latin typeface="Century Gothic"/>
                <a:cs typeface="Century Gothic"/>
              </a:rPr>
              <a:t>données</a:t>
            </a:r>
            <a:r>
              <a:rPr sz="800" spc="7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800" spc="-10" dirty="0">
                <a:solidFill>
                  <a:srgbClr val="FF0000"/>
                </a:solidFill>
                <a:latin typeface="Century Gothic"/>
                <a:cs typeface="Century Gothic"/>
              </a:rPr>
              <a:t>brutes.</a:t>
            </a:r>
            <a:endParaRPr sz="80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0876" y="3994403"/>
            <a:ext cx="2080260" cy="63881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81280" rIns="0" bIns="0" rtlCol="0">
            <a:spAutoFit/>
          </a:bodyPr>
          <a:lstStyle/>
          <a:p>
            <a:pPr marL="205104">
              <a:lnSpc>
                <a:spcPct val="100000"/>
              </a:lnSpc>
              <a:spcBef>
                <a:spcPts val="640"/>
              </a:spcBef>
            </a:pPr>
            <a:r>
              <a:rPr sz="800" b="1" u="sng" spc="10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Commentaires</a:t>
            </a:r>
            <a:r>
              <a:rPr sz="800" b="1" u="sng" spc="2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800" b="1" u="sng" spc="114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du</a:t>
            </a:r>
            <a:r>
              <a:rPr sz="800" b="1" u="sng" spc="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800" b="1" u="sng" spc="10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graphique</a:t>
            </a:r>
            <a:r>
              <a:rPr sz="800" b="1" u="sng" spc="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700" b="1" spc="-50" dirty="0">
                <a:latin typeface="Calibri"/>
                <a:cs typeface="Calibri"/>
              </a:rPr>
              <a:t>:</a:t>
            </a:r>
            <a:endParaRPr sz="700">
              <a:latin typeface="Calibri"/>
              <a:cs typeface="Calibri"/>
            </a:endParaRPr>
          </a:p>
          <a:p>
            <a:pPr marL="205104" marR="123825">
              <a:lnSpc>
                <a:spcPts val="910"/>
              </a:lnSpc>
              <a:spcBef>
                <a:spcPts val="819"/>
              </a:spcBef>
            </a:pPr>
            <a:r>
              <a:rPr sz="800" spc="-10" dirty="0">
                <a:latin typeface="Century Gothic"/>
                <a:cs typeface="Century Gothic"/>
              </a:rPr>
              <a:t>Grande</a:t>
            </a:r>
            <a:r>
              <a:rPr sz="800" spc="40" dirty="0">
                <a:latin typeface="Century Gothic"/>
                <a:cs typeface="Century Gothic"/>
              </a:rPr>
              <a:t> </a:t>
            </a:r>
            <a:r>
              <a:rPr sz="800" dirty="0">
                <a:latin typeface="Century Gothic"/>
                <a:cs typeface="Century Gothic"/>
              </a:rPr>
              <a:t>disparité</a:t>
            </a:r>
            <a:r>
              <a:rPr sz="800" spc="20" dirty="0">
                <a:latin typeface="Century Gothic"/>
                <a:cs typeface="Century Gothic"/>
              </a:rPr>
              <a:t> </a:t>
            </a:r>
            <a:r>
              <a:rPr sz="800" dirty="0">
                <a:latin typeface="Century Gothic"/>
                <a:cs typeface="Century Gothic"/>
              </a:rPr>
              <a:t>concernant</a:t>
            </a:r>
            <a:r>
              <a:rPr sz="800" spc="25" dirty="0">
                <a:latin typeface="Century Gothic"/>
                <a:cs typeface="Century Gothic"/>
              </a:rPr>
              <a:t> </a:t>
            </a:r>
            <a:r>
              <a:rPr sz="800" spc="-25" dirty="0">
                <a:latin typeface="Century Gothic"/>
                <a:cs typeface="Century Gothic"/>
              </a:rPr>
              <a:t>les</a:t>
            </a:r>
            <a:r>
              <a:rPr sz="800" dirty="0">
                <a:latin typeface="Century Gothic"/>
                <a:cs typeface="Century Gothic"/>
              </a:rPr>
              <a:t> prix</a:t>
            </a:r>
            <a:r>
              <a:rPr sz="800" spc="95" dirty="0">
                <a:latin typeface="Century Gothic"/>
                <a:cs typeface="Century Gothic"/>
              </a:rPr>
              <a:t> </a:t>
            </a:r>
            <a:r>
              <a:rPr sz="800" dirty="0">
                <a:latin typeface="Century Gothic"/>
                <a:cs typeface="Century Gothic"/>
              </a:rPr>
              <a:t>des</a:t>
            </a:r>
            <a:r>
              <a:rPr sz="800" spc="100" dirty="0">
                <a:latin typeface="Century Gothic"/>
                <a:cs typeface="Century Gothic"/>
              </a:rPr>
              <a:t> </a:t>
            </a:r>
            <a:r>
              <a:rPr sz="800" dirty="0">
                <a:latin typeface="Century Gothic"/>
                <a:cs typeface="Century Gothic"/>
              </a:rPr>
              <a:t>articles</a:t>
            </a:r>
            <a:r>
              <a:rPr sz="800" spc="80" dirty="0">
                <a:latin typeface="Century Gothic"/>
                <a:cs typeface="Century Gothic"/>
              </a:rPr>
              <a:t> </a:t>
            </a:r>
            <a:r>
              <a:rPr sz="800" dirty="0">
                <a:latin typeface="Century Gothic"/>
                <a:cs typeface="Century Gothic"/>
              </a:rPr>
              <a:t>vendus</a:t>
            </a:r>
            <a:r>
              <a:rPr sz="800" spc="114" dirty="0">
                <a:latin typeface="Century Gothic"/>
                <a:cs typeface="Century Gothic"/>
              </a:rPr>
              <a:t> </a:t>
            </a:r>
            <a:r>
              <a:rPr sz="800" spc="-10" dirty="0">
                <a:latin typeface="Century Gothic"/>
                <a:cs typeface="Century Gothic"/>
              </a:rPr>
              <a:t>(min/max)</a:t>
            </a:r>
            <a:endParaRPr sz="800">
              <a:latin typeface="Century Gothic"/>
              <a:cs typeface="Century Gothic"/>
            </a:endParaRPr>
          </a:p>
        </p:txBody>
      </p:sp>
      <p:sp>
        <p:nvSpPr>
          <p:cNvPr id="16" name="Espace réservé du numéro de diapositive 15">
            <a:extLst>
              <a:ext uri="{FF2B5EF4-FFF2-40B4-BE49-F238E27FC236}">
                <a16:creationId xmlns:a16="http://schemas.microsoft.com/office/drawing/2014/main" id="{A05FC674-4762-24F2-1E69-E82F372730F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t>10</a:t>
            </a:fld>
            <a:endParaRPr lang="fr-FR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3317C9AA-6675-C89F-9228-5C7A797880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5790" y="1330261"/>
            <a:ext cx="6645368" cy="32892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762" y="-4762"/>
            <a:ext cx="9153525" cy="1201420"/>
            <a:chOff x="-4762" y="-4762"/>
            <a:chExt cx="9153525" cy="12014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124709"/>
              <a:ext cx="9143999" cy="7143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9144000" cy="1125220"/>
            </a:xfrm>
            <a:custGeom>
              <a:avLst/>
              <a:gdLst/>
              <a:ahLst/>
              <a:cxnLst/>
              <a:rect l="l" t="t" r="r" b="b"/>
              <a:pathLst>
                <a:path w="9144000" h="1125220">
                  <a:moveTo>
                    <a:pt x="9144000" y="0"/>
                  </a:moveTo>
                  <a:lnTo>
                    <a:pt x="0" y="0"/>
                  </a:lnTo>
                  <a:lnTo>
                    <a:pt x="0" y="1124712"/>
                  </a:lnTo>
                  <a:lnTo>
                    <a:pt x="9144000" y="112471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AC08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9144000" cy="1125220"/>
            </a:xfrm>
            <a:custGeom>
              <a:avLst/>
              <a:gdLst/>
              <a:ahLst/>
              <a:cxnLst/>
              <a:rect l="l" t="t" r="r" b="b"/>
              <a:pathLst>
                <a:path w="9144000" h="1125220">
                  <a:moveTo>
                    <a:pt x="0" y="1124712"/>
                  </a:moveTo>
                  <a:lnTo>
                    <a:pt x="9144000" y="1124712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124712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90550" y="275590"/>
            <a:ext cx="417258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45" dirty="0"/>
              <a:t>Analyses</a:t>
            </a:r>
            <a:r>
              <a:rPr spc="-20" dirty="0"/>
              <a:t> </a:t>
            </a:r>
            <a:r>
              <a:rPr spc="55" dirty="0"/>
              <a:t>univariées</a:t>
            </a:r>
            <a:r>
              <a:rPr spc="-15" dirty="0"/>
              <a:t> </a:t>
            </a:r>
            <a:r>
              <a:rPr spc="60" dirty="0"/>
              <a:t>du</a:t>
            </a:r>
            <a:r>
              <a:rPr spc="-10" dirty="0"/>
              <a:t> </a:t>
            </a:r>
            <a:r>
              <a:rPr spc="-45" dirty="0"/>
              <a:t>CA</a:t>
            </a:r>
          </a:p>
        </p:txBody>
      </p:sp>
      <p:sp>
        <p:nvSpPr>
          <p:cNvPr id="7" name="object 7"/>
          <p:cNvSpPr/>
          <p:nvPr/>
        </p:nvSpPr>
        <p:spPr>
          <a:xfrm>
            <a:off x="414527" y="877824"/>
            <a:ext cx="452755" cy="50800"/>
          </a:xfrm>
          <a:custGeom>
            <a:avLst/>
            <a:gdLst/>
            <a:ahLst/>
            <a:cxnLst/>
            <a:rect l="l" t="t" r="r" b="b"/>
            <a:pathLst>
              <a:path w="452755" h="50800">
                <a:moveTo>
                  <a:pt x="452628" y="0"/>
                </a:moveTo>
                <a:lnTo>
                  <a:pt x="0" y="0"/>
                </a:lnTo>
                <a:lnTo>
                  <a:pt x="0" y="50291"/>
                </a:lnTo>
                <a:lnTo>
                  <a:pt x="452628" y="50291"/>
                </a:lnTo>
                <a:lnTo>
                  <a:pt x="452628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50876" y="1335024"/>
            <a:ext cx="2080260" cy="1911036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78740" rIns="0" bIns="0" rtlCol="0">
            <a:spAutoFit/>
          </a:bodyPr>
          <a:lstStyle/>
          <a:p>
            <a:pPr marL="205104" marR="539115">
              <a:lnSpc>
                <a:spcPct val="104400"/>
              </a:lnSpc>
              <a:spcBef>
                <a:spcPts val="620"/>
              </a:spcBef>
            </a:pPr>
            <a:r>
              <a:rPr lang="fr-FR" sz="900" b="1" u="sng" spc="10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Méthodes</a:t>
            </a:r>
            <a:r>
              <a:rPr lang="fr-FR" sz="900" b="1" u="sng" spc="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fr-FR" sz="900" b="1" u="sng" spc="8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statistiques</a:t>
            </a:r>
            <a:r>
              <a:rPr lang="fr-FR" sz="900" b="1" spc="85" dirty="0">
                <a:latin typeface="Calibri"/>
                <a:cs typeface="Calibri"/>
              </a:rPr>
              <a:t> </a:t>
            </a:r>
            <a:r>
              <a:rPr lang="fr-FR" sz="900" b="1" u="sng" spc="9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employées:</a:t>
            </a:r>
            <a:endParaRPr lang="fr-FR" sz="9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850" u="sng" dirty="0">
              <a:latin typeface="Calibri"/>
              <a:cs typeface="Calibri"/>
            </a:endParaRPr>
          </a:p>
          <a:p>
            <a:pPr marL="205104"/>
            <a:r>
              <a:rPr sz="800" b="1" u="sng" spc="95" dirty="0" err="1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Calcul</a:t>
            </a:r>
            <a:r>
              <a:rPr sz="800" b="1" u="sng" spc="9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Total CA</a:t>
            </a:r>
            <a:endParaRPr lang="fr-FR" sz="800" b="1" u="sng" spc="95" dirty="0">
              <a:solidFill>
                <a:srgbClr val="006FC0"/>
              </a:solidFill>
              <a:uFill>
                <a:solidFill>
                  <a:srgbClr val="006FC0"/>
                </a:solidFill>
              </a:uFill>
              <a:latin typeface="Calibri"/>
              <a:cs typeface="Calibri"/>
            </a:endParaRPr>
          </a:p>
          <a:p>
            <a:pPr marL="205104"/>
            <a:endParaRPr sz="800" b="1" u="sng" spc="95" dirty="0">
              <a:solidFill>
                <a:srgbClr val="006FC0"/>
              </a:solidFill>
              <a:uFill>
                <a:solidFill>
                  <a:srgbClr val="006FC0"/>
                </a:solidFill>
              </a:uFill>
              <a:latin typeface="Calibri"/>
              <a:cs typeface="Calibri"/>
            </a:endParaRPr>
          </a:p>
          <a:p>
            <a:pPr marL="205104">
              <a:lnSpc>
                <a:spcPct val="100000"/>
              </a:lnSpc>
              <a:spcBef>
                <a:spcPts val="50"/>
              </a:spcBef>
            </a:pPr>
            <a:r>
              <a:rPr sz="800" dirty="0">
                <a:solidFill>
                  <a:srgbClr val="0070C0"/>
                </a:solidFill>
                <a:latin typeface="Century Gothic"/>
                <a:cs typeface="Century Gothic"/>
              </a:rPr>
              <a:t>Le</a:t>
            </a:r>
            <a:r>
              <a:rPr sz="800" spc="65" dirty="0">
                <a:solidFill>
                  <a:srgbClr val="0070C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0070C0"/>
                </a:solidFill>
                <a:latin typeface="Century Gothic"/>
                <a:cs typeface="Century Gothic"/>
              </a:rPr>
              <a:t>chiffre</a:t>
            </a:r>
            <a:r>
              <a:rPr sz="800" spc="40" dirty="0">
                <a:solidFill>
                  <a:srgbClr val="0070C0"/>
                </a:solidFill>
                <a:latin typeface="Century Gothic"/>
                <a:cs typeface="Century Gothic"/>
              </a:rPr>
              <a:t> </a:t>
            </a:r>
            <a:r>
              <a:rPr sz="800" spc="-20" dirty="0" err="1">
                <a:solidFill>
                  <a:srgbClr val="0070C0"/>
                </a:solidFill>
                <a:latin typeface="Century Gothic"/>
                <a:cs typeface="Century Gothic"/>
              </a:rPr>
              <a:t>d’affaire</a:t>
            </a:r>
            <a:r>
              <a:rPr sz="800" spc="55" dirty="0">
                <a:solidFill>
                  <a:srgbClr val="0070C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0070C0"/>
                </a:solidFill>
                <a:latin typeface="Century Gothic"/>
                <a:cs typeface="Century Gothic"/>
              </a:rPr>
              <a:t>du</a:t>
            </a:r>
            <a:r>
              <a:rPr sz="800" spc="50" dirty="0">
                <a:solidFill>
                  <a:srgbClr val="0070C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0070C0"/>
                </a:solidFill>
                <a:latin typeface="Century Gothic"/>
                <a:cs typeface="Century Gothic"/>
              </a:rPr>
              <a:t>site</a:t>
            </a:r>
            <a:r>
              <a:rPr sz="800" spc="40" dirty="0">
                <a:solidFill>
                  <a:srgbClr val="0070C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0070C0"/>
                </a:solidFill>
                <a:latin typeface="Century Gothic"/>
                <a:cs typeface="Century Gothic"/>
              </a:rPr>
              <a:t>web</a:t>
            </a:r>
            <a:r>
              <a:rPr sz="800" spc="55" dirty="0">
                <a:solidFill>
                  <a:srgbClr val="0070C0"/>
                </a:solidFill>
                <a:latin typeface="Century Gothic"/>
                <a:cs typeface="Century Gothic"/>
              </a:rPr>
              <a:t> </a:t>
            </a:r>
            <a:r>
              <a:rPr sz="800" spc="-25" dirty="0" err="1">
                <a:solidFill>
                  <a:srgbClr val="0070C0"/>
                </a:solidFill>
                <a:latin typeface="Century Gothic"/>
                <a:cs typeface="Century Gothic"/>
              </a:rPr>
              <a:t>est</a:t>
            </a:r>
            <a:endParaRPr sz="800" dirty="0">
              <a:solidFill>
                <a:srgbClr val="0070C0"/>
              </a:solidFill>
              <a:latin typeface="Century Gothic"/>
              <a:cs typeface="Century Gothic"/>
            </a:endParaRPr>
          </a:p>
          <a:p>
            <a:pPr marL="205104">
              <a:lnSpc>
                <a:spcPct val="100000"/>
              </a:lnSpc>
              <a:spcBef>
                <a:spcPts val="50"/>
              </a:spcBef>
            </a:pPr>
            <a:r>
              <a:rPr sz="800" spc="-10" dirty="0">
                <a:solidFill>
                  <a:srgbClr val="0070C0"/>
                </a:solidFill>
                <a:latin typeface="Century Gothic"/>
                <a:cs typeface="Century Gothic"/>
              </a:rPr>
              <a:t>de</a:t>
            </a:r>
            <a:r>
              <a:rPr sz="800" spc="-45" dirty="0">
                <a:solidFill>
                  <a:srgbClr val="0070C0"/>
                </a:solidFill>
                <a:latin typeface="Century Gothic"/>
                <a:cs typeface="Century Gothic"/>
              </a:rPr>
              <a:t> </a:t>
            </a:r>
            <a:r>
              <a:rPr lang="fr-FR" sz="800" spc="40" dirty="0">
                <a:solidFill>
                  <a:srgbClr val="0070C0"/>
                </a:solidFill>
                <a:latin typeface="Century Gothic"/>
                <a:cs typeface="Century Gothic"/>
              </a:rPr>
              <a:t>143 680,10</a:t>
            </a:r>
            <a:r>
              <a:rPr sz="800" spc="40" dirty="0">
                <a:solidFill>
                  <a:srgbClr val="0070C0"/>
                </a:solidFill>
                <a:latin typeface="Century Gothic"/>
                <a:cs typeface="Century Gothic"/>
              </a:rPr>
              <a:t>€</a:t>
            </a:r>
            <a:endParaRPr sz="800" dirty="0">
              <a:solidFill>
                <a:srgbClr val="0070C0"/>
              </a:solidFill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850" dirty="0">
              <a:latin typeface="Century Gothic"/>
              <a:cs typeface="Century Gothic"/>
            </a:endParaRPr>
          </a:p>
          <a:p>
            <a:pPr marL="205104">
              <a:lnSpc>
                <a:spcPct val="100000"/>
              </a:lnSpc>
            </a:pPr>
            <a:r>
              <a:rPr sz="800" b="1" u="sng" spc="9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Calcul</a:t>
            </a:r>
            <a:r>
              <a:rPr sz="800" b="1" u="sng" spc="2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800" b="1" u="sng" spc="114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du</a:t>
            </a:r>
            <a:r>
              <a:rPr sz="800" b="1" u="sng" spc="6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800" b="1" u="sng" spc="8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20/80</a:t>
            </a:r>
            <a:r>
              <a:rPr sz="800" b="1" u="sng" spc="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800" b="1" u="sng" spc="1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en</a:t>
            </a:r>
            <a:r>
              <a:rPr sz="800" b="1" u="sng" spc="5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800" b="1" u="sng" spc="12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CA</a:t>
            </a:r>
            <a:endParaRPr sz="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800" dirty="0">
              <a:latin typeface="Calibri"/>
              <a:cs typeface="Calibri"/>
            </a:endParaRPr>
          </a:p>
          <a:p>
            <a:pPr marL="205104" marR="180340">
              <a:lnSpc>
                <a:spcPct val="105000"/>
              </a:lnSpc>
            </a:pPr>
            <a:r>
              <a:rPr lang="fr-FR" sz="800" spc="-50" dirty="0">
                <a:solidFill>
                  <a:srgbClr val="006FC0"/>
                </a:solidFill>
                <a:latin typeface="Century Gothic"/>
                <a:cs typeface="Century Gothic"/>
              </a:rPr>
              <a:t>477</a:t>
            </a:r>
            <a:r>
              <a:rPr sz="800" spc="85" dirty="0">
                <a:solidFill>
                  <a:srgbClr val="006FC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006FC0"/>
                </a:solidFill>
                <a:latin typeface="Century Gothic"/>
                <a:cs typeface="Century Gothic"/>
              </a:rPr>
              <a:t>articles</a:t>
            </a:r>
            <a:r>
              <a:rPr sz="800" spc="75" dirty="0">
                <a:solidFill>
                  <a:srgbClr val="006FC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006FC0"/>
                </a:solidFill>
                <a:latin typeface="Century Gothic"/>
                <a:cs typeface="Century Gothic"/>
              </a:rPr>
              <a:t>représentent</a:t>
            </a:r>
            <a:r>
              <a:rPr sz="800" spc="114" dirty="0">
                <a:solidFill>
                  <a:srgbClr val="006FC0"/>
                </a:solidFill>
                <a:latin typeface="Century Gothic"/>
                <a:cs typeface="Century Gothic"/>
              </a:rPr>
              <a:t> </a:t>
            </a:r>
            <a:r>
              <a:rPr sz="800" spc="60" dirty="0">
                <a:solidFill>
                  <a:srgbClr val="006FC0"/>
                </a:solidFill>
                <a:latin typeface="Century Gothic"/>
                <a:cs typeface="Century Gothic"/>
              </a:rPr>
              <a:t>80%</a:t>
            </a:r>
            <a:r>
              <a:rPr sz="800" spc="95" dirty="0">
                <a:solidFill>
                  <a:srgbClr val="006FC0"/>
                </a:solidFill>
                <a:latin typeface="Century Gothic"/>
                <a:cs typeface="Century Gothic"/>
              </a:rPr>
              <a:t> </a:t>
            </a:r>
            <a:r>
              <a:rPr sz="800" spc="-25" dirty="0">
                <a:solidFill>
                  <a:srgbClr val="006FC0"/>
                </a:solidFill>
                <a:latin typeface="Century Gothic"/>
                <a:cs typeface="Century Gothic"/>
              </a:rPr>
              <a:t>des</a:t>
            </a:r>
            <a:r>
              <a:rPr sz="800" dirty="0">
                <a:solidFill>
                  <a:srgbClr val="006FC0"/>
                </a:solidFill>
                <a:latin typeface="Century Gothic"/>
                <a:cs typeface="Century Gothic"/>
              </a:rPr>
              <a:t> ventes</a:t>
            </a:r>
            <a:r>
              <a:rPr sz="800" spc="45" dirty="0">
                <a:solidFill>
                  <a:srgbClr val="006FC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006FC0"/>
                </a:solidFill>
                <a:latin typeface="Century Gothic"/>
                <a:cs typeface="Century Gothic"/>
              </a:rPr>
              <a:t>en</a:t>
            </a:r>
            <a:r>
              <a:rPr sz="800" spc="25" dirty="0">
                <a:solidFill>
                  <a:srgbClr val="006FC0"/>
                </a:solidFill>
                <a:latin typeface="Century Gothic"/>
                <a:cs typeface="Century Gothic"/>
              </a:rPr>
              <a:t> </a:t>
            </a:r>
            <a:r>
              <a:rPr sz="800" spc="-25" dirty="0">
                <a:solidFill>
                  <a:srgbClr val="006FC0"/>
                </a:solidFill>
                <a:latin typeface="Century Gothic"/>
                <a:cs typeface="Century Gothic"/>
              </a:rPr>
              <a:t>CA</a:t>
            </a:r>
            <a:endParaRPr sz="800" dirty="0">
              <a:latin typeface="Century Gothic"/>
              <a:cs typeface="Century Gothic"/>
            </a:endParaRPr>
          </a:p>
          <a:p>
            <a:pPr marL="205104">
              <a:lnSpc>
                <a:spcPct val="100000"/>
              </a:lnSpc>
              <a:spcBef>
                <a:spcPts val="45"/>
              </a:spcBef>
            </a:pPr>
            <a:r>
              <a:rPr sz="800" dirty="0">
                <a:solidFill>
                  <a:srgbClr val="006FC0"/>
                </a:solidFill>
                <a:latin typeface="Century Gothic"/>
                <a:cs typeface="Century Gothic"/>
              </a:rPr>
              <a:t>Ces</a:t>
            </a:r>
            <a:r>
              <a:rPr sz="800" spc="114" dirty="0">
                <a:solidFill>
                  <a:srgbClr val="006FC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006FC0"/>
                </a:solidFill>
                <a:latin typeface="Century Gothic"/>
                <a:cs typeface="Century Gothic"/>
              </a:rPr>
              <a:t>articles</a:t>
            </a:r>
            <a:r>
              <a:rPr sz="800" spc="80" dirty="0">
                <a:solidFill>
                  <a:srgbClr val="006FC0"/>
                </a:solidFill>
                <a:latin typeface="Century Gothic"/>
                <a:cs typeface="Century Gothic"/>
              </a:rPr>
              <a:t> </a:t>
            </a:r>
            <a:r>
              <a:rPr sz="800" dirty="0" err="1">
                <a:solidFill>
                  <a:srgbClr val="006FC0"/>
                </a:solidFill>
                <a:latin typeface="Century Gothic"/>
                <a:cs typeface="Century Gothic"/>
              </a:rPr>
              <a:t>représentent</a:t>
            </a:r>
            <a:r>
              <a:rPr sz="800" spc="130" dirty="0">
                <a:solidFill>
                  <a:srgbClr val="006FC0"/>
                </a:solidFill>
                <a:latin typeface="Century Gothic"/>
                <a:cs typeface="Century Gothic"/>
              </a:rPr>
              <a:t> </a:t>
            </a:r>
            <a:r>
              <a:rPr lang="fr-FR" sz="800" spc="-10" dirty="0">
                <a:solidFill>
                  <a:srgbClr val="006FC0"/>
                </a:solidFill>
                <a:latin typeface="Century Gothic"/>
                <a:cs typeface="Century Gothic"/>
              </a:rPr>
              <a:t>66,81</a:t>
            </a:r>
            <a:r>
              <a:rPr sz="800" spc="-10" dirty="0">
                <a:solidFill>
                  <a:srgbClr val="006FC0"/>
                </a:solidFill>
                <a:latin typeface="Century Gothic"/>
                <a:cs typeface="Century Gothic"/>
              </a:rPr>
              <a:t>%</a:t>
            </a:r>
            <a:endParaRPr sz="800" dirty="0">
              <a:latin typeface="Century Gothic"/>
              <a:cs typeface="Century Gothic"/>
            </a:endParaRPr>
          </a:p>
          <a:p>
            <a:pPr marL="205104">
              <a:lnSpc>
                <a:spcPct val="100000"/>
              </a:lnSpc>
              <a:spcBef>
                <a:spcPts val="50"/>
              </a:spcBef>
            </a:pPr>
            <a:r>
              <a:rPr sz="800" dirty="0">
                <a:solidFill>
                  <a:srgbClr val="006FC0"/>
                </a:solidFill>
                <a:latin typeface="Century Gothic"/>
                <a:cs typeface="Century Gothic"/>
              </a:rPr>
              <a:t>du</a:t>
            </a:r>
            <a:r>
              <a:rPr sz="800" spc="35" dirty="0">
                <a:solidFill>
                  <a:srgbClr val="006FC0"/>
                </a:solidFill>
                <a:latin typeface="Century Gothic"/>
                <a:cs typeface="Century Gothic"/>
              </a:rPr>
              <a:t> </a:t>
            </a:r>
            <a:r>
              <a:rPr sz="800" spc="-20" dirty="0">
                <a:solidFill>
                  <a:srgbClr val="006FC0"/>
                </a:solidFill>
                <a:latin typeface="Century Gothic"/>
                <a:cs typeface="Century Gothic"/>
              </a:rPr>
              <a:t>catalogue</a:t>
            </a:r>
            <a:r>
              <a:rPr sz="800" spc="15" dirty="0">
                <a:solidFill>
                  <a:srgbClr val="006FC0"/>
                </a:solidFill>
                <a:latin typeface="Century Gothic"/>
                <a:cs typeface="Century Gothic"/>
              </a:rPr>
              <a:t> </a:t>
            </a:r>
            <a:r>
              <a:rPr sz="800" spc="-10" dirty="0">
                <a:solidFill>
                  <a:srgbClr val="006FC0"/>
                </a:solidFill>
                <a:latin typeface="Century Gothic"/>
                <a:cs typeface="Century Gothic"/>
              </a:rPr>
              <a:t>entier</a:t>
            </a:r>
            <a:endParaRPr sz="800" dirty="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375789" y="1330261"/>
            <a:ext cx="6622415" cy="3322954"/>
          </a:xfrm>
          <a:custGeom>
            <a:avLst/>
            <a:gdLst/>
            <a:ahLst/>
            <a:cxnLst/>
            <a:rect l="l" t="t" r="r" b="b"/>
            <a:pathLst>
              <a:path w="6622415" h="3322954">
                <a:moveTo>
                  <a:pt x="0" y="3322701"/>
                </a:moveTo>
                <a:lnTo>
                  <a:pt x="6622161" y="3322701"/>
                </a:lnTo>
                <a:lnTo>
                  <a:pt x="6622161" y="0"/>
                </a:lnTo>
                <a:lnTo>
                  <a:pt x="0" y="0"/>
                </a:lnTo>
                <a:lnTo>
                  <a:pt x="0" y="332270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50876" y="4741164"/>
            <a:ext cx="8842375" cy="297180"/>
          </a:xfrm>
          <a:prstGeom prst="rect">
            <a:avLst/>
          </a:prstGeom>
          <a:ln w="9525">
            <a:solidFill>
              <a:srgbClr val="FF0000"/>
            </a:solidFill>
          </a:ln>
        </p:spPr>
        <p:txBody>
          <a:bodyPr vert="horz" wrap="square" lIns="0" tIns="83185" rIns="0" bIns="0" rtlCol="0">
            <a:spAutoFit/>
          </a:bodyPr>
          <a:lstStyle/>
          <a:p>
            <a:pPr marL="205104">
              <a:lnSpc>
                <a:spcPct val="100000"/>
              </a:lnSpc>
              <a:spcBef>
                <a:spcPts val="655"/>
              </a:spcBef>
            </a:pPr>
            <a:r>
              <a:rPr sz="800" b="1" u="sng" spc="9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Limites</a:t>
            </a:r>
            <a:r>
              <a:rPr sz="800" b="1" u="sng" spc="13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sz="800" b="1" u="sng" spc="8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éventuelles</a:t>
            </a:r>
            <a:r>
              <a:rPr sz="800" b="1" u="sng" spc="114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sz="800" b="1" u="sng" spc="1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de</a:t>
            </a:r>
            <a:r>
              <a:rPr sz="800" b="1" u="sng" spc="13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sz="800" b="1" u="sng" spc="7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l’analyse</a:t>
            </a:r>
            <a:r>
              <a:rPr sz="800" b="1" spc="10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800" spc="-60" dirty="0">
                <a:solidFill>
                  <a:srgbClr val="FF0000"/>
                </a:solidFill>
                <a:latin typeface="Century Gothic"/>
                <a:cs typeface="Century Gothic"/>
              </a:rPr>
              <a:t>:</a:t>
            </a:r>
            <a:r>
              <a:rPr sz="800" spc="9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FF0000"/>
                </a:solidFill>
                <a:latin typeface="Century Gothic"/>
                <a:cs typeface="Century Gothic"/>
              </a:rPr>
              <a:t>Données</a:t>
            </a:r>
            <a:r>
              <a:rPr sz="800" spc="10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FF0000"/>
                </a:solidFill>
                <a:latin typeface="Century Gothic"/>
                <a:cs typeface="Century Gothic"/>
              </a:rPr>
              <a:t>manquantes</a:t>
            </a:r>
            <a:r>
              <a:rPr sz="800" spc="6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800" spc="70" dirty="0">
                <a:solidFill>
                  <a:srgbClr val="FF0000"/>
                </a:solidFill>
                <a:latin typeface="Century Gothic"/>
                <a:cs typeface="Century Gothic"/>
              </a:rPr>
              <a:t>sur</a:t>
            </a:r>
            <a:r>
              <a:rPr sz="800" spc="8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FF0000"/>
                </a:solidFill>
                <a:latin typeface="Century Gothic"/>
                <a:cs typeface="Century Gothic"/>
              </a:rPr>
              <a:t>certains</a:t>
            </a:r>
            <a:r>
              <a:rPr sz="800" spc="7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FF0000"/>
                </a:solidFill>
                <a:latin typeface="Century Gothic"/>
                <a:cs typeface="Century Gothic"/>
              </a:rPr>
              <a:t>produits</a:t>
            </a:r>
            <a:r>
              <a:rPr sz="800" spc="6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FF0000"/>
                </a:solidFill>
                <a:latin typeface="Century Gothic"/>
                <a:cs typeface="Century Gothic"/>
              </a:rPr>
              <a:t>pouvant</a:t>
            </a:r>
            <a:r>
              <a:rPr sz="800" spc="8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FF0000"/>
                </a:solidFill>
                <a:latin typeface="Century Gothic"/>
                <a:cs typeface="Century Gothic"/>
              </a:rPr>
              <a:t>potentiellement</a:t>
            </a:r>
            <a:r>
              <a:rPr sz="800" spc="9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FF0000"/>
                </a:solidFill>
                <a:latin typeface="Century Gothic"/>
                <a:cs typeface="Century Gothic"/>
              </a:rPr>
              <a:t>fausser</a:t>
            </a:r>
            <a:r>
              <a:rPr sz="800" spc="8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800" spc="-10" dirty="0">
                <a:solidFill>
                  <a:srgbClr val="FF0000"/>
                </a:solidFill>
                <a:latin typeface="Century Gothic"/>
                <a:cs typeface="Century Gothic"/>
              </a:rPr>
              <a:t>l’analyse</a:t>
            </a:r>
            <a:endParaRPr sz="80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0876" y="3314700"/>
            <a:ext cx="2080260" cy="956993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86995" rIns="0" bIns="0" rtlCol="0">
            <a:spAutoFit/>
          </a:bodyPr>
          <a:lstStyle/>
          <a:p>
            <a:pPr marL="205104">
              <a:lnSpc>
                <a:spcPct val="100000"/>
              </a:lnSpc>
              <a:spcBef>
                <a:spcPts val="685"/>
              </a:spcBef>
            </a:pPr>
            <a:r>
              <a:rPr sz="800" b="1" u="sng" spc="10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Commentaires</a:t>
            </a:r>
            <a:r>
              <a:rPr sz="800" b="1" u="sng" spc="28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800" b="1" u="sng" spc="114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du</a:t>
            </a:r>
            <a:r>
              <a:rPr sz="800" b="1" u="sng" spc="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800" b="1" u="sng" spc="10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graphique</a:t>
            </a:r>
            <a:r>
              <a:rPr sz="800" b="1" u="sng" spc="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700" b="1" spc="-60" dirty="0">
                <a:latin typeface="Calibri"/>
                <a:cs typeface="Calibri"/>
              </a:rPr>
              <a:t>:</a:t>
            </a:r>
            <a:endParaRPr sz="700" dirty="0">
              <a:latin typeface="Calibri"/>
              <a:cs typeface="Calibri"/>
            </a:endParaRPr>
          </a:p>
          <a:p>
            <a:pPr marL="205104" marR="142875">
              <a:lnSpc>
                <a:spcPct val="105000"/>
              </a:lnSpc>
              <a:spcBef>
                <a:spcPts val="885"/>
              </a:spcBef>
            </a:pPr>
            <a:r>
              <a:rPr lang="fr-FR" sz="800" dirty="0">
                <a:latin typeface="Century Gothic"/>
                <a:cs typeface="Century Gothic"/>
              </a:rPr>
              <a:t>L’article</a:t>
            </a:r>
            <a:r>
              <a:rPr sz="800" spc="55" dirty="0">
                <a:latin typeface="Century Gothic"/>
                <a:cs typeface="Century Gothic"/>
              </a:rPr>
              <a:t> </a:t>
            </a:r>
            <a:r>
              <a:rPr sz="800" dirty="0">
                <a:latin typeface="Century Gothic"/>
                <a:cs typeface="Century Gothic"/>
              </a:rPr>
              <a:t>réalisant</a:t>
            </a:r>
            <a:r>
              <a:rPr sz="800" spc="50" dirty="0">
                <a:latin typeface="Century Gothic"/>
                <a:cs typeface="Century Gothic"/>
              </a:rPr>
              <a:t> </a:t>
            </a:r>
            <a:r>
              <a:rPr sz="800" dirty="0">
                <a:latin typeface="Century Gothic"/>
                <a:cs typeface="Century Gothic"/>
              </a:rPr>
              <a:t>le</a:t>
            </a:r>
            <a:r>
              <a:rPr sz="800" spc="95" dirty="0">
                <a:latin typeface="Century Gothic"/>
                <a:cs typeface="Century Gothic"/>
              </a:rPr>
              <a:t> </a:t>
            </a:r>
            <a:r>
              <a:rPr sz="800" dirty="0">
                <a:latin typeface="Century Gothic"/>
                <a:cs typeface="Century Gothic"/>
              </a:rPr>
              <a:t>plus</a:t>
            </a:r>
            <a:r>
              <a:rPr sz="800" spc="55" dirty="0">
                <a:latin typeface="Century Gothic"/>
                <a:cs typeface="Century Gothic"/>
              </a:rPr>
              <a:t> </a:t>
            </a:r>
            <a:r>
              <a:rPr sz="800" spc="-35" dirty="0">
                <a:latin typeface="Century Gothic"/>
                <a:cs typeface="Century Gothic"/>
              </a:rPr>
              <a:t>de</a:t>
            </a:r>
            <a:r>
              <a:rPr lang="fr-FR" sz="800" spc="500" dirty="0">
                <a:latin typeface="Century Gothic"/>
                <a:cs typeface="Century Gothic"/>
              </a:rPr>
              <a:t> </a:t>
            </a:r>
            <a:r>
              <a:rPr sz="800" spc="-55" dirty="0">
                <a:latin typeface="Century Gothic"/>
                <a:cs typeface="Century Gothic"/>
              </a:rPr>
              <a:t>CA</a:t>
            </a:r>
            <a:r>
              <a:rPr sz="800" spc="55" dirty="0">
                <a:latin typeface="Century Gothic"/>
                <a:cs typeface="Century Gothic"/>
              </a:rPr>
              <a:t> </a:t>
            </a:r>
            <a:r>
              <a:rPr lang="fr-FR" sz="800" dirty="0">
                <a:latin typeface="Century Gothic"/>
                <a:cs typeface="Century Gothic"/>
              </a:rPr>
              <a:t>est un </a:t>
            </a:r>
            <a:r>
              <a:rPr sz="800" spc="-10" dirty="0">
                <a:latin typeface="Century Gothic"/>
                <a:cs typeface="Century Gothic"/>
              </a:rPr>
              <a:t>champagne</a:t>
            </a:r>
            <a:endParaRPr sz="800" dirty="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800" dirty="0">
              <a:latin typeface="Century Gothic"/>
              <a:cs typeface="Century Gothic"/>
            </a:endParaRPr>
          </a:p>
          <a:p>
            <a:pPr marL="205104" marR="179070">
              <a:lnSpc>
                <a:spcPct val="105100"/>
              </a:lnSpc>
              <a:spcBef>
                <a:spcPts val="5"/>
              </a:spcBef>
            </a:pPr>
            <a:r>
              <a:rPr sz="800" dirty="0">
                <a:latin typeface="Century Gothic"/>
                <a:cs typeface="Century Gothic"/>
              </a:rPr>
              <a:t>Les</a:t>
            </a:r>
            <a:r>
              <a:rPr sz="800" spc="100" dirty="0">
                <a:latin typeface="Century Gothic"/>
                <a:cs typeface="Century Gothic"/>
              </a:rPr>
              <a:t> </a:t>
            </a:r>
            <a:r>
              <a:rPr sz="800" dirty="0" err="1">
                <a:latin typeface="Century Gothic"/>
                <a:cs typeface="Century Gothic"/>
              </a:rPr>
              <a:t>Domaines</a:t>
            </a:r>
            <a:r>
              <a:rPr sz="800" spc="75" dirty="0">
                <a:latin typeface="Century Gothic"/>
                <a:cs typeface="Century Gothic"/>
              </a:rPr>
              <a:t> </a:t>
            </a:r>
            <a:r>
              <a:rPr lang="fr-FR" sz="800" dirty="0">
                <a:latin typeface="Century Gothic"/>
                <a:cs typeface="Century Gothic"/>
              </a:rPr>
              <a:t>EGLY </a:t>
            </a:r>
            <a:r>
              <a:rPr sz="800" dirty="0" err="1">
                <a:latin typeface="Century Gothic"/>
                <a:cs typeface="Century Gothic"/>
              </a:rPr>
              <a:t>sont</a:t>
            </a:r>
            <a:r>
              <a:rPr sz="800" spc="130" dirty="0">
                <a:latin typeface="Century Gothic"/>
                <a:cs typeface="Century Gothic"/>
              </a:rPr>
              <a:t> </a:t>
            </a:r>
            <a:r>
              <a:rPr sz="800" dirty="0">
                <a:latin typeface="Century Gothic"/>
                <a:cs typeface="Century Gothic"/>
              </a:rPr>
              <a:t>les</a:t>
            </a:r>
            <a:r>
              <a:rPr sz="800" spc="135" dirty="0">
                <a:latin typeface="Century Gothic"/>
                <a:cs typeface="Century Gothic"/>
              </a:rPr>
              <a:t> </a:t>
            </a:r>
            <a:r>
              <a:rPr sz="800" dirty="0">
                <a:latin typeface="Century Gothic"/>
                <a:cs typeface="Century Gothic"/>
              </a:rPr>
              <a:t>plus</a:t>
            </a:r>
            <a:r>
              <a:rPr sz="800" spc="114" dirty="0">
                <a:latin typeface="Century Gothic"/>
                <a:cs typeface="Century Gothic"/>
              </a:rPr>
              <a:t> </a:t>
            </a:r>
            <a:r>
              <a:rPr sz="800" dirty="0">
                <a:latin typeface="Century Gothic"/>
                <a:cs typeface="Century Gothic"/>
              </a:rPr>
              <a:t>prolifiques</a:t>
            </a:r>
            <a:r>
              <a:rPr sz="800" spc="110" dirty="0">
                <a:latin typeface="Century Gothic"/>
                <a:cs typeface="Century Gothic"/>
              </a:rPr>
              <a:t> </a:t>
            </a:r>
            <a:r>
              <a:rPr sz="800" dirty="0">
                <a:latin typeface="Century Gothic"/>
                <a:cs typeface="Century Gothic"/>
              </a:rPr>
              <a:t>en</a:t>
            </a:r>
            <a:r>
              <a:rPr sz="800" spc="150" dirty="0">
                <a:latin typeface="Century Gothic"/>
                <a:cs typeface="Century Gothic"/>
              </a:rPr>
              <a:t> </a:t>
            </a:r>
            <a:r>
              <a:rPr sz="800" spc="-10" dirty="0">
                <a:latin typeface="Century Gothic"/>
                <a:cs typeface="Century Gothic"/>
              </a:rPr>
              <a:t>terme de</a:t>
            </a:r>
            <a:r>
              <a:rPr sz="800" spc="10" dirty="0">
                <a:latin typeface="Century Gothic"/>
                <a:cs typeface="Century Gothic"/>
              </a:rPr>
              <a:t> </a:t>
            </a:r>
            <a:r>
              <a:rPr sz="800" spc="-55" dirty="0">
                <a:latin typeface="Century Gothic"/>
                <a:cs typeface="Century Gothic"/>
              </a:rPr>
              <a:t>CA</a:t>
            </a:r>
            <a:endParaRPr sz="800" dirty="0">
              <a:latin typeface="Century Gothic"/>
              <a:cs typeface="Century Gothic"/>
            </a:endParaRPr>
          </a:p>
        </p:txBody>
      </p:sp>
      <p:sp>
        <p:nvSpPr>
          <p:cNvPr id="16" name="Espace réservé du numéro de diapositive 15">
            <a:extLst>
              <a:ext uri="{FF2B5EF4-FFF2-40B4-BE49-F238E27FC236}">
                <a16:creationId xmlns:a16="http://schemas.microsoft.com/office/drawing/2014/main" id="{974F2069-56F8-79A6-7BEC-42D0F68EF1A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t>11</a:t>
            </a:fld>
            <a:endParaRPr lang="fr-FR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DC9735EF-9EAF-9121-E8D5-5F56DAD31E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5789" y="1330261"/>
            <a:ext cx="6645369" cy="33329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762" y="-4762"/>
            <a:ext cx="9153525" cy="1201420"/>
            <a:chOff x="-4762" y="-4762"/>
            <a:chExt cx="9153525" cy="12014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124709"/>
              <a:ext cx="9143999" cy="7143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9144000" cy="1125220"/>
            </a:xfrm>
            <a:custGeom>
              <a:avLst/>
              <a:gdLst/>
              <a:ahLst/>
              <a:cxnLst/>
              <a:rect l="l" t="t" r="r" b="b"/>
              <a:pathLst>
                <a:path w="9144000" h="1125220">
                  <a:moveTo>
                    <a:pt x="9144000" y="0"/>
                  </a:moveTo>
                  <a:lnTo>
                    <a:pt x="0" y="0"/>
                  </a:lnTo>
                  <a:lnTo>
                    <a:pt x="0" y="1124712"/>
                  </a:lnTo>
                  <a:lnTo>
                    <a:pt x="9144000" y="112471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AC08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9144000" cy="1125220"/>
            </a:xfrm>
            <a:custGeom>
              <a:avLst/>
              <a:gdLst/>
              <a:ahLst/>
              <a:cxnLst/>
              <a:rect l="l" t="t" r="r" b="b"/>
              <a:pathLst>
                <a:path w="9144000" h="1125220">
                  <a:moveTo>
                    <a:pt x="0" y="1124712"/>
                  </a:moveTo>
                  <a:lnTo>
                    <a:pt x="9144000" y="1124712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124712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40972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45" dirty="0"/>
              <a:t>Analyses</a:t>
            </a:r>
            <a:r>
              <a:rPr spc="5" dirty="0"/>
              <a:t> </a:t>
            </a:r>
            <a:r>
              <a:rPr spc="55" dirty="0"/>
              <a:t>univariées</a:t>
            </a:r>
            <a:r>
              <a:rPr spc="10" dirty="0"/>
              <a:t> </a:t>
            </a:r>
            <a:r>
              <a:rPr dirty="0"/>
              <a:t>des</a:t>
            </a:r>
            <a:r>
              <a:rPr spc="15" dirty="0"/>
              <a:t> </a:t>
            </a:r>
            <a:r>
              <a:rPr lang="fr-FR" spc="65" dirty="0"/>
              <a:t>quantités</a:t>
            </a:r>
            <a:endParaRPr spc="65" dirty="0"/>
          </a:p>
        </p:txBody>
      </p:sp>
      <p:sp>
        <p:nvSpPr>
          <p:cNvPr id="7" name="object 7"/>
          <p:cNvSpPr/>
          <p:nvPr/>
        </p:nvSpPr>
        <p:spPr>
          <a:xfrm>
            <a:off x="414527" y="877824"/>
            <a:ext cx="452755" cy="50800"/>
          </a:xfrm>
          <a:custGeom>
            <a:avLst/>
            <a:gdLst/>
            <a:ahLst/>
            <a:cxnLst/>
            <a:rect l="l" t="t" r="r" b="b"/>
            <a:pathLst>
              <a:path w="452755" h="50800">
                <a:moveTo>
                  <a:pt x="452628" y="0"/>
                </a:moveTo>
                <a:lnTo>
                  <a:pt x="0" y="0"/>
                </a:lnTo>
                <a:lnTo>
                  <a:pt x="0" y="50291"/>
                </a:lnTo>
                <a:lnTo>
                  <a:pt x="452628" y="50291"/>
                </a:lnTo>
                <a:lnTo>
                  <a:pt x="452628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50876" y="1335024"/>
            <a:ext cx="2080260" cy="132927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 marL="205104" marR="685165">
              <a:lnSpc>
                <a:spcPct val="114999"/>
              </a:lnSpc>
              <a:spcBef>
                <a:spcPts val="600"/>
              </a:spcBef>
            </a:pPr>
            <a:r>
              <a:rPr sz="800" b="1" u="sng" spc="9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Méthodes</a:t>
            </a:r>
            <a:r>
              <a:rPr sz="800" b="1" u="sng" spc="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800" b="1" u="sng" spc="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statistiques</a:t>
            </a:r>
            <a:r>
              <a:rPr sz="800" b="1" spc="75" dirty="0">
                <a:latin typeface="Calibri"/>
                <a:cs typeface="Calibri"/>
              </a:rPr>
              <a:t> </a:t>
            </a:r>
            <a:r>
              <a:rPr sz="800" b="1" u="sng" spc="8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employées:</a:t>
            </a:r>
            <a:endParaRPr sz="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00" dirty="0">
              <a:latin typeface="Calibri"/>
              <a:cs typeface="Calibri"/>
            </a:endParaRPr>
          </a:p>
          <a:p>
            <a:pPr marL="205104">
              <a:lnSpc>
                <a:spcPct val="100000"/>
              </a:lnSpc>
              <a:spcBef>
                <a:spcPts val="5"/>
              </a:spcBef>
            </a:pPr>
            <a:r>
              <a:rPr sz="800" b="1" u="sng" spc="9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Calcul</a:t>
            </a:r>
            <a:r>
              <a:rPr sz="800" b="1" u="sng" spc="2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800" b="1" u="sng" spc="114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du</a:t>
            </a:r>
            <a:r>
              <a:rPr sz="800" b="1" u="sng" spc="6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800" b="1" u="sng" spc="8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20/80</a:t>
            </a:r>
            <a:r>
              <a:rPr sz="800" b="1" u="sng" spc="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800" b="1" u="sng" spc="1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en</a:t>
            </a:r>
            <a:r>
              <a:rPr sz="800" b="1" u="sng" spc="5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800" b="1" u="sng" spc="8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quantité</a:t>
            </a:r>
            <a:endParaRPr sz="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900" dirty="0">
              <a:latin typeface="Calibri"/>
              <a:cs typeface="Calibri"/>
            </a:endParaRPr>
          </a:p>
          <a:p>
            <a:pPr marL="205104" marR="193675">
              <a:lnSpc>
                <a:spcPct val="114999"/>
              </a:lnSpc>
            </a:pPr>
            <a:r>
              <a:rPr lang="fr-FR" sz="800" dirty="0">
                <a:solidFill>
                  <a:srgbClr val="006FC0"/>
                </a:solidFill>
                <a:latin typeface="Century Gothic"/>
                <a:cs typeface="Century Gothic"/>
              </a:rPr>
              <a:t>450</a:t>
            </a:r>
            <a:r>
              <a:rPr sz="800" spc="90" dirty="0">
                <a:solidFill>
                  <a:srgbClr val="006FC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006FC0"/>
                </a:solidFill>
                <a:latin typeface="Century Gothic"/>
                <a:cs typeface="Century Gothic"/>
              </a:rPr>
              <a:t>articles</a:t>
            </a:r>
            <a:r>
              <a:rPr sz="800" spc="114" dirty="0">
                <a:solidFill>
                  <a:srgbClr val="006FC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006FC0"/>
                </a:solidFill>
                <a:latin typeface="Century Gothic"/>
                <a:cs typeface="Century Gothic"/>
              </a:rPr>
              <a:t>représentent</a:t>
            </a:r>
            <a:r>
              <a:rPr sz="800" spc="140" dirty="0">
                <a:solidFill>
                  <a:srgbClr val="006FC0"/>
                </a:solidFill>
                <a:latin typeface="Century Gothic"/>
                <a:cs typeface="Century Gothic"/>
              </a:rPr>
              <a:t> </a:t>
            </a:r>
            <a:r>
              <a:rPr sz="800" spc="60" dirty="0">
                <a:solidFill>
                  <a:srgbClr val="006FC0"/>
                </a:solidFill>
                <a:latin typeface="Century Gothic"/>
                <a:cs typeface="Century Gothic"/>
              </a:rPr>
              <a:t>80%</a:t>
            </a:r>
            <a:r>
              <a:rPr sz="800" spc="100" dirty="0">
                <a:solidFill>
                  <a:srgbClr val="006FC0"/>
                </a:solidFill>
                <a:latin typeface="Century Gothic"/>
                <a:cs typeface="Century Gothic"/>
              </a:rPr>
              <a:t> </a:t>
            </a:r>
            <a:r>
              <a:rPr sz="800" spc="-25" dirty="0">
                <a:solidFill>
                  <a:srgbClr val="006FC0"/>
                </a:solidFill>
                <a:latin typeface="Century Gothic"/>
                <a:cs typeface="Century Gothic"/>
              </a:rPr>
              <a:t>du</a:t>
            </a:r>
            <a:r>
              <a:rPr sz="800" spc="500" dirty="0">
                <a:solidFill>
                  <a:srgbClr val="006FC0"/>
                </a:solidFill>
                <a:latin typeface="Century Gothic"/>
                <a:cs typeface="Century Gothic"/>
              </a:rPr>
              <a:t> </a:t>
            </a:r>
            <a:r>
              <a:rPr sz="800" spc="-55" dirty="0">
                <a:solidFill>
                  <a:srgbClr val="006FC0"/>
                </a:solidFill>
                <a:latin typeface="Century Gothic"/>
                <a:cs typeface="Century Gothic"/>
              </a:rPr>
              <a:t>CA</a:t>
            </a:r>
            <a:r>
              <a:rPr sz="800" spc="-5" dirty="0">
                <a:solidFill>
                  <a:srgbClr val="006FC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006FC0"/>
                </a:solidFill>
                <a:latin typeface="Century Gothic"/>
                <a:cs typeface="Century Gothic"/>
              </a:rPr>
              <a:t>en </a:t>
            </a:r>
            <a:r>
              <a:rPr sz="800" spc="-10" dirty="0">
                <a:solidFill>
                  <a:srgbClr val="006FC0"/>
                </a:solidFill>
                <a:latin typeface="Century Gothic"/>
                <a:cs typeface="Century Gothic"/>
              </a:rPr>
              <a:t>quantité</a:t>
            </a:r>
            <a:endParaRPr sz="800" dirty="0">
              <a:latin typeface="Century Gothic"/>
              <a:cs typeface="Century Gothic"/>
            </a:endParaRPr>
          </a:p>
          <a:p>
            <a:pPr marL="205104" marR="86995">
              <a:lnSpc>
                <a:spcPct val="114999"/>
              </a:lnSpc>
            </a:pPr>
            <a:r>
              <a:rPr sz="800" dirty="0">
                <a:solidFill>
                  <a:srgbClr val="006FC0"/>
                </a:solidFill>
                <a:latin typeface="Century Gothic"/>
                <a:cs typeface="Century Gothic"/>
              </a:rPr>
              <a:t>Ces</a:t>
            </a:r>
            <a:r>
              <a:rPr sz="800" spc="95" dirty="0">
                <a:solidFill>
                  <a:srgbClr val="006FC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006FC0"/>
                </a:solidFill>
                <a:latin typeface="Century Gothic"/>
                <a:cs typeface="Century Gothic"/>
              </a:rPr>
              <a:t>articles</a:t>
            </a:r>
            <a:r>
              <a:rPr sz="800" spc="55" dirty="0">
                <a:solidFill>
                  <a:srgbClr val="006FC0"/>
                </a:solidFill>
                <a:latin typeface="Century Gothic"/>
                <a:cs typeface="Century Gothic"/>
              </a:rPr>
              <a:t> </a:t>
            </a:r>
            <a:r>
              <a:rPr sz="800" dirty="0" err="1">
                <a:solidFill>
                  <a:srgbClr val="006FC0"/>
                </a:solidFill>
                <a:latin typeface="Century Gothic"/>
                <a:cs typeface="Century Gothic"/>
              </a:rPr>
              <a:t>repr</a:t>
            </a:r>
            <a:r>
              <a:rPr lang="fr-FR" sz="800" dirty="0">
                <a:solidFill>
                  <a:srgbClr val="006FC0"/>
                </a:solidFill>
                <a:latin typeface="Century Gothic"/>
                <a:cs typeface="Century Gothic"/>
              </a:rPr>
              <a:t>é</a:t>
            </a:r>
            <a:r>
              <a:rPr sz="800" dirty="0" err="1">
                <a:solidFill>
                  <a:srgbClr val="006FC0"/>
                </a:solidFill>
                <a:latin typeface="Century Gothic"/>
                <a:cs typeface="Century Gothic"/>
              </a:rPr>
              <a:t>sentent</a:t>
            </a:r>
            <a:r>
              <a:rPr sz="800" spc="105" dirty="0">
                <a:solidFill>
                  <a:srgbClr val="006FC0"/>
                </a:solidFill>
                <a:latin typeface="Century Gothic"/>
                <a:cs typeface="Century Gothic"/>
              </a:rPr>
              <a:t> </a:t>
            </a:r>
            <a:r>
              <a:rPr lang="fr-FR" sz="800" spc="-20" dirty="0">
                <a:solidFill>
                  <a:srgbClr val="006FC0"/>
                </a:solidFill>
                <a:latin typeface="Century Gothic"/>
                <a:cs typeface="Century Gothic"/>
              </a:rPr>
              <a:t>63,03</a:t>
            </a:r>
            <a:r>
              <a:rPr sz="800" spc="-20" dirty="0">
                <a:solidFill>
                  <a:srgbClr val="006FC0"/>
                </a:solidFill>
                <a:latin typeface="Century Gothic"/>
                <a:cs typeface="Century Gothic"/>
              </a:rPr>
              <a:t>%</a:t>
            </a:r>
            <a:r>
              <a:rPr sz="800" spc="65" dirty="0">
                <a:solidFill>
                  <a:srgbClr val="006FC0"/>
                </a:solidFill>
                <a:latin typeface="Century Gothic"/>
                <a:cs typeface="Century Gothic"/>
              </a:rPr>
              <a:t> </a:t>
            </a:r>
            <a:r>
              <a:rPr sz="800" spc="-25" dirty="0">
                <a:solidFill>
                  <a:srgbClr val="006FC0"/>
                </a:solidFill>
                <a:latin typeface="Century Gothic"/>
                <a:cs typeface="Century Gothic"/>
              </a:rPr>
              <a:t>du</a:t>
            </a:r>
            <a:r>
              <a:rPr sz="800" spc="-20" dirty="0">
                <a:solidFill>
                  <a:srgbClr val="006FC0"/>
                </a:solidFill>
                <a:latin typeface="Century Gothic"/>
                <a:cs typeface="Century Gothic"/>
              </a:rPr>
              <a:t> catalogue</a:t>
            </a:r>
            <a:r>
              <a:rPr sz="800" spc="35" dirty="0">
                <a:solidFill>
                  <a:srgbClr val="006FC0"/>
                </a:solidFill>
                <a:latin typeface="Century Gothic"/>
                <a:cs typeface="Century Gothic"/>
              </a:rPr>
              <a:t> </a:t>
            </a:r>
            <a:r>
              <a:rPr sz="800" spc="-10" dirty="0">
                <a:solidFill>
                  <a:srgbClr val="006FC0"/>
                </a:solidFill>
                <a:latin typeface="Century Gothic"/>
                <a:cs typeface="Century Gothic"/>
              </a:rPr>
              <a:t>entier</a:t>
            </a:r>
            <a:endParaRPr sz="800" dirty="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375789" y="1330261"/>
            <a:ext cx="6622415" cy="3356610"/>
          </a:xfrm>
          <a:custGeom>
            <a:avLst/>
            <a:gdLst/>
            <a:ahLst/>
            <a:cxnLst/>
            <a:rect l="l" t="t" r="r" b="b"/>
            <a:pathLst>
              <a:path w="6622415" h="3356610">
                <a:moveTo>
                  <a:pt x="0" y="3356229"/>
                </a:moveTo>
                <a:lnTo>
                  <a:pt x="6622161" y="3356229"/>
                </a:lnTo>
                <a:lnTo>
                  <a:pt x="6622161" y="0"/>
                </a:lnTo>
                <a:lnTo>
                  <a:pt x="0" y="0"/>
                </a:lnTo>
                <a:lnTo>
                  <a:pt x="0" y="3356229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50876" y="4741164"/>
            <a:ext cx="8842375" cy="297180"/>
          </a:xfrm>
          <a:prstGeom prst="rect">
            <a:avLst/>
          </a:prstGeom>
          <a:ln w="9525">
            <a:solidFill>
              <a:srgbClr val="FF0000"/>
            </a:solidFill>
          </a:ln>
        </p:spPr>
        <p:txBody>
          <a:bodyPr vert="horz" wrap="square" lIns="0" tIns="83185" rIns="0" bIns="0" rtlCol="0">
            <a:spAutoFit/>
          </a:bodyPr>
          <a:lstStyle/>
          <a:p>
            <a:pPr marL="205104">
              <a:lnSpc>
                <a:spcPct val="100000"/>
              </a:lnSpc>
              <a:spcBef>
                <a:spcPts val="655"/>
              </a:spcBef>
            </a:pPr>
            <a:r>
              <a:rPr sz="800" b="1" u="sng" spc="9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Limites</a:t>
            </a:r>
            <a:r>
              <a:rPr sz="800" b="1" u="sng" spc="13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sz="800" b="1" u="sng" spc="8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éventuelles</a:t>
            </a:r>
            <a:r>
              <a:rPr sz="800" b="1" u="sng" spc="114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sz="800" b="1" u="sng" spc="1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de</a:t>
            </a:r>
            <a:r>
              <a:rPr sz="800" b="1" u="sng" spc="13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sz="800" b="1" u="sng" spc="7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l’analyse</a:t>
            </a:r>
            <a:r>
              <a:rPr sz="800" b="1" spc="10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800" spc="-60" dirty="0">
                <a:solidFill>
                  <a:srgbClr val="FF0000"/>
                </a:solidFill>
                <a:latin typeface="Century Gothic"/>
                <a:cs typeface="Century Gothic"/>
              </a:rPr>
              <a:t>:</a:t>
            </a:r>
            <a:r>
              <a:rPr sz="800" spc="9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FF0000"/>
                </a:solidFill>
                <a:latin typeface="Century Gothic"/>
                <a:cs typeface="Century Gothic"/>
              </a:rPr>
              <a:t>Données</a:t>
            </a:r>
            <a:r>
              <a:rPr sz="800" spc="10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FF0000"/>
                </a:solidFill>
                <a:latin typeface="Century Gothic"/>
                <a:cs typeface="Century Gothic"/>
              </a:rPr>
              <a:t>manquantes</a:t>
            </a:r>
            <a:r>
              <a:rPr sz="800" spc="6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800" spc="70" dirty="0">
                <a:solidFill>
                  <a:srgbClr val="FF0000"/>
                </a:solidFill>
                <a:latin typeface="Century Gothic"/>
                <a:cs typeface="Century Gothic"/>
              </a:rPr>
              <a:t>sur</a:t>
            </a:r>
            <a:r>
              <a:rPr sz="800" spc="8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FF0000"/>
                </a:solidFill>
                <a:latin typeface="Century Gothic"/>
                <a:cs typeface="Century Gothic"/>
              </a:rPr>
              <a:t>certains</a:t>
            </a:r>
            <a:r>
              <a:rPr sz="800" spc="6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FF0000"/>
                </a:solidFill>
                <a:latin typeface="Century Gothic"/>
                <a:cs typeface="Century Gothic"/>
              </a:rPr>
              <a:t>produits</a:t>
            </a:r>
            <a:r>
              <a:rPr sz="800" spc="7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FF0000"/>
                </a:solidFill>
                <a:latin typeface="Century Gothic"/>
                <a:cs typeface="Century Gothic"/>
              </a:rPr>
              <a:t>pouvant</a:t>
            </a:r>
            <a:r>
              <a:rPr sz="800" spc="8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FF0000"/>
                </a:solidFill>
                <a:latin typeface="Century Gothic"/>
                <a:cs typeface="Century Gothic"/>
              </a:rPr>
              <a:t>potentiellement</a:t>
            </a:r>
            <a:r>
              <a:rPr sz="800" spc="9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FF0000"/>
                </a:solidFill>
                <a:latin typeface="Century Gothic"/>
                <a:cs typeface="Century Gothic"/>
              </a:rPr>
              <a:t>fausser</a:t>
            </a:r>
            <a:r>
              <a:rPr sz="800" spc="8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800" spc="-10" dirty="0">
                <a:solidFill>
                  <a:srgbClr val="FF0000"/>
                </a:solidFill>
                <a:latin typeface="Century Gothic"/>
                <a:cs typeface="Century Gothic"/>
              </a:rPr>
              <a:t>l’analyse</a:t>
            </a:r>
            <a:endParaRPr sz="80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0876" y="3035807"/>
            <a:ext cx="2080260" cy="134530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97155" rIns="0" bIns="0" rtlCol="0">
            <a:spAutoFit/>
          </a:bodyPr>
          <a:lstStyle/>
          <a:p>
            <a:pPr marL="205104">
              <a:lnSpc>
                <a:spcPct val="100000"/>
              </a:lnSpc>
              <a:spcBef>
                <a:spcPts val="765"/>
              </a:spcBef>
            </a:pPr>
            <a:r>
              <a:rPr sz="800" b="1" u="sng" spc="10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Commentaires</a:t>
            </a:r>
            <a:r>
              <a:rPr sz="800" b="1" u="sng" spc="2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800" b="1" u="sng" spc="114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du</a:t>
            </a:r>
            <a:r>
              <a:rPr sz="800" b="1" u="sng" spc="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800" b="1" u="sng" spc="10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graphique</a:t>
            </a:r>
            <a:r>
              <a:rPr sz="800" b="1" u="sng" spc="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900" spc="-50" dirty="0">
                <a:latin typeface="Century Gothic"/>
                <a:cs typeface="Century Gothic"/>
              </a:rPr>
              <a:t>:</a:t>
            </a:r>
            <a:endParaRPr sz="900" dirty="0">
              <a:latin typeface="Century Gothic"/>
              <a:cs typeface="Century Gothic"/>
            </a:endParaRPr>
          </a:p>
          <a:p>
            <a:pPr marL="205104" marR="180340">
              <a:lnSpc>
                <a:spcPct val="114999"/>
              </a:lnSpc>
              <a:spcBef>
                <a:spcPts val="980"/>
              </a:spcBef>
            </a:pPr>
            <a:r>
              <a:rPr sz="800" dirty="0">
                <a:latin typeface="Century Gothic"/>
                <a:cs typeface="Century Gothic"/>
              </a:rPr>
              <a:t>Les</a:t>
            </a:r>
            <a:r>
              <a:rPr sz="800" spc="50" dirty="0">
                <a:latin typeface="Century Gothic"/>
                <a:cs typeface="Century Gothic"/>
              </a:rPr>
              <a:t> </a:t>
            </a:r>
            <a:r>
              <a:rPr lang="fr-FR" sz="800" spc="80" dirty="0">
                <a:latin typeface="Century Gothic"/>
                <a:cs typeface="Century Gothic"/>
              </a:rPr>
              <a:t>vins sont essentiellement les articles les plus vendus</a:t>
            </a:r>
            <a:endParaRPr sz="800" dirty="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850" dirty="0">
              <a:latin typeface="Century Gothic"/>
              <a:cs typeface="Century Gothic"/>
            </a:endParaRPr>
          </a:p>
          <a:p>
            <a:pPr marL="205104" marR="192405">
              <a:lnSpc>
                <a:spcPct val="115100"/>
              </a:lnSpc>
              <a:spcBef>
                <a:spcPts val="5"/>
              </a:spcBef>
            </a:pPr>
            <a:r>
              <a:rPr sz="800" dirty="0">
                <a:latin typeface="Century Gothic"/>
                <a:cs typeface="Century Gothic"/>
              </a:rPr>
              <a:t>Les</a:t>
            </a:r>
            <a:r>
              <a:rPr sz="800" spc="204" dirty="0">
                <a:latin typeface="Century Gothic"/>
                <a:cs typeface="Century Gothic"/>
              </a:rPr>
              <a:t> </a:t>
            </a:r>
            <a:r>
              <a:rPr sz="800" dirty="0">
                <a:latin typeface="Century Gothic"/>
                <a:cs typeface="Century Gothic"/>
              </a:rPr>
              <a:t>millésimes</a:t>
            </a:r>
            <a:r>
              <a:rPr sz="800" spc="160" dirty="0">
                <a:latin typeface="Century Gothic"/>
                <a:cs typeface="Century Gothic"/>
              </a:rPr>
              <a:t> </a:t>
            </a:r>
            <a:r>
              <a:rPr sz="800" spc="-20" dirty="0">
                <a:latin typeface="Century Gothic"/>
                <a:cs typeface="Century Gothic"/>
              </a:rPr>
              <a:t>de</a:t>
            </a:r>
            <a:r>
              <a:rPr sz="800" spc="190" dirty="0">
                <a:latin typeface="Century Gothic"/>
                <a:cs typeface="Century Gothic"/>
              </a:rPr>
              <a:t> </a:t>
            </a:r>
            <a:r>
              <a:rPr sz="800" spc="-20" dirty="0">
                <a:latin typeface="Century Gothic"/>
                <a:cs typeface="Century Gothic"/>
              </a:rPr>
              <a:t>201</a:t>
            </a:r>
            <a:r>
              <a:rPr lang="fr-FR" sz="800" spc="-20" dirty="0">
                <a:latin typeface="Century Gothic"/>
                <a:cs typeface="Century Gothic"/>
              </a:rPr>
              <a:t>7, 2018 et 2019</a:t>
            </a:r>
            <a:r>
              <a:rPr sz="800" spc="-20" dirty="0">
                <a:latin typeface="Century Gothic"/>
                <a:cs typeface="Century Gothic"/>
              </a:rPr>
              <a:t> </a:t>
            </a:r>
            <a:r>
              <a:rPr sz="800" dirty="0" err="1">
                <a:latin typeface="Century Gothic"/>
                <a:cs typeface="Century Gothic"/>
              </a:rPr>
              <a:t>représentent</a:t>
            </a:r>
            <a:r>
              <a:rPr sz="800" spc="114" dirty="0">
                <a:latin typeface="Century Gothic"/>
                <a:cs typeface="Century Gothic"/>
              </a:rPr>
              <a:t> </a:t>
            </a:r>
            <a:r>
              <a:rPr lang="fr-FR" sz="800" spc="65" dirty="0">
                <a:latin typeface="Century Gothic"/>
                <a:cs typeface="Century Gothic"/>
              </a:rPr>
              <a:t>90</a:t>
            </a:r>
            <a:r>
              <a:rPr sz="800" spc="65" dirty="0">
                <a:latin typeface="Century Gothic"/>
                <a:cs typeface="Century Gothic"/>
              </a:rPr>
              <a:t>%</a:t>
            </a:r>
            <a:r>
              <a:rPr sz="800" spc="95" dirty="0">
                <a:latin typeface="Century Gothic"/>
                <a:cs typeface="Century Gothic"/>
              </a:rPr>
              <a:t> </a:t>
            </a:r>
            <a:r>
              <a:rPr sz="800" dirty="0">
                <a:latin typeface="Century Gothic"/>
                <a:cs typeface="Century Gothic"/>
              </a:rPr>
              <a:t>des</a:t>
            </a:r>
            <a:r>
              <a:rPr sz="800" spc="100" dirty="0">
                <a:latin typeface="Century Gothic"/>
                <a:cs typeface="Century Gothic"/>
              </a:rPr>
              <a:t> </a:t>
            </a:r>
            <a:r>
              <a:rPr sz="800" dirty="0">
                <a:latin typeface="Century Gothic"/>
                <a:cs typeface="Century Gothic"/>
              </a:rPr>
              <a:t>articles</a:t>
            </a:r>
            <a:r>
              <a:rPr sz="800" spc="70" dirty="0">
                <a:latin typeface="Century Gothic"/>
                <a:cs typeface="Century Gothic"/>
              </a:rPr>
              <a:t> </a:t>
            </a:r>
            <a:r>
              <a:rPr sz="800" spc="-25" dirty="0">
                <a:latin typeface="Century Gothic"/>
                <a:cs typeface="Century Gothic"/>
              </a:rPr>
              <a:t>les</a:t>
            </a:r>
            <a:r>
              <a:rPr sz="800" dirty="0">
                <a:latin typeface="Century Gothic"/>
                <a:cs typeface="Century Gothic"/>
              </a:rPr>
              <a:t> plus</a:t>
            </a:r>
            <a:r>
              <a:rPr sz="800" spc="70" dirty="0">
                <a:latin typeface="Century Gothic"/>
                <a:cs typeface="Century Gothic"/>
              </a:rPr>
              <a:t> </a:t>
            </a:r>
            <a:r>
              <a:rPr sz="800" dirty="0">
                <a:latin typeface="Century Gothic"/>
                <a:cs typeface="Century Gothic"/>
              </a:rPr>
              <a:t>vendus</a:t>
            </a:r>
            <a:r>
              <a:rPr sz="800" spc="110" dirty="0">
                <a:latin typeface="Century Gothic"/>
                <a:cs typeface="Century Gothic"/>
              </a:rPr>
              <a:t> </a:t>
            </a:r>
            <a:r>
              <a:rPr sz="800" dirty="0">
                <a:latin typeface="Century Gothic"/>
                <a:cs typeface="Century Gothic"/>
              </a:rPr>
              <a:t>en</a:t>
            </a:r>
            <a:r>
              <a:rPr sz="800" spc="105" dirty="0">
                <a:latin typeface="Century Gothic"/>
                <a:cs typeface="Century Gothic"/>
              </a:rPr>
              <a:t> </a:t>
            </a:r>
            <a:r>
              <a:rPr sz="800" dirty="0" err="1">
                <a:latin typeface="Century Gothic"/>
                <a:cs typeface="Century Gothic"/>
              </a:rPr>
              <a:t>quantité</a:t>
            </a:r>
            <a:r>
              <a:rPr sz="800" spc="75" dirty="0">
                <a:latin typeface="Century Gothic"/>
                <a:cs typeface="Century Gothic"/>
              </a:rPr>
              <a:t> </a:t>
            </a:r>
            <a:r>
              <a:rPr sz="800" spc="-10" dirty="0">
                <a:latin typeface="Century Gothic"/>
                <a:cs typeface="Century Gothic"/>
              </a:rPr>
              <a:t>(</a:t>
            </a:r>
            <a:r>
              <a:rPr lang="fr-FR" sz="800" spc="-10" dirty="0">
                <a:latin typeface="Century Gothic"/>
                <a:cs typeface="Century Gothic"/>
              </a:rPr>
              <a:t>18</a:t>
            </a:r>
            <a:r>
              <a:rPr sz="800" spc="-10" dirty="0">
                <a:latin typeface="Century Gothic"/>
                <a:cs typeface="Century Gothic"/>
              </a:rPr>
              <a:t>/20)</a:t>
            </a:r>
            <a:endParaRPr sz="800" dirty="0">
              <a:latin typeface="Century Gothic"/>
              <a:cs typeface="Century Gothic"/>
            </a:endParaRPr>
          </a:p>
        </p:txBody>
      </p:sp>
      <p:sp>
        <p:nvSpPr>
          <p:cNvPr id="16" name="Espace réservé du numéro de diapositive 15">
            <a:extLst>
              <a:ext uri="{FF2B5EF4-FFF2-40B4-BE49-F238E27FC236}">
                <a16:creationId xmlns:a16="http://schemas.microsoft.com/office/drawing/2014/main" id="{72B645F9-B1B2-F34E-21A3-5E563F4809D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t>12</a:t>
            </a:fld>
            <a:endParaRPr lang="fr-FR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9BC985D5-4E7F-4014-7607-40B25B488C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0711" y="1330260"/>
            <a:ext cx="6622414" cy="3339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6892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762" y="-4762"/>
            <a:ext cx="9153525" cy="1201420"/>
            <a:chOff x="-4762" y="-4762"/>
            <a:chExt cx="9153525" cy="12014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124709"/>
              <a:ext cx="9143999" cy="7143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9144000" cy="1125220"/>
            </a:xfrm>
            <a:custGeom>
              <a:avLst/>
              <a:gdLst/>
              <a:ahLst/>
              <a:cxnLst/>
              <a:rect l="l" t="t" r="r" b="b"/>
              <a:pathLst>
                <a:path w="9144000" h="1125220">
                  <a:moveTo>
                    <a:pt x="9144000" y="0"/>
                  </a:moveTo>
                  <a:lnTo>
                    <a:pt x="0" y="0"/>
                  </a:lnTo>
                  <a:lnTo>
                    <a:pt x="0" y="1124712"/>
                  </a:lnTo>
                  <a:lnTo>
                    <a:pt x="9144000" y="112471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AC08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9144000" cy="1125220"/>
            </a:xfrm>
            <a:custGeom>
              <a:avLst/>
              <a:gdLst/>
              <a:ahLst/>
              <a:cxnLst/>
              <a:rect l="l" t="t" r="r" b="b"/>
              <a:pathLst>
                <a:path w="9144000" h="1125220">
                  <a:moveTo>
                    <a:pt x="0" y="1124712"/>
                  </a:moveTo>
                  <a:lnTo>
                    <a:pt x="9144000" y="1124712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124712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40972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45" dirty="0"/>
              <a:t>Analyses</a:t>
            </a:r>
            <a:r>
              <a:rPr spc="5" dirty="0"/>
              <a:t> </a:t>
            </a:r>
            <a:r>
              <a:rPr spc="55" dirty="0"/>
              <a:t>univariées</a:t>
            </a:r>
            <a:r>
              <a:rPr spc="10" dirty="0"/>
              <a:t> </a:t>
            </a:r>
            <a:r>
              <a:rPr dirty="0"/>
              <a:t>des</a:t>
            </a:r>
            <a:r>
              <a:rPr spc="15" dirty="0"/>
              <a:t> </a:t>
            </a:r>
            <a:r>
              <a:rPr lang="fr-FR" spc="65" dirty="0"/>
              <a:t>stocks</a:t>
            </a:r>
            <a:endParaRPr spc="65" dirty="0"/>
          </a:p>
        </p:txBody>
      </p:sp>
      <p:sp>
        <p:nvSpPr>
          <p:cNvPr id="7" name="object 7"/>
          <p:cNvSpPr/>
          <p:nvPr/>
        </p:nvSpPr>
        <p:spPr>
          <a:xfrm>
            <a:off x="414527" y="877824"/>
            <a:ext cx="452755" cy="50800"/>
          </a:xfrm>
          <a:custGeom>
            <a:avLst/>
            <a:gdLst/>
            <a:ahLst/>
            <a:cxnLst/>
            <a:rect l="l" t="t" r="r" b="b"/>
            <a:pathLst>
              <a:path w="452755" h="50800">
                <a:moveTo>
                  <a:pt x="452628" y="0"/>
                </a:moveTo>
                <a:lnTo>
                  <a:pt x="0" y="0"/>
                </a:lnTo>
                <a:lnTo>
                  <a:pt x="0" y="50291"/>
                </a:lnTo>
                <a:lnTo>
                  <a:pt x="452628" y="50291"/>
                </a:lnTo>
                <a:lnTo>
                  <a:pt x="452628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50876" y="1335024"/>
            <a:ext cx="2080260" cy="1957972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 marL="205104" marR="685165">
              <a:lnSpc>
                <a:spcPct val="114999"/>
              </a:lnSpc>
              <a:spcBef>
                <a:spcPts val="600"/>
              </a:spcBef>
            </a:pPr>
            <a:r>
              <a:rPr sz="800" b="1" u="sng" spc="9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Méthodes</a:t>
            </a:r>
            <a:r>
              <a:rPr sz="800" b="1" u="sng" spc="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800" b="1" u="sng" spc="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statistiques</a:t>
            </a:r>
            <a:r>
              <a:rPr sz="800" b="1" spc="75" dirty="0">
                <a:latin typeface="Calibri"/>
                <a:cs typeface="Calibri"/>
              </a:rPr>
              <a:t> </a:t>
            </a:r>
            <a:r>
              <a:rPr sz="800" b="1" u="sng" spc="80" dirty="0" err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employées</a:t>
            </a:r>
            <a:r>
              <a:rPr sz="800" b="1" u="sng" spc="8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:</a:t>
            </a:r>
            <a:endParaRPr sz="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00" dirty="0">
              <a:latin typeface="Calibri"/>
              <a:cs typeface="Calibri"/>
            </a:endParaRPr>
          </a:p>
          <a:p>
            <a:pPr marL="205104">
              <a:spcBef>
                <a:spcPts val="5"/>
              </a:spcBef>
            </a:pPr>
            <a:r>
              <a:rPr lang="fr-FR" sz="800" b="1" u="sng" spc="9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Calcul de la valorisation du stock</a:t>
            </a:r>
          </a:p>
          <a:p>
            <a:pPr marL="205104">
              <a:lnSpc>
                <a:spcPct val="100000"/>
              </a:lnSpc>
              <a:spcBef>
                <a:spcPts val="50"/>
              </a:spcBef>
            </a:pPr>
            <a:r>
              <a:rPr lang="fr-FR" sz="800" dirty="0">
                <a:solidFill>
                  <a:srgbClr val="0070C0"/>
                </a:solidFill>
                <a:latin typeface="Century Gothic"/>
              </a:rPr>
              <a:t>La valeur totale </a:t>
            </a:r>
            <a:r>
              <a:rPr lang="fr-FR" sz="800" dirty="0">
                <a:solidFill>
                  <a:srgbClr val="0070C0"/>
                </a:solidFill>
                <a:latin typeface="Century Gothic"/>
                <a:cs typeface="Century Gothic"/>
              </a:rPr>
              <a:t>du stock </a:t>
            </a:r>
            <a:r>
              <a:rPr lang="fr-FR" sz="800" spc="-25" dirty="0">
                <a:solidFill>
                  <a:srgbClr val="0070C0"/>
                </a:solidFill>
                <a:latin typeface="Century Gothic"/>
                <a:cs typeface="Century Gothic"/>
              </a:rPr>
              <a:t>est</a:t>
            </a:r>
            <a:r>
              <a:rPr lang="fr-FR" sz="800" dirty="0">
                <a:solidFill>
                  <a:srgbClr val="0070C0"/>
                </a:solidFill>
                <a:latin typeface="Century Gothic"/>
                <a:cs typeface="Century Gothic"/>
              </a:rPr>
              <a:t> </a:t>
            </a:r>
            <a:r>
              <a:rPr lang="fr-FR" sz="800" spc="-10" dirty="0">
                <a:solidFill>
                  <a:srgbClr val="0070C0"/>
                </a:solidFill>
                <a:latin typeface="Century Gothic"/>
                <a:cs typeface="Century Gothic"/>
              </a:rPr>
              <a:t>de</a:t>
            </a:r>
            <a:r>
              <a:rPr lang="fr-FR" sz="800" spc="-45" dirty="0">
                <a:solidFill>
                  <a:srgbClr val="0070C0"/>
                </a:solidFill>
                <a:latin typeface="Century Gothic"/>
                <a:cs typeface="Century Gothic"/>
              </a:rPr>
              <a:t> </a:t>
            </a:r>
            <a:r>
              <a:rPr lang="fr-FR" sz="800" spc="40" dirty="0">
                <a:solidFill>
                  <a:srgbClr val="0070C0"/>
                </a:solidFill>
                <a:latin typeface="Century Gothic"/>
                <a:cs typeface="Century Gothic"/>
              </a:rPr>
              <a:t>531 628,8€</a:t>
            </a:r>
          </a:p>
          <a:p>
            <a:pPr marL="205104">
              <a:lnSpc>
                <a:spcPct val="100000"/>
              </a:lnSpc>
              <a:spcBef>
                <a:spcPts val="50"/>
              </a:spcBef>
            </a:pPr>
            <a:endParaRPr lang="fr-FR" sz="800" spc="40" dirty="0">
              <a:solidFill>
                <a:srgbClr val="0070C0"/>
              </a:solidFill>
              <a:latin typeface="Century Gothic"/>
              <a:cs typeface="Century Gothic"/>
            </a:endParaRPr>
          </a:p>
          <a:p>
            <a:pPr marL="205104">
              <a:spcBef>
                <a:spcPts val="5"/>
              </a:spcBef>
            </a:pPr>
            <a:r>
              <a:rPr lang="fr-FR" sz="800" b="1" u="sng" spc="9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Calcul Total en quantité du stock</a:t>
            </a:r>
          </a:p>
          <a:p>
            <a:pPr marL="205104">
              <a:lnSpc>
                <a:spcPct val="100000"/>
              </a:lnSpc>
              <a:spcBef>
                <a:spcPts val="50"/>
              </a:spcBef>
            </a:pPr>
            <a:r>
              <a:rPr lang="fr-FR" sz="800" dirty="0">
                <a:solidFill>
                  <a:srgbClr val="0070C0"/>
                </a:solidFill>
                <a:latin typeface="Century Gothic"/>
                <a:cs typeface="Century Gothic"/>
              </a:rPr>
              <a:t>Le stock total </a:t>
            </a:r>
            <a:r>
              <a:rPr lang="fr-FR" sz="800" spc="-25" dirty="0">
                <a:solidFill>
                  <a:srgbClr val="0070C0"/>
                </a:solidFill>
                <a:latin typeface="Century Gothic"/>
                <a:cs typeface="Century Gothic"/>
              </a:rPr>
              <a:t>est</a:t>
            </a:r>
            <a:r>
              <a:rPr lang="fr-FR" sz="800" dirty="0">
                <a:solidFill>
                  <a:srgbClr val="0070C0"/>
                </a:solidFill>
                <a:latin typeface="Century Gothic"/>
                <a:cs typeface="Century Gothic"/>
              </a:rPr>
              <a:t> </a:t>
            </a:r>
            <a:r>
              <a:rPr lang="fr-FR" sz="800" spc="-10" dirty="0">
                <a:solidFill>
                  <a:srgbClr val="0070C0"/>
                </a:solidFill>
                <a:latin typeface="Century Gothic"/>
                <a:cs typeface="Century Gothic"/>
              </a:rPr>
              <a:t>de</a:t>
            </a:r>
            <a:r>
              <a:rPr lang="fr-FR" sz="800" spc="-45" dirty="0">
                <a:solidFill>
                  <a:srgbClr val="0070C0"/>
                </a:solidFill>
                <a:latin typeface="Century Gothic"/>
                <a:cs typeface="Century Gothic"/>
              </a:rPr>
              <a:t> </a:t>
            </a:r>
            <a:r>
              <a:rPr lang="fr-FR" sz="800" spc="40" dirty="0">
                <a:solidFill>
                  <a:srgbClr val="0070C0"/>
                </a:solidFill>
                <a:latin typeface="Century Gothic"/>
                <a:cs typeface="Century Gothic"/>
              </a:rPr>
              <a:t>17 811 articles</a:t>
            </a:r>
          </a:p>
          <a:p>
            <a:pPr marL="205104">
              <a:lnSpc>
                <a:spcPct val="100000"/>
              </a:lnSpc>
              <a:spcBef>
                <a:spcPts val="50"/>
              </a:spcBef>
            </a:pPr>
            <a:endParaRPr lang="fr-FR" sz="800" spc="40" dirty="0">
              <a:solidFill>
                <a:srgbClr val="0070C0"/>
              </a:solidFill>
              <a:latin typeface="Century Gothic"/>
              <a:cs typeface="Century Gothic"/>
            </a:endParaRPr>
          </a:p>
          <a:p>
            <a:pPr marL="205104">
              <a:lnSpc>
                <a:spcPct val="100000"/>
              </a:lnSpc>
              <a:spcBef>
                <a:spcPts val="50"/>
              </a:spcBef>
            </a:pPr>
            <a:r>
              <a:rPr lang="fr-FR" sz="800" b="1" u="sng" spc="40" dirty="0">
                <a:solidFill>
                  <a:srgbClr val="0070C0"/>
                </a:solidFill>
                <a:latin typeface="Century Gothic"/>
                <a:cs typeface="Century Gothic"/>
              </a:rPr>
              <a:t>Calcul du nombre de mois de stock</a:t>
            </a:r>
          </a:p>
          <a:p>
            <a:pPr marL="205104">
              <a:lnSpc>
                <a:spcPct val="100000"/>
              </a:lnSpc>
              <a:spcBef>
                <a:spcPts val="50"/>
              </a:spcBef>
            </a:pPr>
            <a:r>
              <a:rPr lang="fr-FR" sz="800" spc="40" dirty="0">
                <a:solidFill>
                  <a:srgbClr val="0070C0"/>
                </a:solidFill>
                <a:latin typeface="Century Gothic"/>
                <a:cs typeface="Century Gothic"/>
              </a:rPr>
              <a:t>Stock </a:t>
            </a:r>
            <a:r>
              <a:rPr lang="fr-FR" sz="800" spc="40" dirty="0" err="1">
                <a:solidFill>
                  <a:srgbClr val="0070C0"/>
                </a:solidFill>
                <a:latin typeface="Century Gothic"/>
                <a:cs typeface="Century Gothic"/>
              </a:rPr>
              <a:t>quantity</a:t>
            </a:r>
            <a:r>
              <a:rPr lang="fr-FR" sz="800" spc="40" dirty="0">
                <a:solidFill>
                  <a:srgbClr val="0070C0"/>
                </a:solidFill>
                <a:latin typeface="Century Gothic"/>
                <a:cs typeface="Century Gothic"/>
              </a:rPr>
              <a:t> / Total sales</a:t>
            </a:r>
            <a:endParaRPr lang="fr-FR" sz="800" dirty="0">
              <a:solidFill>
                <a:srgbClr val="0070C0"/>
              </a:solidFill>
              <a:latin typeface="Century Gothic"/>
              <a:cs typeface="Century Gothic"/>
            </a:endParaRPr>
          </a:p>
          <a:p>
            <a:pPr marL="205104">
              <a:lnSpc>
                <a:spcPct val="100000"/>
              </a:lnSpc>
              <a:spcBef>
                <a:spcPts val="50"/>
              </a:spcBef>
            </a:pPr>
            <a:endParaRPr lang="fr-FR" sz="800" dirty="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375789" y="1330261"/>
            <a:ext cx="6622415" cy="3356610"/>
          </a:xfrm>
          <a:custGeom>
            <a:avLst/>
            <a:gdLst/>
            <a:ahLst/>
            <a:cxnLst/>
            <a:rect l="l" t="t" r="r" b="b"/>
            <a:pathLst>
              <a:path w="6622415" h="3356610">
                <a:moveTo>
                  <a:pt x="0" y="3356229"/>
                </a:moveTo>
                <a:lnTo>
                  <a:pt x="6622161" y="3356229"/>
                </a:lnTo>
                <a:lnTo>
                  <a:pt x="6622161" y="0"/>
                </a:lnTo>
                <a:lnTo>
                  <a:pt x="0" y="0"/>
                </a:lnTo>
                <a:lnTo>
                  <a:pt x="0" y="3356229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50876" y="4741164"/>
            <a:ext cx="8842375" cy="297180"/>
          </a:xfrm>
          <a:prstGeom prst="rect">
            <a:avLst/>
          </a:prstGeom>
          <a:ln w="9525">
            <a:solidFill>
              <a:srgbClr val="FF0000"/>
            </a:solidFill>
          </a:ln>
        </p:spPr>
        <p:txBody>
          <a:bodyPr vert="horz" wrap="square" lIns="0" tIns="83185" rIns="0" bIns="0" rtlCol="0">
            <a:spAutoFit/>
          </a:bodyPr>
          <a:lstStyle/>
          <a:p>
            <a:pPr marL="205104">
              <a:lnSpc>
                <a:spcPct val="100000"/>
              </a:lnSpc>
              <a:spcBef>
                <a:spcPts val="655"/>
              </a:spcBef>
            </a:pPr>
            <a:r>
              <a:rPr sz="800" b="1" u="sng" spc="9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Limites</a:t>
            </a:r>
            <a:r>
              <a:rPr sz="800" b="1" u="sng" spc="13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sz="800" b="1" u="sng" spc="8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éventuelles</a:t>
            </a:r>
            <a:r>
              <a:rPr sz="800" b="1" u="sng" spc="114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sz="800" b="1" u="sng" spc="1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de</a:t>
            </a:r>
            <a:r>
              <a:rPr sz="800" b="1" u="sng" spc="13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sz="800" b="1" u="sng" spc="7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l’analyse</a:t>
            </a:r>
            <a:r>
              <a:rPr sz="800" b="1" spc="10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800" spc="-60" dirty="0">
                <a:solidFill>
                  <a:srgbClr val="FF0000"/>
                </a:solidFill>
                <a:latin typeface="Century Gothic"/>
                <a:cs typeface="Century Gothic"/>
              </a:rPr>
              <a:t>:</a:t>
            </a:r>
            <a:r>
              <a:rPr sz="800" spc="9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FF0000"/>
                </a:solidFill>
                <a:latin typeface="Century Gothic"/>
                <a:cs typeface="Century Gothic"/>
              </a:rPr>
              <a:t>Données</a:t>
            </a:r>
            <a:r>
              <a:rPr sz="800" spc="10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FF0000"/>
                </a:solidFill>
                <a:latin typeface="Century Gothic"/>
                <a:cs typeface="Century Gothic"/>
              </a:rPr>
              <a:t>manquantes</a:t>
            </a:r>
            <a:r>
              <a:rPr sz="800" spc="6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800" spc="70" dirty="0">
                <a:solidFill>
                  <a:srgbClr val="FF0000"/>
                </a:solidFill>
                <a:latin typeface="Century Gothic"/>
                <a:cs typeface="Century Gothic"/>
              </a:rPr>
              <a:t>sur</a:t>
            </a:r>
            <a:r>
              <a:rPr sz="800" spc="8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FF0000"/>
                </a:solidFill>
                <a:latin typeface="Century Gothic"/>
                <a:cs typeface="Century Gothic"/>
              </a:rPr>
              <a:t>certains</a:t>
            </a:r>
            <a:r>
              <a:rPr sz="800" spc="6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FF0000"/>
                </a:solidFill>
                <a:latin typeface="Century Gothic"/>
                <a:cs typeface="Century Gothic"/>
              </a:rPr>
              <a:t>produits</a:t>
            </a:r>
            <a:r>
              <a:rPr sz="800" spc="7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FF0000"/>
                </a:solidFill>
                <a:latin typeface="Century Gothic"/>
                <a:cs typeface="Century Gothic"/>
              </a:rPr>
              <a:t>pouvant</a:t>
            </a:r>
            <a:r>
              <a:rPr sz="800" spc="8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FF0000"/>
                </a:solidFill>
                <a:latin typeface="Century Gothic"/>
                <a:cs typeface="Century Gothic"/>
              </a:rPr>
              <a:t>potentiellement</a:t>
            </a:r>
            <a:r>
              <a:rPr sz="800" spc="9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FF0000"/>
                </a:solidFill>
                <a:latin typeface="Century Gothic"/>
                <a:cs typeface="Century Gothic"/>
              </a:rPr>
              <a:t>fausser</a:t>
            </a:r>
            <a:r>
              <a:rPr sz="800" spc="8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800" spc="-10" dirty="0">
                <a:solidFill>
                  <a:srgbClr val="FF0000"/>
                </a:solidFill>
                <a:latin typeface="Century Gothic"/>
                <a:cs typeface="Century Gothic"/>
              </a:rPr>
              <a:t>l’analyse</a:t>
            </a:r>
            <a:endParaRPr sz="80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5796" y="3552189"/>
            <a:ext cx="2080260" cy="1074781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97155" rIns="0" bIns="0" rtlCol="0">
            <a:spAutoFit/>
          </a:bodyPr>
          <a:lstStyle/>
          <a:p>
            <a:pPr marL="205104">
              <a:lnSpc>
                <a:spcPct val="100000"/>
              </a:lnSpc>
              <a:spcBef>
                <a:spcPts val="765"/>
              </a:spcBef>
            </a:pPr>
            <a:r>
              <a:rPr sz="800" b="1" u="sng" spc="10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Commentaires</a:t>
            </a:r>
            <a:r>
              <a:rPr sz="800" b="1" u="sng" spc="2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800" b="1" u="sng" spc="114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du</a:t>
            </a:r>
            <a:r>
              <a:rPr sz="800" b="1" u="sng" spc="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800" b="1" u="sng" spc="10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graphique</a:t>
            </a:r>
            <a:r>
              <a:rPr sz="800" b="1" u="sng" spc="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900" spc="-50" dirty="0">
                <a:latin typeface="Century Gothic"/>
                <a:cs typeface="Century Gothic"/>
              </a:rPr>
              <a:t>:</a:t>
            </a:r>
            <a:endParaRPr sz="900" dirty="0">
              <a:latin typeface="Century Gothic"/>
              <a:cs typeface="Century Gothic"/>
            </a:endParaRPr>
          </a:p>
          <a:p>
            <a:pPr marL="205104" marR="180340">
              <a:lnSpc>
                <a:spcPct val="114999"/>
              </a:lnSpc>
              <a:spcBef>
                <a:spcPts val="980"/>
              </a:spcBef>
            </a:pPr>
            <a:r>
              <a:rPr lang="fr-FR" sz="800" dirty="0">
                <a:latin typeface="Century Gothic"/>
                <a:cs typeface="Century Gothic"/>
              </a:rPr>
              <a:t>Les champagnes Millésime et grande cuvée ont une faible rotation de stock entre 15 et 30 mois. </a:t>
            </a:r>
            <a:endParaRPr sz="800" dirty="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850" dirty="0">
              <a:latin typeface="Century Gothic"/>
              <a:cs typeface="Century Gothic"/>
            </a:endParaRPr>
          </a:p>
        </p:txBody>
      </p:sp>
      <p:sp>
        <p:nvSpPr>
          <p:cNvPr id="18" name="Espace réservé du numéro de diapositive 17">
            <a:extLst>
              <a:ext uri="{FF2B5EF4-FFF2-40B4-BE49-F238E27FC236}">
                <a16:creationId xmlns:a16="http://schemas.microsoft.com/office/drawing/2014/main" id="{351349D1-EC8B-DA54-106A-9B72CAE33C4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t>13</a:t>
            </a:fld>
            <a:endParaRPr lang="fr-FR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09094257-2F05-DBE9-1315-BFA54EA8B3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2836" y="1330260"/>
            <a:ext cx="6640288" cy="335660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762" y="-4762"/>
            <a:ext cx="9153525" cy="1201420"/>
            <a:chOff x="-4762" y="-4762"/>
            <a:chExt cx="9153525" cy="12014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124709"/>
              <a:ext cx="9143999" cy="7143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9144000" cy="1125220"/>
            </a:xfrm>
            <a:custGeom>
              <a:avLst/>
              <a:gdLst/>
              <a:ahLst/>
              <a:cxnLst/>
              <a:rect l="l" t="t" r="r" b="b"/>
              <a:pathLst>
                <a:path w="9144000" h="1125220">
                  <a:moveTo>
                    <a:pt x="9144000" y="0"/>
                  </a:moveTo>
                  <a:lnTo>
                    <a:pt x="0" y="0"/>
                  </a:lnTo>
                  <a:lnTo>
                    <a:pt x="0" y="1124712"/>
                  </a:lnTo>
                  <a:lnTo>
                    <a:pt x="9144000" y="112471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AC08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9144000" cy="1125220"/>
            </a:xfrm>
            <a:custGeom>
              <a:avLst/>
              <a:gdLst/>
              <a:ahLst/>
              <a:cxnLst/>
              <a:rect l="l" t="t" r="r" b="b"/>
              <a:pathLst>
                <a:path w="9144000" h="1125220">
                  <a:moveTo>
                    <a:pt x="0" y="1124712"/>
                  </a:moveTo>
                  <a:lnTo>
                    <a:pt x="9144000" y="1124712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124712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40972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45" dirty="0"/>
              <a:t>Analyses</a:t>
            </a:r>
            <a:r>
              <a:rPr spc="5" dirty="0"/>
              <a:t> </a:t>
            </a:r>
            <a:r>
              <a:rPr spc="55" dirty="0"/>
              <a:t>univariées</a:t>
            </a:r>
            <a:r>
              <a:rPr spc="10" dirty="0"/>
              <a:t> </a:t>
            </a:r>
            <a:r>
              <a:rPr dirty="0"/>
              <a:t>des</a:t>
            </a:r>
            <a:r>
              <a:rPr spc="15" dirty="0"/>
              <a:t> </a:t>
            </a:r>
            <a:r>
              <a:rPr lang="fr-FR" spc="65" dirty="0"/>
              <a:t>taux de marge</a:t>
            </a:r>
            <a:endParaRPr spc="65" dirty="0"/>
          </a:p>
        </p:txBody>
      </p:sp>
      <p:sp>
        <p:nvSpPr>
          <p:cNvPr id="7" name="object 7"/>
          <p:cNvSpPr/>
          <p:nvPr/>
        </p:nvSpPr>
        <p:spPr>
          <a:xfrm>
            <a:off x="414527" y="877824"/>
            <a:ext cx="452755" cy="50800"/>
          </a:xfrm>
          <a:custGeom>
            <a:avLst/>
            <a:gdLst/>
            <a:ahLst/>
            <a:cxnLst/>
            <a:rect l="l" t="t" r="r" b="b"/>
            <a:pathLst>
              <a:path w="452755" h="50800">
                <a:moveTo>
                  <a:pt x="452628" y="0"/>
                </a:moveTo>
                <a:lnTo>
                  <a:pt x="0" y="0"/>
                </a:lnTo>
                <a:lnTo>
                  <a:pt x="0" y="50291"/>
                </a:lnTo>
                <a:lnTo>
                  <a:pt x="452628" y="50291"/>
                </a:lnTo>
                <a:lnTo>
                  <a:pt x="452628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50876" y="1335024"/>
            <a:ext cx="2080260" cy="1554272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 marL="205104" marR="685165">
              <a:lnSpc>
                <a:spcPct val="114999"/>
              </a:lnSpc>
              <a:spcBef>
                <a:spcPts val="600"/>
              </a:spcBef>
            </a:pPr>
            <a:r>
              <a:rPr sz="800" b="1" u="sng" spc="95" dirty="0" err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Méthodes</a:t>
            </a:r>
            <a:r>
              <a:rPr sz="800" b="1" u="sng" spc="75" dirty="0">
                <a:latin typeface="Calibri"/>
                <a:cs typeface="Calibri"/>
              </a:rPr>
              <a:t> </a:t>
            </a:r>
            <a:r>
              <a:rPr sz="800" b="1" u="sng" spc="8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employées:</a:t>
            </a:r>
            <a:endParaRPr sz="800" u="sng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00" dirty="0">
              <a:latin typeface="Calibri"/>
              <a:cs typeface="Calibri"/>
            </a:endParaRPr>
          </a:p>
          <a:p>
            <a:pPr marL="205104">
              <a:lnSpc>
                <a:spcPct val="100000"/>
              </a:lnSpc>
              <a:spcBef>
                <a:spcPts val="5"/>
              </a:spcBef>
            </a:pPr>
            <a:r>
              <a:rPr lang="fr-FR" sz="800" b="1" u="sng" spc="95" dirty="0">
                <a:solidFill>
                  <a:srgbClr val="0070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Elimination dans un premier temps des taux de marge négatifs.</a:t>
            </a:r>
          </a:p>
          <a:p>
            <a:pPr marL="205104">
              <a:lnSpc>
                <a:spcPct val="100000"/>
              </a:lnSpc>
              <a:spcBef>
                <a:spcPts val="5"/>
              </a:spcBef>
            </a:pPr>
            <a:endParaRPr lang="fr-FR" sz="800" b="1" u="sng" spc="95" dirty="0">
              <a:solidFill>
                <a:srgbClr val="0070C0"/>
              </a:solidFill>
              <a:uFill>
                <a:solidFill>
                  <a:srgbClr val="006FC0"/>
                </a:solidFill>
              </a:uFill>
              <a:latin typeface="Calibri"/>
              <a:cs typeface="Calibri"/>
            </a:endParaRPr>
          </a:p>
          <a:p>
            <a:pPr marL="205104" marR="193675">
              <a:lnSpc>
                <a:spcPct val="114999"/>
              </a:lnSpc>
            </a:pPr>
            <a:r>
              <a:rPr lang="fr-FR" sz="800" dirty="0">
                <a:solidFill>
                  <a:srgbClr val="0070C0"/>
                </a:solidFill>
                <a:latin typeface="Century Gothic"/>
                <a:cs typeface="Century Gothic"/>
              </a:rPr>
              <a:t>Recherche du prix minimum avec un taux positif : 43,53 €</a:t>
            </a:r>
          </a:p>
          <a:p>
            <a:pPr marL="205104" marR="193675">
              <a:lnSpc>
                <a:spcPct val="114999"/>
              </a:lnSpc>
            </a:pPr>
            <a:r>
              <a:rPr lang="fr-FR" sz="800" dirty="0">
                <a:solidFill>
                  <a:srgbClr val="0070C0"/>
                </a:solidFill>
                <a:latin typeface="Century Gothic"/>
                <a:cs typeface="Century Gothic"/>
              </a:rPr>
              <a:t>Recherche du prix maximum avec un taux positif : 612,49 €</a:t>
            </a:r>
          </a:p>
          <a:p>
            <a:pPr marL="205104">
              <a:lnSpc>
                <a:spcPct val="100000"/>
              </a:lnSpc>
              <a:spcBef>
                <a:spcPts val="5"/>
              </a:spcBef>
            </a:pPr>
            <a:endParaRPr lang="fr-FR" sz="800" b="1" u="sng" spc="95" dirty="0">
              <a:solidFill>
                <a:srgbClr val="006FC0"/>
              </a:solidFill>
              <a:uFill>
                <a:solidFill>
                  <a:srgbClr val="006FC0"/>
                </a:solidFill>
              </a:uFill>
              <a:latin typeface="Calibri"/>
              <a:cs typeface="Calibri"/>
            </a:endParaRPr>
          </a:p>
          <a:p>
            <a:pPr marL="205104">
              <a:lnSpc>
                <a:spcPct val="100000"/>
              </a:lnSpc>
              <a:spcBef>
                <a:spcPts val="5"/>
              </a:spcBef>
            </a:pPr>
            <a:endParaRPr sz="800" dirty="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375789" y="1330261"/>
            <a:ext cx="6622415" cy="3356610"/>
          </a:xfrm>
          <a:custGeom>
            <a:avLst/>
            <a:gdLst/>
            <a:ahLst/>
            <a:cxnLst/>
            <a:rect l="l" t="t" r="r" b="b"/>
            <a:pathLst>
              <a:path w="6622415" h="3356610">
                <a:moveTo>
                  <a:pt x="0" y="3356229"/>
                </a:moveTo>
                <a:lnTo>
                  <a:pt x="6622161" y="3356229"/>
                </a:lnTo>
                <a:lnTo>
                  <a:pt x="6622161" y="0"/>
                </a:lnTo>
                <a:lnTo>
                  <a:pt x="0" y="0"/>
                </a:lnTo>
                <a:lnTo>
                  <a:pt x="0" y="3356229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50876" y="4741164"/>
            <a:ext cx="8842375" cy="297180"/>
          </a:xfrm>
          <a:prstGeom prst="rect">
            <a:avLst/>
          </a:prstGeom>
          <a:ln w="9525">
            <a:solidFill>
              <a:srgbClr val="FF0000"/>
            </a:solidFill>
          </a:ln>
        </p:spPr>
        <p:txBody>
          <a:bodyPr vert="horz" wrap="square" lIns="0" tIns="83185" rIns="0" bIns="0" rtlCol="0">
            <a:spAutoFit/>
          </a:bodyPr>
          <a:lstStyle/>
          <a:p>
            <a:pPr marL="205104">
              <a:lnSpc>
                <a:spcPct val="100000"/>
              </a:lnSpc>
              <a:spcBef>
                <a:spcPts val="655"/>
              </a:spcBef>
            </a:pPr>
            <a:r>
              <a:rPr sz="800" b="1" u="sng" spc="9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Limites</a:t>
            </a:r>
            <a:r>
              <a:rPr sz="800" b="1" u="sng" spc="13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sz="800" b="1" u="sng" spc="8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éventuelles</a:t>
            </a:r>
            <a:r>
              <a:rPr sz="800" b="1" u="sng" spc="114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sz="800" b="1" u="sng" spc="1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de</a:t>
            </a:r>
            <a:r>
              <a:rPr sz="800" b="1" u="sng" spc="13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sz="800" b="1" u="sng" spc="7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l’analyse</a:t>
            </a:r>
            <a:r>
              <a:rPr sz="800" b="1" spc="10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800" spc="-60" dirty="0">
                <a:solidFill>
                  <a:srgbClr val="FF0000"/>
                </a:solidFill>
                <a:latin typeface="Century Gothic"/>
                <a:cs typeface="Century Gothic"/>
              </a:rPr>
              <a:t>:</a:t>
            </a:r>
            <a:r>
              <a:rPr sz="800" spc="9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FF0000"/>
                </a:solidFill>
                <a:latin typeface="Century Gothic"/>
                <a:cs typeface="Century Gothic"/>
              </a:rPr>
              <a:t>Données</a:t>
            </a:r>
            <a:r>
              <a:rPr sz="800" spc="10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FF0000"/>
                </a:solidFill>
                <a:latin typeface="Century Gothic"/>
                <a:cs typeface="Century Gothic"/>
              </a:rPr>
              <a:t>manquantes</a:t>
            </a:r>
            <a:r>
              <a:rPr sz="800" spc="6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800" spc="70" dirty="0">
                <a:solidFill>
                  <a:srgbClr val="FF0000"/>
                </a:solidFill>
                <a:latin typeface="Century Gothic"/>
                <a:cs typeface="Century Gothic"/>
              </a:rPr>
              <a:t>sur</a:t>
            </a:r>
            <a:r>
              <a:rPr sz="800" spc="8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FF0000"/>
                </a:solidFill>
                <a:latin typeface="Century Gothic"/>
                <a:cs typeface="Century Gothic"/>
              </a:rPr>
              <a:t>certains</a:t>
            </a:r>
            <a:r>
              <a:rPr sz="800" spc="6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FF0000"/>
                </a:solidFill>
                <a:latin typeface="Century Gothic"/>
                <a:cs typeface="Century Gothic"/>
              </a:rPr>
              <a:t>produits</a:t>
            </a:r>
            <a:r>
              <a:rPr sz="800" spc="7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FF0000"/>
                </a:solidFill>
                <a:latin typeface="Century Gothic"/>
                <a:cs typeface="Century Gothic"/>
              </a:rPr>
              <a:t>pouvant</a:t>
            </a:r>
            <a:r>
              <a:rPr sz="800" spc="8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FF0000"/>
                </a:solidFill>
                <a:latin typeface="Century Gothic"/>
                <a:cs typeface="Century Gothic"/>
              </a:rPr>
              <a:t>potentiellement</a:t>
            </a:r>
            <a:r>
              <a:rPr sz="800" spc="9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FF0000"/>
                </a:solidFill>
                <a:latin typeface="Century Gothic"/>
                <a:cs typeface="Century Gothic"/>
              </a:rPr>
              <a:t>fausser</a:t>
            </a:r>
            <a:r>
              <a:rPr sz="800" spc="8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800" spc="-10" dirty="0">
                <a:solidFill>
                  <a:srgbClr val="FF0000"/>
                </a:solidFill>
                <a:latin typeface="Century Gothic"/>
                <a:cs typeface="Century Gothic"/>
              </a:rPr>
              <a:t>l’analyse</a:t>
            </a:r>
            <a:endParaRPr sz="80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0876" y="3035807"/>
            <a:ext cx="2080260" cy="918521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97155" rIns="0" bIns="0" rtlCol="0">
            <a:spAutoFit/>
          </a:bodyPr>
          <a:lstStyle/>
          <a:p>
            <a:pPr marL="205104">
              <a:lnSpc>
                <a:spcPct val="100000"/>
              </a:lnSpc>
              <a:spcBef>
                <a:spcPts val="765"/>
              </a:spcBef>
            </a:pPr>
            <a:r>
              <a:rPr sz="800" b="1" u="sng" spc="10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Commentaires</a:t>
            </a:r>
            <a:r>
              <a:rPr sz="800" b="1" u="sng" spc="2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800" b="1" u="sng" spc="114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du</a:t>
            </a:r>
            <a:r>
              <a:rPr sz="800" b="1" u="sng" spc="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800" b="1" u="sng" spc="10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graphique</a:t>
            </a:r>
            <a:r>
              <a:rPr sz="800" b="1" u="sng" spc="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900" spc="-50" dirty="0">
                <a:latin typeface="Century Gothic"/>
                <a:cs typeface="Century Gothic"/>
              </a:rPr>
              <a:t>:</a:t>
            </a:r>
            <a:endParaRPr sz="900" dirty="0">
              <a:latin typeface="Century Gothic"/>
              <a:cs typeface="Century Gothic"/>
            </a:endParaRPr>
          </a:p>
          <a:p>
            <a:pPr marL="205104" marR="180340">
              <a:lnSpc>
                <a:spcPct val="114999"/>
              </a:lnSpc>
              <a:spcBef>
                <a:spcPts val="980"/>
              </a:spcBef>
            </a:pPr>
            <a:r>
              <a:rPr lang="fr-FR" sz="800" dirty="0">
                <a:latin typeface="Century Gothic"/>
                <a:cs typeface="Century Gothic"/>
              </a:rPr>
              <a:t>Le Champagne et l’Huile de l’Olive sont les produits qui présentent le taux de marge le plus important</a:t>
            </a:r>
            <a:endParaRPr sz="800" dirty="0">
              <a:latin typeface="Century Gothic"/>
              <a:cs typeface="Century Gothic"/>
            </a:endParaRP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9B337879-1507-239D-7DD6-0ECFD1394C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0703" y="1392233"/>
            <a:ext cx="6467708" cy="3216937"/>
          </a:xfrm>
          <a:prstGeom prst="rect">
            <a:avLst/>
          </a:prstGeom>
        </p:spPr>
      </p:pic>
      <p:sp>
        <p:nvSpPr>
          <p:cNvPr id="16" name="Espace réservé du numéro de diapositive 15">
            <a:extLst>
              <a:ext uri="{FF2B5EF4-FFF2-40B4-BE49-F238E27FC236}">
                <a16:creationId xmlns:a16="http://schemas.microsoft.com/office/drawing/2014/main" id="{04641A56-4B95-0EC9-24AA-BDB2A524678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8560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762" y="-4762"/>
            <a:ext cx="9153525" cy="1201420"/>
            <a:chOff x="-4762" y="-4762"/>
            <a:chExt cx="9153525" cy="12014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124709"/>
              <a:ext cx="9143999" cy="7143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9144000" cy="1125220"/>
            </a:xfrm>
            <a:custGeom>
              <a:avLst/>
              <a:gdLst/>
              <a:ahLst/>
              <a:cxnLst/>
              <a:rect l="l" t="t" r="r" b="b"/>
              <a:pathLst>
                <a:path w="9144000" h="1125220">
                  <a:moveTo>
                    <a:pt x="9144000" y="0"/>
                  </a:moveTo>
                  <a:lnTo>
                    <a:pt x="0" y="0"/>
                  </a:lnTo>
                  <a:lnTo>
                    <a:pt x="0" y="1124712"/>
                  </a:lnTo>
                  <a:lnTo>
                    <a:pt x="9144000" y="112471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AC08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9144000" cy="1125220"/>
            </a:xfrm>
            <a:custGeom>
              <a:avLst/>
              <a:gdLst/>
              <a:ahLst/>
              <a:cxnLst/>
              <a:rect l="l" t="t" r="r" b="b"/>
              <a:pathLst>
                <a:path w="9144000" h="1125220">
                  <a:moveTo>
                    <a:pt x="0" y="1124712"/>
                  </a:moveTo>
                  <a:lnTo>
                    <a:pt x="9144000" y="1124712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124712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40972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45" dirty="0"/>
              <a:t>Analyses</a:t>
            </a:r>
            <a:r>
              <a:rPr spc="5" dirty="0"/>
              <a:t> </a:t>
            </a:r>
            <a:r>
              <a:rPr spc="55" dirty="0"/>
              <a:t>univariées</a:t>
            </a:r>
            <a:r>
              <a:rPr spc="10" dirty="0"/>
              <a:t> </a:t>
            </a:r>
            <a:r>
              <a:rPr dirty="0"/>
              <a:t>des</a:t>
            </a:r>
            <a:r>
              <a:rPr spc="15" dirty="0"/>
              <a:t> </a:t>
            </a:r>
            <a:r>
              <a:rPr lang="fr-FR" spc="65" dirty="0"/>
              <a:t>corrélations</a:t>
            </a:r>
            <a:endParaRPr spc="65" dirty="0"/>
          </a:p>
        </p:txBody>
      </p:sp>
      <p:sp>
        <p:nvSpPr>
          <p:cNvPr id="7" name="object 7"/>
          <p:cNvSpPr/>
          <p:nvPr/>
        </p:nvSpPr>
        <p:spPr>
          <a:xfrm>
            <a:off x="414527" y="877824"/>
            <a:ext cx="452755" cy="50800"/>
          </a:xfrm>
          <a:custGeom>
            <a:avLst/>
            <a:gdLst/>
            <a:ahLst/>
            <a:cxnLst/>
            <a:rect l="l" t="t" r="r" b="b"/>
            <a:pathLst>
              <a:path w="452755" h="50800">
                <a:moveTo>
                  <a:pt x="452628" y="0"/>
                </a:moveTo>
                <a:lnTo>
                  <a:pt x="0" y="0"/>
                </a:lnTo>
                <a:lnTo>
                  <a:pt x="0" y="50291"/>
                </a:lnTo>
                <a:lnTo>
                  <a:pt x="452628" y="50291"/>
                </a:lnTo>
                <a:lnTo>
                  <a:pt x="452628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50876" y="1335024"/>
            <a:ext cx="2080260" cy="1578894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 marL="205104">
              <a:spcBef>
                <a:spcPts val="5"/>
              </a:spcBef>
            </a:pPr>
            <a:r>
              <a:rPr lang="fr-FR" sz="800" b="1" u="sng" spc="9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Méthodes</a:t>
            </a:r>
            <a:r>
              <a:rPr lang="fr-FR" sz="800" b="1" u="sng" spc="75" dirty="0">
                <a:latin typeface="Calibri"/>
                <a:cs typeface="Calibri"/>
              </a:rPr>
              <a:t> </a:t>
            </a:r>
            <a:r>
              <a:rPr lang="fr-FR" sz="800" b="1" u="sng" spc="8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employées:</a:t>
            </a:r>
            <a:endParaRPr lang="fr-FR" sz="800" b="1" u="sng" spc="95" dirty="0">
              <a:solidFill>
                <a:srgbClr val="006FC0"/>
              </a:solidFill>
              <a:uFill>
                <a:solidFill>
                  <a:srgbClr val="006FC0"/>
                </a:solidFill>
              </a:uFill>
              <a:latin typeface="Calibri"/>
              <a:cs typeface="Calibri"/>
            </a:endParaRPr>
          </a:p>
          <a:p>
            <a:pPr marL="205104">
              <a:lnSpc>
                <a:spcPct val="100000"/>
              </a:lnSpc>
              <a:spcBef>
                <a:spcPts val="5"/>
              </a:spcBef>
            </a:pPr>
            <a:endParaRPr lang="fr-FR" sz="800" b="1" u="sng" spc="95" dirty="0">
              <a:solidFill>
                <a:srgbClr val="006FC0"/>
              </a:solidFill>
              <a:uFill>
                <a:solidFill>
                  <a:srgbClr val="006FC0"/>
                </a:solidFill>
              </a:uFill>
              <a:latin typeface="Calibri"/>
              <a:cs typeface="Calibri"/>
            </a:endParaRPr>
          </a:p>
          <a:p>
            <a:pPr marL="205104">
              <a:lnSpc>
                <a:spcPct val="100000"/>
              </a:lnSpc>
              <a:spcBef>
                <a:spcPts val="5"/>
              </a:spcBef>
            </a:pPr>
            <a:r>
              <a:rPr lang="fr-FR" sz="800" b="1" u="sng" spc="95" dirty="0">
                <a:solidFill>
                  <a:srgbClr val="0070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Elaboration d’un </a:t>
            </a:r>
            <a:r>
              <a:rPr lang="fr-FR" sz="800" b="1" u="sng" spc="95" dirty="0" err="1">
                <a:solidFill>
                  <a:srgbClr val="0070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heatmap</a:t>
            </a:r>
            <a:r>
              <a:rPr lang="fr-FR" sz="800" b="1" u="sng" spc="95" dirty="0">
                <a:solidFill>
                  <a:srgbClr val="0070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de corrélation</a:t>
            </a:r>
          </a:p>
          <a:p>
            <a:pPr marL="205104">
              <a:lnSpc>
                <a:spcPct val="100000"/>
              </a:lnSpc>
              <a:spcBef>
                <a:spcPts val="5"/>
              </a:spcBef>
            </a:pPr>
            <a:endParaRPr lang="fr-FR" sz="800" b="1" u="sng" spc="95" dirty="0">
              <a:solidFill>
                <a:srgbClr val="0070C0"/>
              </a:solidFill>
              <a:uFill>
                <a:solidFill>
                  <a:srgbClr val="006FC0"/>
                </a:solidFill>
              </a:uFill>
              <a:latin typeface="Calibri"/>
              <a:cs typeface="Calibri"/>
            </a:endParaRPr>
          </a:p>
          <a:p>
            <a:pPr marL="205104" marR="193675">
              <a:lnSpc>
                <a:spcPct val="114999"/>
              </a:lnSpc>
            </a:pPr>
            <a:r>
              <a:rPr lang="fr-FR" sz="800" dirty="0">
                <a:solidFill>
                  <a:srgbClr val="0070C0"/>
                </a:solidFill>
                <a:latin typeface="Century Gothic"/>
                <a:cs typeface="Century Gothic"/>
              </a:rPr>
              <a:t>Corrélation entre les données « </a:t>
            </a:r>
            <a:r>
              <a:rPr lang="fr-FR" sz="800" dirty="0" err="1">
                <a:solidFill>
                  <a:srgbClr val="0070C0"/>
                </a:solidFill>
                <a:latin typeface="Century Gothic"/>
                <a:cs typeface="Century Gothic"/>
              </a:rPr>
              <a:t>price</a:t>
            </a:r>
            <a:r>
              <a:rPr lang="fr-FR" sz="800" dirty="0">
                <a:solidFill>
                  <a:srgbClr val="0070C0"/>
                </a:solidFill>
                <a:latin typeface="Century Gothic"/>
                <a:cs typeface="Century Gothic"/>
              </a:rPr>
              <a:t> », « </a:t>
            </a:r>
            <a:r>
              <a:rPr lang="fr-FR" sz="800" dirty="0" err="1">
                <a:solidFill>
                  <a:srgbClr val="0070C0"/>
                </a:solidFill>
                <a:latin typeface="Century Gothic"/>
                <a:cs typeface="Century Gothic"/>
              </a:rPr>
              <a:t>total_sales</a:t>
            </a:r>
            <a:r>
              <a:rPr lang="fr-FR" sz="800" dirty="0">
                <a:solidFill>
                  <a:srgbClr val="0070C0"/>
                </a:solidFill>
                <a:latin typeface="Century Gothic"/>
                <a:cs typeface="Century Gothic"/>
              </a:rPr>
              <a:t> » et « </a:t>
            </a:r>
            <a:r>
              <a:rPr lang="fr-FR" sz="800" dirty="0" err="1">
                <a:solidFill>
                  <a:srgbClr val="0070C0"/>
                </a:solidFill>
                <a:latin typeface="Century Gothic"/>
                <a:cs typeface="Century Gothic"/>
              </a:rPr>
              <a:t>stock_quantity</a:t>
            </a:r>
            <a:r>
              <a:rPr lang="fr-FR" sz="800" dirty="0">
                <a:solidFill>
                  <a:srgbClr val="0070C0"/>
                </a:solidFill>
                <a:latin typeface="Century Gothic"/>
                <a:cs typeface="Century Gothic"/>
              </a:rPr>
              <a:t> »</a:t>
            </a: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lang="fr-FR" sz="1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lang="fr-FR" sz="1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00" dirty="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375789" y="1330261"/>
            <a:ext cx="6622415" cy="3356610"/>
          </a:xfrm>
          <a:custGeom>
            <a:avLst/>
            <a:gdLst/>
            <a:ahLst/>
            <a:cxnLst/>
            <a:rect l="l" t="t" r="r" b="b"/>
            <a:pathLst>
              <a:path w="6622415" h="3356610">
                <a:moveTo>
                  <a:pt x="0" y="3356229"/>
                </a:moveTo>
                <a:lnTo>
                  <a:pt x="6622161" y="3356229"/>
                </a:lnTo>
                <a:lnTo>
                  <a:pt x="6622161" y="0"/>
                </a:lnTo>
                <a:lnTo>
                  <a:pt x="0" y="0"/>
                </a:lnTo>
                <a:lnTo>
                  <a:pt x="0" y="3356229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50876" y="4741164"/>
            <a:ext cx="8842375" cy="297180"/>
          </a:xfrm>
          <a:prstGeom prst="rect">
            <a:avLst/>
          </a:prstGeom>
          <a:ln w="9525">
            <a:solidFill>
              <a:srgbClr val="FF0000"/>
            </a:solidFill>
          </a:ln>
        </p:spPr>
        <p:txBody>
          <a:bodyPr vert="horz" wrap="square" lIns="0" tIns="83185" rIns="0" bIns="0" rtlCol="0">
            <a:spAutoFit/>
          </a:bodyPr>
          <a:lstStyle/>
          <a:p>
            <a:pPr marL="205104">
              <a:lnSpc>
                <a:spcPct val="100000"/>
              </a:lnSpc>
              <a:spcBef>
                <a:spcPts val="655"/>
              </a:spcBef>
            </a:pPr>
            <a:r>
              <a:rPr sz="800" b="1" u="sng" spc="9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Limites</a:t>
            </a:r>
            <a:r>
              <a:rPr sz="800" b="1" u="sng" spc="13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sz="800" b="1" u="sng" spc="8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éventuelles</a:t>
            </a:r>
            <a:r>
              <a:rPr sz="800" b="1" u="sng" spc="114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sz="800" b="1" u="sng" spc="1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de</a:t>
            </a:r>
            <a:r>
              <a:rPr sz="800" b="1" u="sng" spc="13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sz="800" b="1" u="sng" spc="7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l’analyse</a:t>
            </a:r>
            <a:r>
              <a:rPr sz="800" b="1" spc="10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800" spc="-60" dirty="0">
                <a:solidFill>
                  <a:srgbClr val="FF0000"/>
                </a:solidFill>
                <a:latin typeface="Century Gothic"/>
                <a:cs typeface="Century Gothic"/>
              </a:rPr>
              <a:t>:</a:t>
            </a:r>
            <a:r>
              <a:rPr sz="800" spc="9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FF0000"/>
                </a:solidFill>
                <a:latin typeface="Century Gothic"/>
                <a:cs typeface="Century Gothic"/>
              </a:rPr>
              <a:t>Données</a:t>
            </a:r>
            <a:r>
              <a:rPr sz="800" spc="10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FF0000"/>
                </a:solidFill>
                <a:latin typeface="Century Gothic"/>
                <a:cs typeface="Century Gothic"/>
              </a:rPr>
              <a:t>manquantes</a:t>
            </a:r>
            <a:r>
              <a:rPr sz="800" spc="6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800" spc="70" dirty="0">
                <a:solidFill>
                  <a:srgbClr val="FF0000"/>
                </a:solidFill>
                <a:latin typeface="Century Gothic"/>
                <a:cs typeface="Century Gothic"/>
              </a:rPr>
              <a:t>sur</a:t>
            </a:r>
            <a:r>
              <a:rPr sz="800" spc="8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FF0000"/>
                </a:solidFill>
                <a:latin typeface="Century Gothic"/>
                <a:cs typeface="Century Gothic"/>
              </a:rPr>
              <a:t>certains</a:t>
            </a:r>
            <a:r>
              <a:rPr sz="800" spc="6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FF0000"/>
                </a:solidFill>
                <a:latin typeface="Century Gothic"/>
                <a:cs typeface="Century Gothic"/>
              </a:rPr>
              <a:t>produits</a:t>
            </a:r>
            <a:r>
              <a:rPr sz="800" spc="7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FF0000"/>
                </a:solidFill>
                <a:latin typeface="Century Gothic"/>
                <a:cs typeface="Century Gothic"/>
              </a:rPr>
              <a:t>pouvant</a:t>
            </a:r>
            <a:r>
              <a:rPr sz="800" spc="8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FF0000"/>
                </a:solidFill>
                <a:latin typeface="Century Gothic"/>
                <a:cs typeface="Century Gothic"/>
              </a:rPr>
              <a:t>potentiellement</a:t>
            </a:r>
            <a:r>
              <a:rPr sz="800" spc="9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FF0000"/>
                </a:solidFill>
                <a:latin typeface="Century Gothic"/>
                <a:cs typeface="Century Gothic"/>
              </a:rPr>
              <a:t>fausser</a:t>
            </a:r>
            <a:r>
              <a:rPr sz="800" spc="8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800" spc="-10" dirty="0">
                <a:solidFill>
                  <a:srgbClr val="FF0000"/>
                </a:solidFill>
                <a:latin typeface="Century Gothic"/>
                <a:cs typeface="Century Gothic"/>
              </a:rPr>
              <a:t>l’analyse</a:t>
            </a:r>
            <a:endParaRPr sz="80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0876" y="3035807"/>
            <a:ext cx="2080260" cy="1616468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97155" rIns="0" bIns="0" rtlCol="0">
            <a:spAutoFit/>
          </a:bodyPr>
          <a:lstStyle/>
          <a:p>
            <a:pPr marL="205104">
              <a:lnSpc>
                <a:spcPct val="100000"/>
              </a:lnSpc>
              <a:spcBef>
                <a:spcPts val="765"/>
              </a:spcBef>
            </a:pPr>
            <a:r>
              <a:rPr sz="800" b="1" u="sng" spc="10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Commentaires</a:t>
            </a:r>
            <a:r>
              <a:rPr sz="800" b="1" u="sng" spc="2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800" b="1" u="sng" spc="114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du</a:t>
            </a:r>
            <a:r>
              <a:rPr sz="800" b="1" u="sng" spc="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800" b="1" u="sng" spc="105" dirty="0" err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graphique</a:t>
            </a:r>
            <a:r>
              <a:rPr sz="800" b="1" u="sng" spc="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900" spc="-50" dirty="0">
                <a:latin typeface="Century Gothic"/>
                <a:cs typeface="Century Gothic"/>
              </a:rPr>
              <a:t>:</a:t>
            </a:r>
            <a:endParaRPr lang="fr-FR" sz="900" spc="-50" dirty="0">
              <a:latin typeface="Century Gothic"/>
              <a:cs typeface="Century Gothic"/>
            </a:endParaRPr>
          </a:p>
          <a:p>
            <a:pPr marL="205104">
              <a:lnSpc>
                <a:spcPct val="100000"/>
              </a:lnSpc>
              <a:spcBef>
                <a:spcPts val="765"/>
              </a:spcBef>
            </a:pPr>
            <a:r>
              <a:rPr lang="fr-FR" sz="900" spc="-50" dirty="0">
                <a:latin typeface="Century Gothic"/>
                <a:cs typeface="Century Gothic"/>
              </a:rPr>
              <a:t>La corrélation la plus élevée est entre le total des ventes et la quantité de stock.</a:t>
            </a:r>
          </a:p>
          <a:p>
            <a:pPr marL="205104">
              <a:lnSpc>
                <a:spcPct val="100000"/>
              </a:lnSpc>
              <a:spcBef>
                <a:spcPts val="765"/>
              </a:spcBef>
            </a:pPr>
            <a:r>
              <a:rPr lang="fr-FR" sz="900" spc="-50" dirty="0">
                <a:latin typeface="Century Gothic"/>
                <a:cs typeface="Century Gothic"/>
              </a:rPr>
              <a:t>Et la corrélation la </a:t>
            </a:r>
            <a:r>
              <a:rPr lang="fr-FR" sz="900" spc="-50">
                <a:latin typeface="Century Gothic"/>
                <a:cs typeface="Century Gothic"/>
              </a:rPr>
              <a:t>plus faible </a:t>
            </a:r>
            <a:r>
              <a:rPr lang="fr-FR" sz="900" spc="-50" dirty="0">
                <a:latin typeface="Century Gothic"/>
                <a:cs typeface="Century Gothic"/>
              </a:rPr>
              <a:t>est entre le total des ventes et le prix.</a:t>
            </a:r>
          </a:p>
          <a:p>
            <a:pPr marL="205104">
              <a:lnSpc>
                <a:spcPct val="100000"/>
              </a:lnSpc>
              <a:spcBef>
                <a:spcPts val="765"/>
              </a:spcBef>
            </a:pPr>
            <a:endParaRPr lang="fr-FR" sz="900" spc="-50" dirty="0">
              <a:latin typeface="Century Gothic"/>
              <a:cs typeface="Century Gothic"/>
            </a:endParaRPr>
          </a:p>
          <a:p>
            <a:pPr marL="205104">
              <a:lnSpc>
                <a:spcPct val="100000"/>
              </a:lnSpc>
              <a:spcBef>
                <a:spcPts val="765"/>
              </a:spcBef>
            </a:pPr>
            <a:endParaRPr sz="900" dirty="0">
              <a:latin typeface="Century Gothic"/>
              <a:cs typeface="Century Gothic"/>
            </a:endParaRP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29116517-3EF2-A217-AE19-555CEE6832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5834" y="1392233"/>
            <a:ext cx="6460273" cy="3193719"/>
          </a:xfrm>
          <a:prstGeom prst="rect">
            <a:avLst/>
          </a:prstGeom>
        </p:spPr>
      </p:pic>
      <p:sp>
        <p:nvSpPr>
          <p:cNvPr id="16" name="Espace réservé du numéro de diapositive 15">
            <a:extLst>
              <a:ext uri="{FF2B5EF4-FFF2-40B4-BE49-F238E27FC236}">
                <a16:creationId xmlns:a16="http://schemas.microsoft.com/office/drawing/2014/main" id="{206CC893-E52E-9DB8-8D8D-3C5447547DF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85559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;p3">
            <a:extLst>
              <a:ext uri="{FF2B5EF4-FFF2-40B4-BE49-F238E27FC236}">
                <a16:creationId xmlns:a16="http://schemas.microsoft.com/office/drawing/2014/main" id="{92E8A485-2678-4301-39AE-A2AA6E52BE71}"/>
              </a:ext>
            </a:extLst>
          </p:cNvPr>
          <p:cNvSpPr/>
          <p:nvPr/>
        </p:nvSpPr>
        <p:spPr>
          <a:xfrm>
            <a:off x="107516" y="996621"/>
            <a:ext cx="5603882" cy="3225075"/>
          </a:xfrm>
          <a:prstGeom prst="rect">
            <a:avLst/>
          </a:prstGeom>
          <a:solidFill>
            <a:srgbClr val="AC0804">
              <a:alpha val="80000"/>
            </a:srgbClr>
          </a:solidFill>
          <a:ln cap="flat">
            <a:noFill/>
            <a:prstDash val="solid"/>
          </a:ln>
        </p:spPr>
        <p:txBody>
          <a:bodyPr vert="horz" wrap="square" lIns="91421" tIns="91421" rIns="91421" bIns="91421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PE" sz="14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Google Shape;228;p35">
            <a:extLst>
              <a:ext uri="{FF2B5EF4-FFF2-40B4-BE49-F238E27FC236}">
                <a16:creationId xmlns:a16="http://schemas.microsoft.com/office/drawing/2014/main" id="{B63F6846-B8E4-0003-2402-ACDD6B0F4F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5527" y="2280954"/>
            <a:ext cx="5714539" cy="1385848"/>
          </a:xfrm>
        </p:spPr>
        <p:txBody>
          <a:bodyPr>
            <a:noAutofit/>
          </a:bodyPr>
          <a:lstStyle/>
          <a:p>
            <a:pPr lvl="0"/>
            <a:r>
              <a:rPr lang="fr-FR" sz="3600" dirty="0">
                <a:solidFill>
                  <a:schemeClr val="bg1"/>
                </a:solidFill>
              </a:rPr>
              <a:t>Actions à mener pour la suite</a:t>
            </a:r>
          </a:p>
        </p:txBody>
      </p:sp>
      <p:sp>
        <p:nvSpPr>
          <p:cNvPr id="5" name="Google Shape;230;p35">
            <a:extLst>
              <a:ext uri="{FF2B5EF4-FFF2-40B4-BE49-F238E27FC236}">
                <a16:creationId xmlns:a16="http://schemas.microsoft.com/office/drawing/2014/main" id="{069C5FFB-F455-1898-49BA-B352C22B65F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30042" y="765593"/>
            <a:ext cx="1831497" cy="1439704"/>
          </a:xfrm>
        </p:spPr>
        <p:txBody>
          <a:bodyPr anchor="ctr">
            <a:normAutofit fontScale="90000"/>
          </a:bodyPr>
          <a:lstStyle/>
          <a:p>
            <a:pPr lvl="0" algn="r"/>
            <a:r>
              <a:rPr lang="en-US" sz="7300" dirty="0">
                <a:solidFill>
                  <a:schemeClr val="bg1"/>
                </a:solidFill>
              </a:rPr>
              <a:t>04</a:t>
            </a:r>
            <a:r>
              <a:rPr lang="en-US" sz="114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AB40E8A0-BCE2-DF84-1BAE-7DD9EA6579DF}"/>
              </a:ext>
            </a:extLst>
          </p:cNvPr>
          <p:cNvSpPr/>
          <p:nvPr/>
        </p:nvSpPr>
        <p:spPr>
          <a:xfrm flipH="1">
            <a:off x="7738878" y="88587"/>
            <a:ext cx="1401519" cy="908035"/>
          </a:xfrm>
          <a:custGeom>
            <a:avLst/>
            <a:gdLst>
              <a:gd name="f0" fmla="val 10800000"/>
              <a:gd name="f1" fmla="val 5400000"/>
              <a:gd name="f2" fmla="val 360"/>
              <a:gd name="f3" fmla="val 180"/>
              <a:gd name="f4" fmla="val w"/>
              <a:gd name="f5" fmla="val h"/>
              <a:gd name="f6" fmla="val 0"/>
              <a:gd name="f7" fmla="val 1590"/>
              <a:gd name="f8" fmla="val 1029"/>
              <a:gd name="f9" fmla="val 250"/>
              <a:gd name="f10" fmla="val 6"/>
              <a:gd name="f11" fmla="val 243"/>
              <a:gd name="f12" fmla="val 12"/>
              <a:gd name="f13" fmla="val 245"/>
              <a:gd name="f14" fmla="val 19"/>
              <a:gd name="f15" fmla="val 248"/>
              <a:gd name="f16" fmla="val 93"/>
              <a:gd name="f17" fmla="val 273"/>
              <a:gd name="f18" fmla="val 168"/>
              <a:gd name="f19" fmla="val 298"/>
              <a:gd name="f20" fmla="val 239"/>
              <a:gd name="f21" fmla="val 331"/>
              <a:gd name="f22" fmla="val 336"/>
              <a:gd name="f23" fmla="val 261"/>
              <a:gd name="f24" fmla="val 338"/>
              <a:gd name="f25" fmla="val 272"/>
              <a:gd name="f26" fmla="val 341"/>
              <a:gd name="f27" fmla="val 280"/>
              <a:gd name="f28" fmla="val 344"/>
              <a:gd name="f29" fmla="val 288"/>
              <a:gd name="f30" fmla="val 343"/>
              <a:gd name="f31" fmla="val 296"/>
              <a:gd name="f32" fmla="val 339"/>
              <a:gd name="f33" fmla="val 301"/>
              <a:gd name="f34" fmla="val 337"/>
              <a:gd name="f35" fmla="val 305"/>
              <a:gd name="f36" fmla="val 307"/>
              <a:gd name="f37" fmla="val 308"/>
              <a:gd name="f38" fmla="val 347"/>
              <a:gd name="f39" fmla="val 312"/>
              <a:gd name="f40" fmla="val 351"/>
              <a:gd name="f41" fmla="val 315"/>
              <a:gd name="f42" fmla="val 352"/>
              <a:gd name="f43" fmla="val 333"/>
              <a:gd name="f44" fmla="val 355"/>
              <a:gd name="f45" fmla="val 359"/>
              <a:gd name="f46" fmla="val 369"/>
              <a:gd name="f47" fmla="val 412"/>
              <a:gd name="f48" fmla="val 361"/>
              <a:gd name="f49" fmla="val 456"/>
              <a:gd name="f50" fmla="val 499"/>
              <a:gd name="f51" fmla="val 363"/>
              <a:gd name="f52" fmla="val 534"/>
              <a:gd name="f53" fmla="val 365"/>
              <a:gd name="f54" fmla="val 570"/>
              <a:gd name="f55" fmla="val 605"/>
              <a:gd name="f56" fmla="val 371"/>
              <a:gd name="f57" fmla="val 619"/>
              <a:gd name="f58" fmla="val 372"/>
              <a:gd name="f59" fmla="val 633"/>
              <a:gd name="f60" fmla="val 647"/>
              <a:gd name="f61" fmla="val 659"/>
              <a:gd name="f62" fmla="val 368"/>
              <a:gd name="f63" fmla="val 668"/>
              <a:gd name="f64" fmla="val 672"/>
              <a:gd name="f65" fmla="val 349"/>
              <a:gd name="f66" fmla="val 677"/>
              <a:gd name="f67" fmla="val 335"/>
              <a:gd name="f68" fmla="val 682"/>
              <a:gd name="f69" fmla="val 320"/>
              <a:gd name="f70" fmla="val 685"/>
              <a:gd name="f71" fmla="val 306"/>
              <a:gd name="f72" fmla="val 688"/>
              <a:gd name="f73" fmla="val 690"/>
              <a:gd name="f74" fmla="val 270"/>
              <a:gd name="f75" fmla="val 693"/>
              <a:gd name="f76" fmla="val 252"/>
              <a:gd name="f77" fmla="val 679"/>
              <a:gd name="f78" fmla="val 663"/>
              <a:gd name="f79" fmla="val 650"/>
              <a:gd name="f80" fmla="val 640"/>
              <a:gd name="f81" fmla="val 627"/>
              <a:gd name="f82" fmla="val 615"/>
              <a:gd name="f83" fmla="val 614"/>
              <a:gd name="f84" fmla="val 602"/>
              <a:gd name="f85" fmla="val 265"/>
              <a:gd name="f86" fmla="val 589"/>
              <a:gd name="f87" fmla="val 260"/>
              <a:gd name="f88" fmla="val 577"/>
              <a:gd name="f89" fmla="val 255"/>
              <a:gd name="f90" fmla="val 573"/>
              <a:gd name="f91" fmla="val 253"/>
              <a:gd name="f92" fmla="val 569"/>
              <a:gd name="f93" fmla="val 251"/>
              <a:gd name="f94" fmla="val 563"/>
              <a:gd name="f95" fmla="val 566"/>
              <a:gd name="f96" fmla="val 246"/>
              <a:gd name="f97" fmla="val 568"/>
              <a:gd name="f98" fmla="val 244"/>
              <a:gd name="f99" fmla="val 565"/>
              <a:gd name="f100" fmla="val 240"/>
              <a:gd name="f101" fmla="val 560"/>
              <a:gd name="f102" fmla="val 235"/>
              <a:gd name="f103" fmla="val 555"/>
              <a:gd name="f104" fmla="val 231"/>
              <a:gd name="f105" fmla="val 554"/>
              <a:gd name="f106" fmla="val 552"/>
              <a:gd name="f107" fmla="val 551"/>
              <a:gd name="f108" fmla="val 230"/>
              <a:gd name="f109" fmla="val 540"/>
              <a:gd name="f110" fmla="val 227"/>
              <a:gd name="f111" fmla="val 530"/>
              <a:gd name="f112" fmla="val 223"/>
              <a:gd name="f113" fmla="val 517"/>
              <a:gd name="f114" fmla="val 219"/>
              <a:gd name="f115" fmla="val 524"/>
              <a:gd name="f116" fmla="val 216"/>
              <a:gd name="f117" fmla="val 528"/>
              <a:gd name="f118" fmla="val 213"/>
              <a:gd name="f119" fmla="val 535"/>
              <a:gd name="f120" fmla="val 210"/>
              <a:gd name="f121" fmla="val 523"/>
              <a:gd name="f122" fmla="val 205"/>
              <a:gd name="f123" fmla="val 512"/>
              <a:gd name="f124" fmla="val 201"/>
              <a:gd name="f125" fmla="val 500"/>
              <a:gd name="f126" fmla="val 195"/>
              <a:gd name="f127" fmla="val 504"/>
              <a:gd name="f128" fmla="val 193"/>
              <a:gd name="f129" fmla="val 509"/>
              <a:gd name="f130" fmla="val 190"/>
              <a:gd name="f131" fmla="val 515"/>
              <a:gd name="f132" fmla="val 187"/>
              <a:gd name="f133" fmla="val 511"/>
              <a:gd name="f134" fmla="val 184"/>
              <a:gd name="f135" fmla="val 182"/>
              <a:gd name="f136" fmla="val 506"/>
              <a:gd name="f137" fmla="val 501"/>
              <a:gd name="f138" fmla="val 176"/>
              <a:gd name="f139" fmla="val 172"/>
              <a:gd name="f140" fmla="val 507"/>
              <a:gd name="f141" fmla="val 170"/>
              <a:gd name="f142" fmla="val 167"/>
              <a:gd name="f143" fmla="val 531"/>
              <a:gd name="f144" fmla="val 166"/>
              <a:gd name="f145" fmla="val 539"/>
              <a:gd name="f146" fmla="val 544"/>
              <a:gd name="f147" fmla="val 545"/>
              <a:gd name="f148" fmla="val 547"/>
              <a:gd name="f149" fmla="val 165"/>
              <a:gd name="f150" fmla="val 549"/>
              <a:gd name="f151" fmla="val 164"/>
              <a:gd name="f152" fmla="val 163"/>
              <a:gd name="f153" fmla="val 162"/>
              <a:gd name="f154" fmla="val 557"/>
              <a:gd name="f155" fmla="val 574"/>
              <a:gd name="f156" fmla="val 169"/>
              <a:gd name="f157" fmla="val 580"/>
              <a:gd name="f158" fmla="val 171"/>
              <a:gd name="f159" fmla="val 588"/>
              <a:gd name="f160" fmla="val 174"/>
              <a:gd name="f161" fmla="val 591"/>
              <a:gd name="f162" fmla="val 595"/>
              <a:gd name="f163" fmla="val 161"/>
              <a:gd name="f164" fmla="val 156"/>
              <a:gd name="f165" fmla="val 583"/>
              <a:gd name="f166" fmla="val 152"/>
              <a:gd name="f167" fmla="val 578"/>
              <a:gd name="f168" fmla="val 148"/>
              <a:gd name="f169" fmla="val 572"/>
              <a:gd name="f170" fmla="val 146"/>
              <a:gd name="f171" fmla="val 567"/>
              <a:gd name="f172" fmla="val 143"/>
              <a:gd name="f173" fmla="val 135"/>
              <a:gd name="f174" fmla="val 127"/>
              <a:gd name="f175" fmla="val 120"/>
              <a:gd name="f176" fmla="val 571"/>
              <a:gd name="f177" fmla="val 111"/>
              <a:gd name="f178" fmla="val 576"/>
              <a:gd name="f179" fmla="val 105"/>
              <a:gd name="f180" fmla="val 100"/>
              <a:gd name="f181" fmla="val 97"/>
              <a:gd name="f182" fmla="val 590"/>
              <a:gd name="f183" fmla="val 88"/>
              <a:gd name="f184" fmla="val 81"/>
              <a:gd name="f185" fmla="val 75"/>
              <a:gd name="f186" fmla="val 599"/>
              <a:gd name="f187" fmla="val 77"/>
              <a:gd name="f188" fmla="val 598"/>
              <a:gd name="f189" fmla="val 71"/>
              <a:gd name="f190" fmla="val 64"/>
              <a:gd name="f191" fmla="val 58"/>
              <a:gd name="f192" fmla="val 600"/>
              <a:gd name="f193" fmla="val 57"/>
              <a:gd name="f194" fmla="val 601"/>
              <a:gd name="f195" fmla="val 610"/>
              <a:gd name="f196" fmla="val 66"/>
              <a:gd name="f197" fmla="val 618"/>
              <a:gd name="f198" fmla="val 626"/>
              <a:gd name="f199" fmla="val 56"/>
              <a:gd name="f200" fmla="val 629"/>
              <a:gd name="f201" fmla="val 54"/>
              <a:gd name="f202" fmla="val 53"/>
              <a:gd name="f203" fmla="val 637"/>
              <a:gd name="f204" fmla="val 51"/>
              <a:gd name="f205" fmla="val 49"/>
              <a:gd name="f206" fmla="val 644"/>
              <a:gd name="f207" fmla="val 47"/>
              <a:gd name="f208" fmla="val 44"/>
              <a:gd name="f209" fmla="val 646"/>
              <a:gd name="f210" fmla="val 32"/>
              <a:gd name="f211" fmla="val 658"/>
              <a:gd name="f212" fmla="val 31"/>
              <a:gd name="f213" fmla="val 666"/>
              <a:gd name="f214" fmla="val 26"/>
              <a:gd name="f215" fmla="val 24"/>
              <a:gd name="f216" fmla="val 673"/>
              <a:gd name="f217" fmla="val 27"/>
              <a:gd name="f218" fmla="val 29"/>
              <a:gd name="f219" fmla="val 686"/>
              <a:gd name="f220" fmla="val 33"/>
              <a:gd name="f221" fmla="val 689"/>
              <a:gd name="f222" fmla="val 695"/>
              <a:gd name="f223" fmla="val 30"/>
              <a:gd name="f224" fmla="val 701"/>
              <a:gd name="f225" fmla="val 34"/>
              <a:gd name="f226" fmla="val 706"/>
              <a:gd name="f227" fmla="val 39"/>
              <a:gd name="f228" fmla="val 715"/>
              <a:gd name="f229" fmla="val 48"/>
              <a:gd name="f230" fmla="val 720"/>
              <a:gd name="f231" fmla="val 728"/>
              <a:gd name="f232" fmla="val 37"/>
              <a:gd name="f233" fmla="val 731"/>
              <a:gd name="f234" fmla="val 734"/>
              <a:gd name="f235" fmla="val 738"/>
              <a:gd name="f236" fmla="val 23"/>
              <a:gd name="f237" fmla="val 739"/>
              <a:gd name="f238" fmla="val 21"/>
              <a:gd name="f239" fmla="val 744"/>
              <a:gd name="f240" fmla="val 20"/>
              <a:gd name="f241" fmla="val 745"/>
              <a:gd name="f242" fmla="val 750"/>
              <a:gd name="f243" fmla="val 753"/>
              <a:gd name="f244" fmla="val 757"/>
              <a:gd name="f245" fmla="val 761"/>
              <a:gd name="f246" fmla="val 18"/>
              <a:gd name="f247" fmla="val 764"/>
              <a:gd name="f248" fmla="val 15"/>
              <a:gd name="f249" fmla="val 768"/>
              <a:gd name="f250" fmla="val 773"/>
              <a:gd name="f251" fmla="val 9"/>
              <a:gd name="f252" fmla="val 777"/>
              <a:gd name="f253" fmla="val 782"/>
              <a:gd name="f254" fmla="val 11"/>
              <a:gd name="f255" fmla="val 784"/>
              <a:gd name="f256" fmla="val 788"/>
              <a:gd name="f257" fmla="val 792"/>
              <a:gd name="f258" fmla="val 10"/>
              <a:gd name="f259" fmla="val 797"/>
              <a:gd name="f260" fmla="val 802"/>
              <a:gd name="f261" fmla="val 8"/>
              <a:gd name="f262" fmla="val 807"/>
              <a:gd name="f263" fmla="val 7"/>
              <a:gd name="f264" fmla="val 809"/>
              <a:gd name="f265" fmla="val 811"/>
              <a:gd name="f266" fmla="val 813"/>
              <a:gd name="f267" fmla="val 5"/>
              <a:gd name="f268" fmla="val 819"/>
              <a:gd name="f269" fmla="val 2"/>
              <a:gd name="f270" fmla="val 824"/>
              <a:gd name="f271" fmla="val 829"/>
              <a:gd name="f272" fmla="val 4"/>
              <a:gd name="f273" fmla="val 832"/>
              <a:gd name="f274" fmla="val 835"/>
              <a:gd name="f275" fmla="val 3"/>
              <a:gd name="f276" fmla="val 839"/>
              <a:gd name="f277" fmla="val 841"/>
              <a:gd name="f278" fmla="val 1"/>
              <a:gd name="f279" fmla="val 844"/>
              <a:gd name="f280" fmla="val 846"/>
              <a:gd name="f281" fmla="val 849"/>
              <a:gd name="f282" fmla="val 852"/>
              <a:gd name="f283" fmla="val 855"/>
              <a:gd name="f284" fmla="val 867"/>
              <a:gd name="f285" fmla="val 877"/>
              <a:gd name="f286" fmla="val 882"/>
              <a:gd name="f287" fmla="val 17"/>
              <a:gd name="f288" fmla="val 883"/>
              <a:gd name="f289" fmla="val 888"/>
              <a:gd name="f290" fmla="val 894"/>
              <a:gd name="f291" fmla="val 902"/>
              <a:gd name="f292" fmla="val 900"/>
              <a:gd name="f293" fmla="val 35"/>
              <a:gd name="f294" fmla="val 898"/>
              <a:gd name="f295" fmla="val 40"/>
              <a:gd name="f296" fmla="val 899"/>
              <a:gd name="f297" fmla="val 42"/>
              <a:gd name="f298" fmla="val 904"/>
              <a:gd name="f299" fmla="val 917"/>
              <a:gd name="f300" fmla="val 918"/>
              <a:gd name="f301" fmla="val 909"/>
              <a:gd name="f302" fmla="val 61"/>
              <a:gd name="f303" fmla="val 908"/>
              <a:gd name="f304" fmla="val 62"/>
              <a:gd name="f305" fmla="val 907"/>
              <a:gd name="f306" fmla="val 912"/>
              <a:gd name="f307" fmla="val 68"/>
              <a:gd name="f308" fmla="val 913"/>
              <a:gd name="f309" fmla="val 72"/>
              <a:gd name="f310" fmla="val 78"/>
              <a:gd name="f311" fmla="val 79"/>
              <a:gd name="f312" fmla="val 906"/>
              <a:gd name="f313" fmla="val 83"/>
              <a:gd name="f314" fmla="val 84"/>
              <a:gd name="f315" fmla="val 911"/>
              <a:gd name="f316" fmla="val 915"/>
              <a:gd name="f317" fmla="val 920"/>
              <a:gd name="f318" fmla="val 96"/>
              <a:gd name="f319" fmla="val 926"/>
              <a:gd name="f320" fmla="val 923"/>
              <a:gd name="f321" fmla="val 103"/>
              <a:gd name="f322" fmla="val 919"/>
              <a:gd name="f323" fmla="val 107"/>
              <a:gd name="f324" fmla="val 108"/>
              <a:gd name="f325" fmla="val 110"/>
              <a:gd name="f326" fmla="val 113"/>
              <a:gd name="f327" fmla="val 117"/>
              <a:gd name="f328" fmla="val 119"/>
              <a:gd name="f329" fmla="val 121"/>
              <a:gd name="f330" fmla="val 122"/>
              <a:gd name="f331" fmla="val 124"/>
              <a:gd name="f332" fmla="val 887"/>
              <a:gd name="f333" fmla="val 881"/>
              <a:gd name="f334" fmla="val 130"/>
              <a:gd name="f335" fmla="val 874"/>
              <a:gd name="f336" fmla="val 134"/>
              <a:gd name="f337" fmla="val 880"/>
              <a:gd name="f338" fmla="val 144"/>
              <a:gd name="f339" fmla="val 892"/>
              <a:gd name="f340" fmla="val 140"/>
              <a:gd name="f341" fmla="val 131"/>
              <a:gd name="f342" fmla="val 933"/>
              <a:gd name="f343" fmla="val 954"/>
              <a:gd name="f344" fmla="val 133"/>
              <a:gd name="f345" fmla="val 959"/>
              <a:gd name="f346" fmla="val 963"/>
              <a:gd name="f347" fmla="val 136"/>
              <a:gd name="f348" fmla="val 968"/>
              <a:gd name="f349" fmla="val 138"/>
              <a:gd name="f350" fmla="val 962"/>
              <a:gd name="f351" fmla="val 964"/>
              <a:gd name="f352" fmla="val 147"/>
              <a:gd name="f353" fmla="val 971"/>
              <a:gd name="f354" fmla="val 149"/>
              <a:gd name="f355" fmla="val 975"/>
              <a:gd name="f356" fmla="val 150"/>
              <a:gd name="f357" fmla="val 978"/>
              <a:gd name="f358" fmla="val 151"/>
              <a:gd name="f359" fmla="val 982"/>
              <a:gd name="f360" fmla="val 153"/>
              <a:gd name="f361" fmla="val 985"/>
              <a:gd name="f362" fmla="val 154"/>
              <a:gd name="f363" fmla="val 989"/>
              <a:gd name="f364" fmla="val 988"/>
              <a:gd name="f365" fmla="val 160"/>
              <a:gd name="f366" fmla="val 993"/>
              <a:gd name="f367" fmla="val 996"/>
              <a:gd name="f368" fmla="val 1000"/>
              <a:gd name="f369" fmla="val 1005"/>
              <a:gd name="f370" fmla="val 175"/>
              <a:gd name="f371" fmla="val 1007"/>
              <a:gd name="f372" fmla="val 179"/>
              <a:gd name="f373" fmla="val 1011"/>
              <a:gd name="f374" fmla="val 188"/>
              <a:gd name="f375" fmla="val 1016"/>
              <a:gd name="f376" fmla="val 196"/>
              <a:gd name="f377" fmla="val 1027"/>
              <a:gd name="f378" fmla="val 197"/>
              <a:gd name="f379" fmla="val 1018"/>
              <a:gd name="f380" fmla="val 209"/>
              <a:gd name="f381" fmla="val 1004"/>
              <a:gd name="f382" fmla="val 204"/>
              <a:gd name="f383" fmla="val 994"/>
              <a:gd name="f384" fmla="val 995"/>
              <a:gd name="f385" fmla="val 215"/>
              <a:gd name="f386" fmla="val 998"/>
              <a:gd name="f387" fmla="val 220"/>
              <a:gd name="f388" fmla="val 990"/>
              <a:gd name="f389" fmla="val 218"/>
              <a:gd name="f390" fmla="val 221"/>
              <a:gd name="f391" fmla="val 992"/>
              <a:gd name="f392" fmla="val 225"/>
              <a:gd name="f393" fmla="val 228"/>
              <a:gd name="f394" fmla="val 234"/>
              <a:gd name="f395" fmla="val 997"/>
              <a:gd name="f396" fmla="val 237"/>
              <a:gd name="f397" fmla="val 238"/>
              <a:gd name="f398" fmla="val 991"/>
              <a:gd name="f399" fmla="val 983"/>
              <a:gd name="f400" fmla="val 977"/>
              <a:gd name="f401" fmla="val 236"/>
              <a:gd name="f402" fmla="val 972"/>
              <a:gd name="f403" fmla="val 973"/>
              <a:gd name="f404" fmla="val 249"/>
              <a:gd name="f405" fmla="val 969"/>
              <a:gd name="f406" fmla="val 268"/>
              <a:gd name="f407" fmla="val 277"/>
              <a:gd name="f408" fmla="val 976"/>
              <a:gd name="f409" fmla="val 284"/>
              <a:gd name="f410" fmla="val 965"/>
              <a:gd name="f411" fmla="val 286"/>
              <a:gd name="f412" fmla="val 955"/>
              <a:gd name="f413" fmla="val 945"/>
              <a:gd name="f414" fmla="val 287"/>
              <a:gd name="f415" fmla="val 935"/>
              <a:gd name="f416" fmla="val 930"/>
              <a:gd name="f417" fmla="val 927"/>
              <a:gd name="f418" fmla="val 290"/>
              <a:gd name="f419" fmla="val 293"/>
              <a:gd name="f420" fmla="val 928"/>
              <a:gd name="f421" fmla="val 295"/>
              <a:gd name="f422" fmla="val 921"/>
              <a:gd name="f423" fmla="val 916"/>
              <a:gd name="f424" fmla="val 294"/>
              <a:gd name="f425" fmla="val 291"/>
              <a:gd name="f426" fmla="val 283"/>
              <a:gd name="f427" fmla="val 897"/>
              <a:gd name="f428" fmla="val 279"/>
              <a:gd name="f429" fmla="val 267"/>
              <a:gd name="f430" fmla="val 863"/>
              <a:gd name="f431" fmla="val 850"/>
              <a:gd name="f432" fmla="val 861"/>
              <a:gd name="f433" fmla="val 871"/>
              <a:gd name="f434" fmla="val 297"/>
              <a:gd name="f435" fmla="val 879"/>
              <a:gd name="f436" fmla="val 299"/>
              <a:gd name="f437" fmla="val 885"/>
              <a:gd name="f438" fmla="val 303"/>
              <a:gd name="f439" fmla="val 311"/>
              <a:gd name="f440" fmla="val 314"/>
              <a:gd name="f441" fmla="val 893"/>
              <a:gd name="f442" fmla="val 319"/>
              <a:gd name="f443" fmla="val 896"/>
              <a:gd name="f444" fmla="val 321"/>
              <a:gd name="f445" fmla="val 323"/>
              <a:gd name="f446" fmla="val 325"/>
              <a:gd name="f447" fmla="val 346"/>
              <a:gd name="f448" fmla="val 924"/>
              <a:gd name="f449" fmla="val 922"/>
              <a:gd name="f450" fmla="val 364"/>
              <a:gd name="f451" fmla="val 366"/>
              <a:gd name="f452" fmla="val 373"/>
              <a:gd name="f453" fmla="val 895"/>
              <a:gd name="f454" fmla="val 374"/>
              <a:gd name="f455" fmla="val 878"/>
              <a:gd name="f456" fmla="val 370"/>
              <a:gd name="f457" fmla="val 378"/>
              <a:gd name="f458" fmla="val 394"/>
              <a:gd name="f459" fmla="val 395"/>
              <a:gd name="f460" fmla="val 392"/>
              <a:gd name="f461" fmla="val 854"/>
              <a:gd name="f462" fmla="val 390"/>
              <a:gd name="f463" fmla="val 389"/>
              <a:gd name="f464" fmla="val 837"/>
              <a:gd name="f465" fmla="val 380"/>
              <a:gd name="f466" fmla="val 385"/>
              <a:gd name="f467" fmla="val 838"/>
              <a:gd name="f468" fmla="val 393"/>
              <a:gd name="f469" fmla="val 401"/>
              <a:gd name="f470" fmla="val 836"/>
              <a:gd name="f471" fmla="val 403"/>
              <a:gd name="f472" fmla="val 400"/>
              <a:gd name="f473" fmla="val 822"/>
              <a:gd name="f474" fmla="val 398"/>
              <a:gd name="f475" fmla="val 816"/>
              <a:gd name="f476" fmla="val 810"/>
              <a:gd name="f477" fmla="val 808"/>
              <a:gd name="f478" fmla="val 391"/>
              <a:gd name="f479" fmla="val 806"/>
              <a:gd name="f480" fmla="val 803"/>
              <a:gd name="f481" fmla="val 388"/>
              <a:gd name="f482" fmla="val 396"/>
              <a:gd name="f483" fmla="val 800"/>
              <a:gd name="f484" fmla="val 796"/>
              <a:gd name="f485" fmla="val 794"/>
              <a:gd name="f486" fmla="val 397"/>
              <a:gd name="f487" fmla="val 775"/>
              <a:gd name="f488" fmla="val 780"/>
              <a:gd name="f489" fmla="val 825"/>
              <a:gd name="f490" fmla="val 419"/>
              <a:gd name="f491" fmla="val 869"/>
              <a:gd name="f492" fmla="val 438"/>
              <a:gd name="f493" fmla="val 914"/>
              <a:gd name="f494" fmla="val 457"/>
              <a:gd name="f495" fmla="val 950"/>
              <a:gd name="f496" fmla="val 472"/>
              <a:gd name="f497" fmla="val 986"/>
              <a:gd name="f498" fmla="val 487"/>
              <a:gd name="f499" fmla="val 1022"/>
              <a:gd name="f500" fmla="val 502"/>
              <a:gd name="f501" fmla="val 1024"/>
              <a:gd name="f502" fmla="val 503"/>
              <a:gd name="f503" fmla="val 505"/>
              <a:gd name="f504" fmla="val 1033"/>
              <a:gd name="f505" fmla="val 491"/>
              <a:gd name="f506" fmla="val 1043"/>
              <a:gd name="f507" fmla="val 494"/>
              <a:gd name="f508" fmla="val 498"/>
              <a:gd name="f509" fmla="val 1044"/>
              <a:gd name="f510" fmla="val 1051"/>
              <a:gd name="f511" fmla="val 496"/>
              <a:gd name="f512" fmla="val 1057"/>
              <a:gd name="f513" fmla="val 488"/>
              <a:gd name="f514" fmla="val 1068"/>
              <a:gd name="f515" fmla="val 1069"/>
              <a:gd name="f516" fmla="val 490"/>
              <a:gd name="f517" fmla="val 492"/>
              <a:gd name="f518" fmla="val 1070"/>
              <a:gd name="f519" fmla="val 493"/>
              <a:gd name="f520" fmla="val 1081"/>
              <a:gd name="f521" fmla="val 1093"/>
              <a:gd name="f522" fmla="val 1104"/>
              <a:gd name="f523" fmla="val 1105"/>
              <a:gd name="f524" fmla="val 1103"/>
              <a:gd name="f525" fmla="val 1101"/>
              <a:gd name="f526" fmla="val 1098"/>
              <a:gd name="f527" fmla="val 1111"/>
              <a:gd name="f528" fmla="val 1123"/>
              <a:gd name="f529" fmla="val 513"/>
              <a:gd name="f530" fmla="val 1135"/>
              <a:gd name="f531" fmla="val 516"/>
              <a:gd name="f532" fmla="val 1148"/>
              <a:gd name="f533" fmla="val 519"/>
              <a:gd name="f534" fmla="val 1161"/>
              <a:gd name="f535" fmla="val 1173"/>
              <a:gd name="f536" fmla="val 529"/>
              <a:gd name="f537" fmla="val 1180"/>
              <a:gd name="f538" fmla="val 532"/>
              <a:gd name="f539" fmla="val 1185"/>
              <a:gd name="f540" fmla="val 538"/>
              <a:gd name="f541" fmla="val 1191"/>
              <a:gd name="f542" fmla="val 543"/>
              <a:gd name="f543" fmla="val 1199"/>
              <a:gd name="f544" fmla="val 1205"/>
              <a:gd name="f545" fmla="val 1214"/>
              <a:gd name="f546" fmla="val 546"/>
              <a:gd name="f547" fmla="val 1223"/>
              <a:gd name="f548" fmla="val 541"/>
              <a:gd name="f549" fmla="val 1231"/>
              <a:gd name="f550" fmla="val 1239"/>
              <a:gd name="f551" fmla="val 1244"/>
              <a:gd name="f552" fmla="val 526"/>
              <a:gd name="f553" fmla="val 1248"/>
              <a:gd name="f554" fmla="val 521"/>
              <a:gd name="f555" fmla="val 1251"/>
              <a:gd name="f556" fmla="val 1261"/>
              <a:gd name="f557" fmla="val 1259"/>
              <a:gd name="f558" fmla="val 1247"/>
              <a:gd name="f559" fmla="val 482"/>
              <a:gd name="f560" fmla="val 1241"/>
              <a:gd name="f561" fmla="val 483"/>
              <a:gd name="f562" fmla="val 1235"/>
              <a:gd name="f563" fmla="val 485"/>
              <a:gd name="f564" fmla="val 1230"/>
              <a:gd name="f565" fmla="val 1228"/>
              <a:gd name="f566" fmla="val 486"/>
              <a:gd name="f567" fmla="val 1225"/>
              <a:gd name="f568" fmla="val 480"/>
              <a:gd name="f569" fmla="val 1227"/>
              <a:gd name="f570" fmla="val 477"/>
              <a:gd name="f571" fmla="val 1233"/>
              <a:gd name="f572" fmla="val 475"/>
              <a:gd name="f573" fmla="val 1238"/>
              <a:gd name="f574" fmla="val 473"/>
              <a:gd name="f575" fmla="val 463"/>
              <a:gd name="f576" fmla="val 1246"/>
              <a:gd name="f577" fmla="val 461"/>
              <a:gd name="f578" fmla="val 1237"/>
              <a:gd name="f579" fmla="val 458"/>
              <a:gd name="f580" fmla="val 1232"/>
              <a:gd name="f581" fmla="val 459"/>
              <a:gd name="f582" fmla="val 1226"/>
              <a:gd name="f583" fmla="val 460"/>
              <a:gd name="f584" fmla="val 1220"/>
              <a:gd name="f585" fmla="val 1218"/>
              <a:gd name="f586" fmla="val 454"/>
              <a:gd name="f587" fmla="val 1219"/>
              <a:gd name="f588" fmla="val 452"/>
              <a:gd name="f589" fmla="val 1222"/>
              <a:gd name="f590" fmla="val 444"/>
              <a:gd name="f591" fmla="val 1229"/>
              <a:gd name="f592" fmla="val 446"/>
              <a:gd name="f593" fmla="val 448"/>
              <a:gd name="f594" fmla="val 1236"/>
              <a:gd name="f595" fmla="val 443"/>
              <a:gd name="f596" fmla="val 439"/>
              <a:gd name="f597" fmla="val 435"/>
              <a:gd name="f598" fmla="val 429"/>
              <a:gd name="f599" fmla="val 428"/>
              <a:gd name="f600" fmla="val 1216"/>
              <a:gd name="f601" fmla="val 1213"/>
              <a:gd name="f602" fmla="val 1210"/>
              <a:gd name="f603" fmla="val 430"/>
              <a:gd name="f604" fmla="val 1208"/>
              <a:gd name="f605" fmla="val 1207"/>
              <a:gd name="f606" fmla="val 1204"/>
              <a:gd name="f607" fmla="val 421"/>
              <a:gd name="f608" fmla="val 426"/>
              <a:gd name="f609" fmla="val 1242"/>
              <a:gd name="f610" fmla="val 432"/>
              <a:gd name="f611" fmla="val 450"/>
              <a:gd name="f612" fmla="val 1250"/>
              <a:gd name="f613" fmla="val 1254"/>
              <a:gd name="f614" fmla="val 474"/>
              <a:gd name="f615" fmla="val 476"/>
              <a:gd name="f616" fmla="val 1255"/>
              <a:gd name="f617" fmla="val 1267"/>
              <a:gd name="f618" fmla="val 1265"/>
              <a:gd name="f619" fmla="val 1263"/>
              <a:gd name="f620" fmla="val 1262"/>
              <a:gd name="f621" fmla="val 1264"/>
              <a:gd name="f622" fmla="val 1270"/>
              <a:gd name="f623" fmla="val 1273"/>
              <a:gd name="f624" fmla="val 1276"/>
              <a:gd name="f625" fmla="val 479"/>
              <a:gd name="f626" fmla="val 1280"/>
              <a:gd name="f627" fmla="val 1271"/>
              <a:gd name="f628" fmla="val 471"/>
              <a:gd name="f629" fmla="val 1274"/>
              <a:gd name="f630" fmla="val 464"/>
              <a:gd name="f631" fmla="val 1269"/>
              <a:gd name="f632" fmla="val 441"/>
              <a:gd name="f633" fmla="val 440"/>
              <a:gd name="f634" fmla="val 442"/>
              <a:gd name="f635" fmla="val 1275"/>
              <a:gd name="f636" fmla="val 433"/>
              <a:gd name="f637" fmla="val 423"/>
              <a:gd name="f638" fmla="val 1272"/>
              <a:gd name="f639" fmla="val 411"/>
              <a:gd name="f640" fmla="val 1277"/>
              <a:gd name="f641" fmla="val 413"/>
              <a:gd name="f642" fmla="val 1281"/>
              <a:gd name="f643" fmla="val 414"/>
              <a:gd name="f644" fmla="val 1285"/>
              <a:gd name="f645" fmla="val 415"/>
              <a:gd name="f646" fmla="val 1287"/>
              <a:gd name="f647" fmla="val 410"/>
              <a:gd name="f648" fmla="val 1289"/>
              <a:gd name="f649" fmla="val 1291"/>
              <a:gd name="f650" fmla="val 1292"/>
              <a:gd name="f651" fmla="val 383"/>
              <a:gd name="f652" fmla="val 1294"/>
              <a:gd name="f653" fmla="val 375"/>
              <a:gd name="f654" fmla="val 1295"/>
              <a:gd name="f655" fmla="val 1296"/>
              <a:gd name="f656" fmla="val 1297"/>
              <a:gd name="f657" fmla="val 1304"/>
              <a:gd name="f658" fmla="val 382"/>
              <a:gd name="f659" fmla="val 1309"/>
              <a:gd name="f660" fmla="val 1318"/>
              <a:gd name="f661" fmla="val 1327"/>
              <a:gd name="f662" fmla="val 402"/>
              <a:gd name="f663" fmla="val 1329"/>
              <a:gd name="f664" fmla="val 1337"/>
              <a:gd name="f665" fmla="val 409"/>
              <a:gd name="f666" fmla="val 1340"/>
              <a:gd name="f667" fmla="val 405"/>
              <a:gd name="f668" fmla="val 1342"/>
              <a:gd name="f669" fmla="val 406"/>
              <a:gd name="f670" fmla="val 1344"/>
              <a:gd name="f671" fmla="val 407"/>
              <a:gd name="f672" fmla="val 1345"/>
              <a:gd name="f673" fmla="val 1346"/>
              <a:gd name="f674" fmla="val 399"/>
              <a:gd name="f675" fmla="val 1347"/>
              <a:gd name="f676" fmla="val 1349"/>
              <a:gd name="f677" fmla="val 1351"/>
              <a:gd name="f678" fmla="val 1352"/>
              <a:gd name="f679" fmla="val 1355"/>
              <a:gd name="f680" fmla="val 1356"/>
              <a:gd name="f681" fmla="val 1359"/>
              <a:gd name="f682" fmla="val 1362"/>
              <a:gd name="f683" fmla="val 1365"/>
              <a:gd name="f684" fmla="val 404"/>
              <a:gd name="f685" fmla="val 1371"/>
              <a:gd name="f686" fmla="val 1377"/>
              <a:gd name="f687" fmla="val 387"/>
              <a:gd name="f688" fmla="val 1383"/>
              <a:gd name="f689" fmla="val 1386"/>
              <a:gd name="f690" fmla="val 1388"/>
              <a:gd name="f691" fmla="val 386"/>
              <a:gd name="f692" fmla="val 1390"/>
              <a:gd name="f693" fmla="val 1395"/>
              <a:gd name="f694" fmla="val 1399"/>
              <a:gd name="f695" fmla="val 1404"/>
              <a:gd name="f696" fmla="val 379"/>
              <a:gd name="f697" fmla="val 1405"/>
              <a:gd name="f698" fmla="val 1407"/>
              <a:gd name="f699" fmla="val 381"/>
              <a:gd name="f700" fmla="val 1410"/>
              <a:gd name="f701" fmla="val 1414"/>
              <a:gd name="f702" fmla="val 1419"/>
              <a:gd name="f703" fmla="val 1425"/>
              <a:gd name="f704" fmla="val 1427"/>
              <a:gd name="f705" fmla="val 1432"/>
              <a:gd name="f706" fmla="val 1433"/>
              <a:gd name="f707" fmla="val 1435"/>
              <a:gd name="f708" fmla="val 1436"/>
              <a:gd name="f709" fmla="val 376"/>
              <a:gd name="f710" fmla="val 1437"/>
              <a:gd name="f711" fmla="val 1438"/>
              <a:gd name="f712" fmla="val 1442"/>
              <a:gd name="f713" fmla="val 1444"/>
              <a:gd name="f714" fmla="val 1453"/>
              <a:gd name="f715" fmla="val 1451"/>
              <a:gd name="f716" fmla="val 1448"/>
              <a:gd name="f717" fmla="val 436"/>
              <a:gd name="f718" fmla="val 1447"/>
              <a:gd name="f719" fmla="val 445"/>
              <a:gd name="f720" fmla="val 1452"/>
              <a:gd name="f721" fmla="val 1458"/>
              <a:gd name="f722" fmla="val 1460"/>
              <a:gd name="f723" fmla="val 451"/>
              <a:gd name="f724" fmla="val 1464"/>
              <a:gd name="f725" fmla="val 1462"/>
              <a:gd name="f726" fmla="val 462"/>
              <a:gd name="f727" fmla="val 468"/>
              <a:gd name="f728" fmla="val 1467"/>
              <a:gd name="f729" fmla="val 466"/>
              <a:gd name="f730" fmla="val 1469"/>
              <a:gd name="f731" fmla="val 1468"/>
              <a:gd name="f732" fmla="val 1470"/>
              <a:gd name="f733" fmla="val 1477"/>
              <a:gd name="f734" fmla="val 484"/>
              <a:gd name="f735" fmla="val 1484"/>
              <a:gd name="f736" fmla="val 1486"/>
              <a:gd name="f737" fmla="val 1483"/>
              <a:gd name="f738" fmla="val 497"/>
              <a:gd name="f739" fmla="val 1480"/>
              <a:gd name="f740" fmla="val 1481"/>
              <a:gd name="f741" fmla="val 1487"/>
              <a:gd name="f742" fmla="val 1490"/>
              <a:gd name="f743" fmla="val 1493"/>
              <a:gd name="f744" fmla="val 520"/>
              <a:gd name="f745" fmla="val 1491"/>
              <a:gd name="f746" fmla="val 527"/>
              <a:gd name="f747" fmla="val 533"/>
              <a:gd name="f748" fmla="val 1475"/>
              <a:gd name="f749" fmla="val 537"/>
              <a:gd name="f750" fmla="val 550"/>
              <a:gd name="f751" fmla="val 1465"/>
              <a:gd name="f752" fmla="val 553"/>
              <a:gd name="f753" fmla="val 1461"/>
              <a:gd name="f754" fmla="val 1457"/>
              <a:gd name="f755" fmla="val 556"/>
              <a:gd name="f756" fmla="val 558"/>
              <a:gd name="f757" fmla="val 1450"/>
              <a:gd name="f758" fmla="val 559"/>
              <a:gd name="f759" fmla="val 1454"/>
              <a:gd name="f760" fmla="val 564"/>
              <a:gd name="f761" fmla="val 1456"/>
              <a:gd name="f762" fmla="val 1459"/>
              <a:gd name="f763" fmla="val 1463"/>
              <a:gd name="f764" fmla="val 579"/>
              <a:gd name="f765" fmla="val 582"/>
              <a:gd name="f766" fmla="val 585"/>
              <a:gd name="f767" fmla="val 594"/>
              <a:gd name="f768" fmla="val 1466"/>
              <a:gd name="f769" fmla="val 597"/>
              <a:gd name="f770" fmla="val 603"/>
              <a:gd name="f771" fmla="val 1473"/>
              <a:gd name="f772" fmla="val 1479"/>
              <a:gd name="f773" fmla="val 1485"/>
              <a:gd name="f774" fmla="val 607"/>
              <a:gd name="f775" fmla="val 1495"/>
              <a:gd name="f776" fmla="val 611"/>
              <a:gd name="f777" fmla="val 1496"/>
              <a:gd name="f778" fmla="val 1500"/>
              <a:gd name="f779" fmla="val 623"/>
              <a:gd name="f780" fmla="val 1509"/>
              <a:gd name="f781" fmla="val 624"/>
              <a:gd name="f782" fmla="val 1512"/>
              <a:gd name="f783" fmla="val 1515"/>
              <a:gd name="f784" fmla="val 1517"/>
              <a:gd name="f785" fmla="val 1513"/>
              <a:gd name="f786" fmla="val 631"/>
              <a:gd name="f787" fmla="val 1510"/>
              <a:gd name="f788" fmla="val 632"/>
              <a:gd name="f789" fmla="val 1502"/>
              <a:gd name="f790" fmla="val 636"/>
              <a:gd name="f791" fmla="val 639"/>
              <a:gd name="f792" fmla="val 1488"/>
              <a:gd name="f793" fmla="val 649"/>
              <a:gd name="f794" fmla="val 652"/>
              <a:gd name="f795" fmla="val 1494"/>
              <a:gd name="f796" fmla="val 655"/>
              <a:gd name="f797" fmla="val 657"/>
              <a:gd name="f798" fmla="val 660"/>
              <a:gd name="f799" fmla="val 667"/>
              <a:gd name="f800" fmla="val 1497"/>
              <a:gd name="f801" fmla="val 669"/>
              <a:gd name="f802" fmla="val 675"/>
              <a:gd name="f803" fmla="val 681"/>
              <a:gd name="f804" fmla="val 1499"/>
              <a:gd name="f805" fmla="val 1501"/>
              <a:gd name="f806" fmla="val 696"/>
              <a:gd name="f807" fmla="val 684"/>
              <a:gd name="f808" fmla="val 1476"/>
              <a:gd name="f809" fmla="val 698"/>
              <a:gd name="f810" fmla="val 694"/>
              <a:gd name="f811" fmla="val 691"/>
              <a:gd name="f812" fmla="val 1446"/>
              <a:gd name="f813" fmla="val 683"/>
              <a:gd name="f814" fmla="val 702"/>
              <a:gd name="f815" fmla="val 1439"/>
              <a:gd name="f816" fmla="val 713"/>
              <a:gd name="f817" fmla="val 710"/>
              <a:gd name="f818" fmla="val 707"/>
              <a:gd name="f819" fmla="val 704"/>
              <a:gd name="f820" fmla="val 1431"/>
              <a:gd name="f821" fmla="val 1426"/>
              <a:gd name="f822" fmla="val 680"/>
              <a:gd name="f823" fmla="val 1424"/>
              <a:gd name="f824" fmla="val 670"/>
              <a:gd name="f825" fmla="val 1420"/>
              <a:gd name="f826" fmla="val 662"/>
              <a:gd name="f827" fmla="val 1417"/>
              <a:gd name="f828" fmla="val 653"/>
              <a:gd name="f829" fmla="val 1415"/>
              <a:gd name="f830" fmla="val 642"/>
              <a:gd name="f831" fmla="val 1418"/>
              <a:gd name="f832" fmla="val 635"/>
              <a:gd name="f833" fmla="val 1421"/>
              <a:gd name="f834" fmla="val 1423"/>
              <a:gd name="f835" fmla="val 625"/>
              <a:gd name="f836" fmla="val 1397"/>
              <a:gd name="f837" fmla="val 612"/>
              <a:gd name="f838" fmla="val 1392"/>
              <a:gd name="f839" fmla="val 1387"/>
              <a:gd name="f840" fmla="val 1385"/>
              <a:gd name="f841" fmla="val 609"/>
              <a:gd name="f842" fmla="val 608"/>
              <a:gd name="f843" fmla="val 1378"/>
              <a:gd name="f844" fmla="val 606"/>
              <a:gd name="f845" fmla="val 1373"/>
              <a:gd name="f846" fmla="val 1368"/>
              <a:gd name="f847" fmla="val 1336"/>
              <a:gd name="f848" fmla="val 1319"/>
              <a:gd name="f849" fmla="val 1339"/>
              <a:gd name="f850" fmla="val 1348"/>
              <a:gd name="f851" fmla="val 1364"/>
              <a:gd name="f852" fmla="val 742"/>
              <a:gd name="f853" fmla="val 769"/>
              <a:gd name="f854" fmla="val 845"/>
              <a:gd name="f855" fmla="val 853"/>
              <a:gd name="f856" fmla="val 1507"/>
              <a:gd name="f857" fmla="val 860"/>
              <a:gd name="f858" fmla="val 866"/>
              <a:gd name="f859" fmla="val 1529"/>
              <a:gd name="f860" fmla="val 1545"/>
              <a:gd name="f861" fmla="val 1562"/>
              <a:gd name="f862" fmla="val 1582"/>
              <a:gd name="f863" fmla="val 870"/>
              <a:gd name="f864" fmla="val 1587"/>
              <a:gd name="f865" fmla="val 1578"/>
              <a:gd name="f866" fmla="val 833"/>
              <a:gd name="f867" fmla="val 1575"/>
              <a:gd name="f868" fmla="val 828"/>
              <a:gd name="f869" fmla="val 826"/>
              <a:gd name="f870" fmla="val 1580"/>
              <a:gd name="f871" fmla="val 823"/>
              <a:gd name="f872" fmla="val 1589"/>
              <a:gd name="f873" fmla="val 843"/>
              <a:gd name="f874" fmla="val 1588"/>
              <a:gd name="f875" fmla="val 876"/>
              <a:gd name="f876" fmla="val 1569"/>
              <a:gd name="f877" fmla="val 1557"/>
              <a:gd name="f878" fmla="val 1534"/>
              <a:gd name="f879" fmla="val 1531"/>
              <a:gd name="f880" fmla="val 1524"/>
              <a:gd name="f881" fmla="val 1533"/>
              <a:gd name="f882" fmla="val 1540"/>
              <a:gd name="f883" fmla="val 910"/>
              <a:gd name="f884" fmla="val 1549"/>
              <a:gd name="f885" fmla="val 1559"/>
              <a:gd name="f886" fmla="val 940"/>
              <a:gd name="f887" fmla="val 1568"/>
              <a:gd name="f888" fmla="val 958"/>
              <a:gd name="f889" fmla="val 979"/>
              <a:gd name="f890" fmla="val 1570"/>
              <a:gd name="f891" fmla="val 1003"/>
              <a:gd name="f892" fmla="val 1561"/>
              <a:gd name="f893" fmla="val 1014"/>
              <a:gd name="f894" fmla="val 1556"/>
              <a:gd name="f895" fmla="val 1547"/>
              <a:gd name="f896" fmla="val 1538"/>
              <a:gd name="f897" fmla="val 1527"/>
              <a:gd name="f898" fmla="val 1025"/>
              <a:gd name="f899" fmla="val 1521"/>
              <a:gd name="f900" fmla="val 1520"/>
              <a:gd name="f901" fmla="val 1006"/>
              <a:gd name="f902" fmla="val 1519"/>
              <a:gd name="f903" fmla="val 1522"/>
              <a:gd name="f904" fmla="val 981"/>
              <a:gd name="f905" fmla="val 1526"/>
              <a:gd name="f906" fmla="val 980"/>
              <a:gd name="f907" fmla="val 1532"/>
              <a:gd name="f908" fmla="val 1523"/>
              <a:gd name="f909" fmla="val 1001"/>
              <a:gd name="f910" fmla="val 1023"/>
              <a:gd name="f911" fmla="val 1553"/>
              <a:gd name="f912" fmla="val 1015"/>
              <a:gd name="f913" fmla="val 1564"/>
              <a:gd name="f914" fmla="val 1563"/>
              <a:gd name="f915" fmla="val 1554"/>
              <a:gd name="f916" fmla="val 943"/>
              <a:gd name="f917" fmla="val 1539"/>
              <a:gd name="f918" fmla="val 1528"/>
              <a:gd name="f919" fmla="val 886"/>
              <a:gd name="f920" fmla="val 1514"/>
              <a:gd name="f921" fmla="val 1503"/>
              <a:gd name="f922" fmla="val 856"/>
              <a:gd name="f923" fmla="val 842"/>
              <a:gd name="f924" fmla="val 1471"/>
              <a:gd name="f925" fmla="val 1422"/>
              <a:gd name="f926" fmla="val 765"/>
              <a:gd name="f927" fmla="val 732"/>
              <a:gd name="f928" fmla="val 1381"/>
              <a:gd name="f929" fmla="val 705"/>
              <a:gd name="f930" fmla="val 676"/>
              <a:gd name="f931" fmla="val 648"/>
              <a:gd name="f932" fmla="val 1335"/>
              <a:gd name="f933" fmla="val 630"/>
              <a:gd name="f934" fmla="val 1322"/>
              <a:gd name="f935" fmla="val 1308"/>
              <a:gd name="f936" fmla="val 596"/>
              <a:gd name="f937" fmla="val 1306"/>
              <a:gd name="f938" fmla="val 1305"/>
              <a:gd name="f939" fmla="val 1258"/>
              <a:gd name="f940" fmla="val 1211"/>
              <a:gd name="f941" fmla="val 1163"/>
              <a:gd name="f942" fmla="val 1165"/>
              <a:gd name="f943" fmla="val 1177"/>
              <a:gd name="f944" fmla="val 1170"/>
              <a:gd name="f945" fmla="val 1178"/>
              <a:gd name="f946" fmla="val 1186"/>
              <a:gd name="f947" fmla="val 1194"/>
              <a:gd name="f948" fmla="val 587"/>
              <a:gd name="f949" fmla="val 592"/>
              <a:gd name="f950" fmla="val 1179"/>
              <a:gd name="f951" fmla="val 593"/>
              <a:gd name="f952" fmla="val 1172"/>
              <a:gd name="f953" fmla="val 1168"/>
              <a:gd name="f954" fmla="val 1164"/>
              <a:gd name="f955" fmla="val 1158"/>
              <a:gd name="f956" fmla="val 604"/>
              <a:gd name="f957" fmla="val 1155"/>
              <a:gd name="f958" fmla="val 1162"/>
              <a:gd name="f959" fmla="val 1171"/>
              <a:gd name="f960" fmla="val 617"/>
              <a:gd name="f961" fmla="val 620"/>
              <a:gd name="f962" fmla="val 1184"/>
              <a:gd name="f963" fmla="val 1198"/>
              <a:gd name="f964" fmla="val 1209"/>
              <a:gd name="f965" fmla="val 1200"/>
              <a:gd name="f966" fmla="val 643"/>
              <a:gd name="f967" fmla="val 1182"/>
              <a:gd name="f968" fmla="val 656"/>
              <a:gd name="f969" fmla="val 1196"/>
              <a:gd name="f970" fmla="val 671"/>
              <a:gd name="f971" fmla="val 1203"/>
              <a:gd name="f972" fmla="val 674"/>
              <a:gd name="f973" fmla="val 1202"/>
              <a:gd name="f974" fmla="val 1189"/>
              <a:gd name="f975" fmla="val 1195"/>
              <a:gd name="f976" fmla="val 1197"/>
              <a:gd name="f977" fmla="val 1201"/>
              <a:gd name="f978" fmla="val 1206"/>
              <a:gd name="f979" fmla="val 717"/>
              <a:gd name="f980" fmla="val 721"/>
              <a:gd name="f981" fmla="val 723"/>
              <a:gd name="f982" fmla="val 726"/>
              <a:gd name="f983" fmla="val 735"/>
              <a:gd name="f984" fmla="val 1212"/>
              <a:gd name="f985" fmla="val 746"/>
              <a:gd name="f986" fmla="val 751"/>
              <a:gd name="f987" fmla="val 752"/>
              <a:gd name="f988" fmla="val 749"/>
              <a:gd name="f989" fmla="val 1176"/>
              <a:gd name="f990" fmla="val 748"/>
              <a:gd name="f991" fmla="val 755"/>
              <a:gd name="f992" fmla="val 760"/>
              <a:gd name="f993" fmla="val 1110"/>
              <a:gd name="f994" fmla="val 736"/>
              <a:gd name="f995" fmla="val 1097"/>
              <a:gd name="f996" fmla="val 725"/>
              <a:gd name="f997" fmla="val 1092"/>
              <a:gd name="f998" fmla="val 718"/>
              <a:gd name="f999" fmla="val 1086"/>
              <a:gd name="f1000" fmla="val 711"/>
              <a:gd name="f1001" fmla="val 1080"/>
              <a:gd name="f1002" fmla="val 1071"/>
              <a:gd name="f1003" fmla="val 703"/>
              <a:gd name="f1004" fmla="val 1066"/>
              <a:gd name="f1005" fmla="val 1064"/>
              <a:gd name="f1006" fmla="val 708"/>
              <a:gd name="f1007" fmla="val 1065"/>
              <a:gd name="f1008" fmla="val 714"/>
              <a:gd name="f1009" fmla="val 1067"/>
              <a:gd name="f1010" fmla="val 1073"/>
              <a:gd name="f1011" fmla="val 1077"/>
              <a:gd name="f1012" fmla="val 741"/>
              <a:gd name="f1013" fmla="val 1079"/>
              <a:gd name="f1014" fmla="val 1083"/>
              <a:gd name="f1015" fmla="val 762"/>
              <a:gd name="f1016" fmla="val 1075"/>
              <a:gd name="f1017" fmla="val 767"/>
              <a:gd name="f1018" fmla="val 1074"/>
              <a:gd name="f1019" fmla="val 778"/>
              <a:gd name="f1020" fmla="val 786"/>
              <a:gd name="f1021" fmla="val 795"/>
              <a:gd name="f1022" fmla="val 801"/>
              <a:gd name="f1023" fmla="val 1061"/>
              <a:gd name="f1024" fmla="val 1056"/>
              <a:gd name="f1025" fmla="val 1055"/>
              <a:gd name="f1026" fmla="val 799"/>
              <a:gd name="f1027" fmla="val 1054"/>
              <a:gd name="f1028" fmla="val 1053"/>
              <a:gd name="f1029" fmla="val 805"/>
              <a:gd name="f1030" fmla="val 1049"/>
              <a:gd name="f1031" fmla="val 1046"/>
              <a:gd name="f1032" fmla="val 1041"/>
              <a:gd name="f1033" fmla="val 820"/>
              <a:gd name="f1034" fmla="val 1038"/>
              <a:gd name="f1035" fmla="val 818"/>
              <a:gd name="f1036" fmla="val 1035"/>
              <a:gd name="f1037" fmla="val 1034"/>
              <a:gd name="f1038" fmla="val 830"/>
              <a:gd name="f1039" fmla="val 1032"/>
              <a:gd name="f1040" fmla="val 1030"/>
              <a:gd name="f1041" fmla="val 1021"/>
              <a:gd name="f1042" fmla="val 1019"/>
              <a:gd name="f1043" fmla="val 1017"/>
              <a:gd name="f1044" fmla="val 840"/>
              <a:gd name="f1045" fmla="val 999"/>
              <a:gd name="f1046" fmla="val 970"/>
              <a:gd name="f1047" fmla="val 966"/>
              <a:gd name="f1048" fmla="val 961"/>
              <a:gd name="f1049" fmla="val 960"/>
              <a:gd name="f1050" fmla="val 956"/>
              <a:gd name="f1051" fmla="val 821"/>
              <a:gd name="f1052" fmla="val 953"/>
              <a:gd name="f1053" fmla="val 949"/>
              <a:gd name="f1054" fmla="val 827"/>
              <a:gd name="f1055" fmla="val 941"/>
              <a:gd name="f1056" fmla="val 938"/>
              <a:gd name="f1057" fmla="val 937"/>
              <a:gd name="f1058" fmla="val 814"/>
              <a:gd name="f1059" fmla="val 939"/>
              <a:gd name="f1060" fmla="val 934"/>
              <a:gd name="f1061" fmla="val 790"/>
              <a:gd name="f1062" fmla="val 793"/>
              <a:gd name="f1063" fmla="val 787"/>
              <a:gd name="f1064" fmla="val 756"/>
              <a:gd name="f1065" fmla="val 754"/>
              <a:gd name="f1066" fmla="val 747"/>
              <a:gd name="f1067" fmla="val 737"/>
              <a:gd name="f1068" fmla="val 730"/>
              <a:gd name="f1069" fmla="val 722"/>
              <a:gd name="f1070" fmla="val 716"/>
              <a:gd name="f1071" fmla="val 932"/>
              <a:gd name="f1072" fmla="val 931"/>
              <a:gd name="f1073" fmla="val 929"/>
              <a:gd name="f1074" fmla="val 697"/>
              <a:gd name="f1075" fmla="val 891"/>
              <a:gd name="f1076" fmla="val 873"/>
              <a:gd name="f1077" fmla="val 868"/>
              <a:gd name="f1078" fmla="val 729"/>
              <a:gd name="f1079" fmla="val 858"/>
              <a:gd name="f1080" fmla="val 831"/>
              <a:gd name="f1081" fmla="val 834"/>
              <a:gd name="f1082" fmla="val 661"/>
              <a:gd name="f1083" fmla="val 641"/>
              <a:gd name="f1084" fmla="val 622"/>
              <a:gd name="f1085" fmla="val 851"/>
              <a:gd name="f1086" fmla="val 859"/>
              <a:gd name="f1087" fmla="val 862"/>
              <a:gd name="f1088" fmla="val 613"/>
              <a:gd name="f1089" fmla="val 864"/>
              <a:gd name="f1090" fmla="val 586"/>
              <a:gd name="f1091" fmla="val 581"/>
              <a:gd name="f1092" fmla="val 575"/>
              <a:gd name="f1093" fmla="val 865"/>
              <a:gd name="f1094" fmla="val 884"/>
              <a:gd name="f1095" fmla="val 901"/>
              <a:gd name="f1096" fmla="val 525"/>
              <a:gd name="f1097" fmla="val 510"/>
              <a:gd name="f1098" fmla="val 508"/>
              <a:gd name="f1099" fmla="val 925"/>
              <a:gd name="f1100" fmla="val 946"/>
              <a:gd name="f1101" fmla="val 948"/>
              <a:gd name="f1102" fmla="val 952"/>
              <a:gd name="f1103" fmla="val 957"/>
              <a:gd name="f1104" fmla="val 514"/>
              <a:gd name="f1105" fmla="val 974"/>
              <a:gd name="f1106" fmla="val 548"/>
              <a:gd name="f1107" fmla="val 542"/>
              <a:gd name="f1108" fmla="val 518"/>
              <a:gd name="f1109" fmla="val 987"/>
              <a:gd name="f1110" fmla="val 889"/>
              <a:gd name="f1111" fmla="val 815"/>
              <a:gd name="f1112" fmla="val 417"/>
              <a:gd name="f1113" fmla="val 776"/>
              <a:gd name="f1114" fmla="val 774"/>
              <a:gd name="f1115" fmla="val 416"/>
              <a:gd name="f1116" fmla="val 422"/>
              <a:gd name="f1117" fmla="val 687"/>
              <a:gd name="f1118" fmla="val 616"/>
              <a:gd name="f1119" fmla="val 418"/>
              <a:gd name="f1120" fmla="val 455"/>
              <a:gd name="f1121" fmla="val 522"/>
              <a:gd name="f1122" fmla="val 638"/>
              <a:gd name="f1123" fmla="val 621"/>
              <a:gd name="f1124" fmla="val 628"/>
              <a:gd name="f1125" fmla="val 561"/>
              <a:gd name="f1126" fmla="val 584"/>
              <a:gd name="f1127" fmla="val 384"/>
              <a:gd name="f1128" fmla="val 562"/>
              <a:gd name="f1129" fmla="val 437"/>
              <a:gd name="f1130" fmla="val 357"/>
              <a:gd name="f1131" fmla="val 324"/>
              <a:gd name="f1132" fmla="val 300"/>
              <a:gd name="f1133" fmla="val 292"/>
              <a:gd name="f1134" fmla="val 316"/>
              <a:gd name="f1135" fmla="val 326"/>
              <a:gd name="f1136" fmla="val 353"/>
              <a:gd name="f1137" fmla="val 408"/>
              <a:gd name="f1138" fmla="val 354"/>
              <a:gd name="f1139" fmla="val 425"/>
              <a:gd name="f1140" fmla="val 342"/>
              <a:gd name="f1141" fmla="val 431"/>
              <a:gd name="f1142" fmla="val 332"/>
              <a:gd name="f1143" fmla="val 356"/>
              <a:gd name="f1144" fmla="val 453"/>
              <a:gd name="f1145" fmla="val 434"/>
              <a:gd name="f1146" fmla="val 536"/>
              <a:gd name="f1147" fmla="val 469"/>
              <a:gd name="f1148" fmla="val 362"/>
              <a:gd name="f1149" fmla="val 334"/>
              <a:gd name="f1150" fmla="val 330"/>
              <a:gd name="f1151" fmla="val 340"/>
              <a:gd name="f1152" fmla="val 358"/>
              <a:gd name="f1153" fmla="val 377"/>
              <a:gd name="f1154" fmla="val 654"/>
              <a:gd name="f1155" fmla="val 467"/>
              <a:gd name="f1156" fmla="val 478"/>
              <a:gd name="f1157" fmla="val 470"/>
              <a:gd name="f1158" fmla="val 447"/>
              <a:gd name="f1159" fmla="val 699"/>
              <a:gd name="f1160" fmla="val 724"/>
              <a:gd name="f1161" fmla="val 427"/>
              <a:gd name="f1162" fmla="val 420"/>
              <a:gd name="f1163" fmla="val 763"/>
              <a:gd name="f1164" fmla="val 770"/>
              <a:gd name="f1165" fmla="val 783"/>
              <a:gd name="f1166" fmla="val 779"/>
              <a:gd name="f1167" fmla="val 766"/>
              <a:gd name="f1168" fmla="val 310"/>
              <a:gd name="f1169" fmla="val 743"/>
              <a:gd name="f1170" fmla="val 271"/>
              <a:gd name="f1171" fmla="val 262"/>
              <a:gd name="f1172" fmla="val 263"/>
              <a:gd name="f1173" fmla="val 266"/>
              <a:gd name="f1174" fmla="val 719"/>
              <a:gd name="f1175" fmla="val 727"/>
              <a:gd name="f1176" fmla="val 276"/>
              <a:gd name="f1177" fmla="val 281"/>
              <a:gd name="f1178" fmla="val 278"/>
              <a:gd name="f1179" fmla="val 759"/>
              <a:gd name="f1180" fmla="val 282"/>
              <a:gd name="f1181" fmla="val 285"/>
              <a:gd name="f1182" fmla="val 259"/>
              <a:gd name="f1183" fmla="val 258"/>
              <a:gd name="f1184" fmla="val 758"/>
              <a:gd name="f1185" fmla="val 256"/>
              <a:gd name="f1186" fmla="val 212"/>
              <a:gd name="f1187" fmla="val 199"/>
              <a:gd name="f1188" fmla="val 185"/>
              <a:gd name="f1189" fmla="val 177"/>
              <a:gd name="f1190" fmla="val 173"/>
              <a:gd name="f1191" fmla="val 709"/>
              <a:gd name="f1192" fmla="val 159"/>
              <a:gd name="f1193" fmla="val 692"/>
              <a:gd name="f1194" fmla="val 678"/>
              <a:gd name="f1195" fmla="val 145"/>
              <a:gd name="f1196" fmla="val 142"/>
              <a:gd name="f1197" fmla="val 129"/>
              <a:gd name="f1198" fmla="val 128"/>
              <a:gd name="f1199" fmla="val 123"/>
              <a:gd name="f1200" fmla="val 495"/>
              <a:gd name="f1201" fmla="val 158"/>
              <a:gd name="f1202" fmla="val 449"/>
              <a:gd name="f1203" fmla="val 157"/>
              <a:gd name="f1204" fmla="val 191"/>
              <a:gd name="f1205" fmla="val 194"/>
              <a:gd name="f1206" fmla="val 192"/>
              <a:gd name="f1207" fmla="val 189"/>
              <a:gd name="f1208" fmla="val 186"/>
              <a:gd name="f1209" fmla="val 178"/>
              <a:gd name="f1210" fmla="val 181"/>
              <a:gd name="f1211" fmla="val 198"/>
              <a:gd name="f1212" fmla="val 200"/>
              <a:gd name="f1213" fmla="val 214"/>
              <a:gd name="f1214" fmla="val 226"/>
              <a:gd name="f1215" fmla="val 229"/>
              <a:gd name="f1216" fmla="val 257"/>
              <a:gd name="f1217" fmla="val 328"/>
              <a:gd name="f1218" fmla="val 264"/>
              <a:gd name="f1219" fmla="val 254"/>
              <a:gd name="f1220" fmla="val 1256"/>
              <a:gd name="f1221" fmla="val 1234"/>
              <a:gd name="f1222" fmla="val 1283"/>
              <a:gd name="f1223" fmla="val 1293"/>
              <a:gd name="f1224" fmla="val 1313"/>
              <a:gd name="f1225" fmla="val 1330"/>
              <a:gd name="f1226" fmla="val 1338"/>
              <a:gd name="f1227" fmla="val 1332"/>
              <a:gd name="f1228" fmla="val 1301"/>
              <a:gd name="f1229" fmla="val 700"/>
              <a:gd name="f1230" fmla="val 712"/>
              <a:gd name="f1231" fmla="val 1360"/>
              <a:gd name="f1232" fmla="val 1353"/>
              <a:gd name="f1233" fmla="val 1324"/>
              <a:gd name="f1234" fmla="val 1320"/>
              <a:gd name="f1235" fmla="val 1358"/>
              <a:gd name="f1236" fmla="val 1136"/>
              <a:gd name="f1237" fmla="val 1174"/>
              <a:gd name="f1238" fmla="val 1141"/>
              <a:gd name="f1239" fmla="val 1139"/>
              <a:gd name="f1240" fmla="val 1138"/>
              <a:gd name="f1241" fmla="val 1434"/>
              <a:gd name="f1242" fmla="val 1440"/>
              <a:gd name="f1243" fmla="val 1416"/>
              <a:gd name="f1244" fmla="val 1428"/>
              <a:gd name="f1245" fmla="val 1429"/>
              <a:gd name="f1246" fmla="val 1406"/>
              <a:gd name="f1247" fmla="+- 0 0 -90"/>
              <a:gd name="f1248" fmla="*/ f4 1 1590"/>
              <a:gd name="f1249" fmla="*/ f5 1 1029"/>
              <a:gd name="f1250" fmla="val f6"/>
              <a:gd name="f1251" fmla="val f7"/>
              <a:gd name="f1252" fmla="val f8"/>
              <a:gd name="f1253" fmla="*/ f1247 f0 1"/>
              <a:gd name="f1254" fmla="+- f1252 0 f1250"/>
              <a:gd name="f1255" fmla="+- f1251 0 f1250"/>
              <a:gd name="f1256" fmla="*/ f1253 1 f3"/>
              <a:gd name="f1257" fmla="*/ f1255 1 1590"/>
              <a:gd name="f1258" fmla="*/ f1254 1 1029"/>
              <a:gd name="f1259" fmla="*/ 499 f1255 1"/>
              <a:gd name="f1260" fmla="*/ 363 f1254 1"/>
              <a:gd name="f1261" fmla="*/ 577 f1255 1"/>
              <a:gd name="f1262" fmla="*/ 255 f1254 1"/>
              <a:gd name="f1263" fmla="*/ 506 f1255 1"/>
              <a:gd name="f1264" fmla="*/ 180 f1254 1"/>
              <a:gd name="f1265" fmla="*/ 567 f1255 1"/>
              <a:gd name="f1266" fmla="*/ 143 f1254 1"/>
              <a:gd name="f1267" fmla="*/ 644 f1255 1"/>
              <a:gd name="f1268" fmla="*/ 44 f1254 1"/>
              <a:gd name="f1269" fmla="*/ 768 f1255 1"/>
              <a:gd name="f1270" fmla="*/ 12 f1254 1"/>
              <a:gd name="f1271" fmla="*/ 882 f1255 1"/>
              <a:gd name="f1272" fmla="*/ 17 f1254 1"/>
              <a:gd name="f1273" fmla="*/ 919 f1255 1"/>
              <a:gd name="f1274" fmla="*/ 105 f1254 1"/>
              <a:gd name="f1275" fmla="*/ 982 f1255 1"/>
              <a:gd name="f1276" fmla="*/ 153 f1254 1"/>
              <a:gd name="f1277" fmla="*/ 997 f1255 1"/>
              <a:gd name="f1278" fmla="*/ 237 f1254 1"/>
              <a:gd name="f1279" fmla="*/ 912 f1255 1"/>
              <a:gd name="f1280" fmla="*/ 291 f1254 1"/>
              <a:gd name="f1281" fmla="*/ 913 f1255 1"/>
              <a:gd name="f1282" fmla="*/ 366 f1254 1"/>
              <a:gd name="f1283" fmla="*/ 803 f1255 1"/>
              <a:gd name="f1284" fmla="*/ 394 f1254 1"/>
              <a:gd name="f1285" fmla="*/ 1044 f1255 1"/>
              <a:gd name="f1286" fmla="*/ 503 f1254 1"/>
              <a:gd name="f1287" fmla="*/ 1214 f1255 1"/>
              <a:gd name="f1288" fmla="*/ 546 f1254 1"/>
              <a:gd name="f1289" fmla="*/ 1220 f1255 1"/>
              <a:gd name="f1290" fmla="*/ 460 f1254 1"/>
              <a:gd name="f1291" fmla="*/ 1250 f1255 1"/>
              <a:gd name="f1292" fmla="*/ 474 f1254 1"/>
              <a:gd name="f1293" fmla="*/ 1261 f1255 1"/>
              <a:gd name="f1294" fmla="*/ 441 f1254 1"/>
              <a:gd name="f1295" fmla="*/ 1337 f1255 1"/>
              <a:gd name="f1296" fmla="*/ 419 f1254 1"/>
              <a:gd name="f1297" fmla="*/ 1390 f1255 1"/>
              <a:gd name="f1298" fmla="*/ 389 f1254 1"/>
              <a:gd name="f1299" fmla="*/ 1447 f1255 1"/>
              <a:gd name="f1300" fmla="*/ 443 f1254 1"/>
              <a:gd name="f1301" fmla="*/ 1484 f1255 1"/>
              <a:gd name="f1302" fmla="*/ 516 f1254 1"/>
              <a:gd name="f1303" fmla="*/ 1457 f1255 1"/>
              <a:gd name="f1304" fmla="*/ 585 f1254 1"/>
              <a:gd name="f1305" fmla="*/ 1483 f1255 1"/>
              <a:gd name="f1306" fmla="*/ 644 f1254 1"/>
              <a:gd name="f1307" fmla="*/ 1439 f1255 1"/>
              <a:gd name="f1308" fmla="*/ 713 f1254 1"/>
              <a:gd name="f1309" fmla="*/ 1368 f1255 1"/>
              <a:gd name="f1310" fmla="*/ 602 f1254 1"/>
              <a:gd name="f1311" fmla="*/ 1580 f1255 1"/>
              <a:gd name="f1312" fmla="*/ 823 f1254 1"/>
              <a:gd name="f1313" fmla="*/ 1520 f1255 1"/>
              <a:gd name="f1314" fmla="*/ 1006 f1254 1"/>
              <a:gd name="f1315" fmla="*/ 1471 f1255 1"/>
              <a:gd name="f1316" fmla="*/ 829 f1254 1"/>
              <a:gd name="f1317" fmla="*/ 1172 f1255 1"/>
              <a:gd name="f1318" fmla="*/ 594 f1254 1"/>
              <a:gd name="f1319" fmla="*/ 1207 f1255 1"/>
              <a:gd name="f1320" fmla="*/ 684 f1254 1"/>
              <a:gd name="f1321" fmla="*/ 1180 f1255 1"/>
              <a:gd name="f1322" fmla="*/ 749 f1254 1"/>
              <a:gd name="f1323" fmla="*/ 1075 f1255 1"/>
              <a:gd name="f1324" fmla="*/ 767 f1254 1"/>
              <a:gd name="f1325" fmla="*/ 822 f1254 1"/>
              <a:gd name="f1326" fmla="*/ 961 f1255 1"/>
              <a:gd name="f1327" fmla="*/ 838 f1254 1"/>
              <a:gd name="f1328" fmla="*/ 911 f1255 1"/>
              <a:gd name="f1329" fmla="*/ 782 f1254 1"/>
              <a:gd name="f1330" fmla="*/ 908 f1255 1"/>
              <a:gd name="f1331" fmla="*/ 711 f1254 1"/>
              <a:gd name="f1332" fmla="*/ 825 f1255 1"/>
              <a:gd name="f1333" fmla="*/ 679 f1254 1"/>
              <a:gd name="f1334" fmla="*/ 829 f1255 1"/>
              <a:gd name="f1335" fmla="*/ 589 f1254 1"/>
              <a:gd name="f1336" fmla="*/ 894 f1255 1"/>
              <a:gd name="f1337" fmla="*/ 506 f1254 1"/>
              <a:gd name="f1338" fmla="*/ 1024 f1255 1"/>
              <a:gd name="f1339" fmla="*/ 527 f1254 1"/>
              <a:gd name="f1340" fmla="*/ 590 f1255 1"/>
              <a:gd name="f1341" fmla="*/ 493 f1254 1"/>
              <a:gd name="f1342" fmla="*/ 594 f1255 1"/>
              <a:gd name="f1343" fmla="*/ 550 f1254 1"/>
              <a:gd name="f1344" fmla="*/ 553 f1255 1"/>
              <a:gd name="f1345" fmla="*/ 286 f1255 1"/>
              <a:gd name="f1346" fmla="*/ 395 f1254 1"/>
              <a:gd name="f1347" fmla="*/ 368 f1255 1"/>
              <a:gd name="f1348" fmla="*/ 445 f1254 1"/>
              <a:gd name="f1349" fmla="*/ 416 f1255 1"/>
              <a:gd name="f1350" fmla="*/ 592 f1254 1"/>
              <a:gd name="f1351" fmla="*/ 445 f1255 1"/>
              <a:gd name="f1352" fmla="*/ 638 f1254 1"/>
              <a:gd name="f1353" fmla="*/ 435 f1255 1"/>
              <a:gd name="f1354" fmla="*/ 738 f1254 1"/>
              <a:gd name="f1355" fmla="*/ 301 f1255 1"/>
              <a:gd name="f1356" fmla="*/ 732 f1254 1"/>
              <a:gd name="f1357" fmla="*/ 278 f1255 1"/>
              <a:gd name="f1358" fmla="*/ 766 f1254 1"/>
              <a:gd name="f1359" fmla="*/ 150 f1255 1"/>
              <a:gd name="f1360" fmla="*/ 682 f1254 1"/>
              <a:gd name="f1361" fmla="*/ 159 f1255 1"/>
              <a:gd name="f1362" fmla="*/ 454 f1254 1"/>
              <a:gd name="f1363" fmla="*/ 193 f1255 1"/>
              <a:gd name="f1364" fmla="*/ 500 f1254 1"/>
              <a:gd name="f1365" fmla="*/ 8 f1255 1"/>
              <a:gd name="f1366" fmla="*/ 261 f1254 1"/>
              <a:gd name="f1367" fmla="*/ 1322 f1255 1"/>
              <a:gd name="f1368" fmla="*/ 542 f1254 1"/>
              <a:gd name="f1369" fmla="*/ 682 f1255 1"/>
              <a:gd name="f1370" fmla="*/ 371 f1254 1"/>
              <a:gd name="f1371" fmla="*/ 1348 f1255 1"/>
              <a:gd name="f1372" fmla="*/ 545 f1254 1"/>
              <a:gd name="f1373" fmla="*/ 1433 f1255 1"/>
              <a:gd name="f1374" fmla="*/ 624 f1254 1"/>
              <a:gd name="f1375" fmla="*/ 1406 f1255 1"/>
              <a:gd name="f1376" fmla="*/ 488 f1254 1"/>
              <a:gd name="f1377" fmla="+- f1256 0 f1"/>
              <a:gd name="f1378" fmla="*/ f1259 1 1590"/>
              <a:gd name="f1379" fmla="*/ f1260 1 1029"/>
              <a:gd name="f1380" fmla="*/ f1261 1 1590"/>
              <a:gd name="f1381" fmla="*/ f1262 1 1029"/>
              <a:gd name="f1382" fmla="*/ f1263 1 1590"/>
              <a:gd name="f1383" fmla="*/ f1264 1 1029"/>
              <a:gd name="f1384" fmla="*/ f1265 1 1590"/>
              <a:gd name="f1385" fmla="*/ f1266 1 1029"/>
              <a:gd name="f1386" fmla="*/ f1267 1 1590"/>
              <a:gd name="f1387" fmla="*/ f1268 1 1029"/>
              <a:gd name="f1388" fmla="*/ f1269 1 1590"/>
              <a:gd name="f1389" fmla="*/ f1270 1 1029"/>
              <a:gd name="f1390" fmla="*/ f1271 1 1590"/>
              <a:gd name="f1391" fmla="*/ f1272 1 1029"/>
              <a:gd name="f1392" fmla="*/ f1273 1 1590"/>
              <a:gd name="f1393" fmla="*/ f1274 1 1029"/>
              <a:gd name="f1394" fmla="*/ f1275 1 1590"/>
              <a:gd name="f1395" fmla="*/ f1276 1 1029"/>
              <a:gd name="f1396" fmla="*/ f1277 1 1590"/>
              <a:gd name="f1397" fmla="*/ f1278 1 1029"/>
              <a:gd name="f1398" fmla="*/ f1279 1 1590"/>
              <a:gd name="f1399" fmla="*/ f1280 1 1029"/>
              <a:gd name="f1400" fmla="*/ f1281 1 1590"/>
              <a:gd name="f1401" fmla="*/ f1282 1 1029"/>
              <a:gd name="f1402" fmla="*/ f1283 1 1590"/>
              <a:gd name="f1403" fmla="*/ f1284 1 1029"/>
              <a:gd name="f1404" fmla="*/ f1285 1 1590"/>
              <a:gd name="f1405" fmla="*/ f1286 1 1029"/>
              <a:gd name="f1406" fmla="*/ f1287 1 1590"/>
              <a:gd name="f1407" fmla="*/ f1288 1 1029"/>
              <a:gd name="f1408" fmla="*/ f1289 1 1590"/>
              <a:gd name="f1409" fmla="*/ f1290 1 1029"/>
              <a:gd name="f1410" fmla="*/ f1291 1 1590"/>
              <a:gd name="f1411" fmla="*/ f1292 1 1029"/>
              <a:gd name="f1412" fmla="*/ f1293 1 1590"/>
              <a:gd name="f1413" fmla="*/ f1294 1 1029"/>
              <a:gd name="f1414" fmla="*/ f1295 1 1590"/>
              <a:gd name="f1415" fmla="*/ f1296 1 1029"/>
              <a:gd name="f1416" fmla="*/ f1297 1 1590"/>
              <a:gd name="f1417" fmla="*/ f1298 1 1029"/>
              <a:gd name="f1418" fmla="*/ f1299 1 1590"/>
              <a:gd name="f1419" fmla="*/ f1300 1 1029"/>
              <a:gd name="f1420" fmla="*/ f1301 1 1590"/>
              <a:gd name="f1421" fmla="*/ f1302 1 1029"/>
              <a:gd name="f1422" fmla="*/ f1303 1 1590"/>
              <a:gd name="f1423" fmla="*/ f1304 1 1029"/>
              <a:gd name="f1424" fmla="*/ f1305 1 1590"/>
              <a:gd name="f1425" fmla="*/ f1306 1 1029"/>
              <a:gd name="f1426" fmla="*/ f1307 1 1590"/>
              <a:gd name="f1427" fmla="*/ f1308 1 1029"/>
              <a:gd name="f1428" fmla="*/ f1309 1 1590"/>
              <a:gd name="f1429" fmla="*/ f1310 1 1029"/>
              <a:gd name="f1430" fmla="*/ f1311 1 1590"/>
              <a:gd name="f1431" fmla="*/ f1312 1 1029"/>
              <a:gd name="f1432" fmla="*/ f1313 1 1590"/>
              <a:gd name="f1433" fmla="*/ f1314 1 1029"/>
              <a:gd name="f1434" fmla="*/ f1315 1 1590"/>
              <a:gd name="f1435" fmla="*/ f1316 1 1029"/>
              <a:gd name="f1436" fmla="*/ f1317 1 1590"/>
              <a:gd name="f1437" fmla="*/ f1318 1 1029"/>
              <a:gd name="f1438" fmla="*/ f1319 1 1590"/>
              <a:gd name="f1439" fmla="*/ f1320 1 1029"/>
              <a:gd name="f1440" fmla="*/ f1321 1 1590"/>
              <a:gd name="f1441" fmla="*/ f1322 1 1029"/>
              <a:gd name="f1442" fmla="*/ f1323 1 1590"/>
              <a:gd name="f1443" fmla="*/ f1324 1 1029"/>
              <a:gd name="f1444" fmla="*/ f1325 1 1029"/>
              <a:gd name="f1445" fmla="*/ f1326 1 1590"/>
              <a:gd name="f1446" fmla="*/ f1327 1 1029"/>
              <a:gd name="f1447" fmla="*/ f1328 1 1590"/>
              <a:gd name="f1448" fmla="*/ f1329 1 1029"/>
              <a:gd name="f1449" fmla="*/ f1330 1 1590"/>
              <a:gd name="f1450" fmla="*/ f1331 1 1029"/>
              <a:gd name="f1451" fmla="*/ f1332 1 1590"/>
              <a:gd name="f1452" fmla="*/ f1333 1 1029"/>
              <a:gd name="f1453" fmla="*/ f1334 1 1590"/>
              <a:gd name="f1454" fmla="*/ f1335 1 1029"/>
              <a:gd name="f1455" fmla="*/ f1336 1 1590"/>
              <a:gd name="f1456" fmla="*/ f1337 1 1029"/>
              <a:gd name="f1457" fmla="*/ f1338 1 1590"/>
              <a:gd name="f1458" fmla="*/ f1339 1 1029"/>
              <a:gd name="f1459" fmla="*/ f1340 1 1590"/>
              <a:gd name="f1460" fmla="*/ f1341 1 1029"/>
              <a:gd name="f1461" fmla="*/ f1342 1 1590"/>
              <a:gd name="f1462" fmla="*/ f1343 1 1029"/>
              <a:gd name="f1463" fmla="*/ f1344 1 1590"/>
              <a:gd name="f1464" fmla="*/ f1345 1 1590"/>
              <a:gd name="f1465" fmla="*/ f1346 1 1029"/>
              <a:gd name="f1466" fmla="*/ f1347 1 1590"/>
              <a:gd name="f1467" fmla="*/ f1348 1 1029"/>
              <a:gd name="f1468" fmla="*/ f1349 1 1590"/>
              <a:gd name="f1469" fmla="*/ f1350 1 1029"/>
              <a:gd name="f1470" fmla="*/ f1351 1 1590"/>
              <a:gd name="f1471" fmla="*/ f1352 1 1029"/>
              <a:gd name="f1472" fmla="*/ f1353 1 1590"/>
              <a:gd name="f1473" fmla="*/ f1354 1 1029"/>
              <a:gd name="f1474" fmla="*/ f1355 1 1590"/>
              <a:gd name="f1475" fmla="*/ f1356 1 1029"/>
              <a:gd name="f1476" fmla="*/ f1357 1 1590"/>
              <a:gd name="f1477" fmla="*/ f1358 1 1029"/>
              <a:gd name="f1478" fmla="*/ f1359 1 1590"/>
              <a:gd name="f1479" fmla="*/ f1360 1 1029"/>
              <a:gd name="f1480" fmla="*/ f1361 1 1590"/>
              <a:gd name="f1481" fmla="*/ f1362 1 1029"/>
              <a:gd name="f1482" fmla="*/ f1363 1 1590"/>
              <a:gd name="f1483" fmla="*/ f1364 1 1029"/>
              <a:gd name="f1484" fmla="*/ f1365 1 1590"/>
              <a:gd name="f1485" fmla="*/ f1366 1 1029"/>
              <a:gd name="f1486" fmla="*/ f1367 1 1590"/>
              <a:gd name="f1487" fmla="*/ f1368 1 1029"/>
              <a:gd name="f1488" fmla="*/ f1369 1 1590"/>
              <a:gd name="f1489" fmla="*/ f1370 1 1029"/>
              <a:gd name="f1490" fmla="*/ f1371 1 1590"/>
              <a:gd name="f1491" fmla="*/ f1372 1 1029"/>
              <a:gd name="f1492" fmla="*/ f1373 1 1590"/>
              <a:gd name="f1493" fmla="*/ f1374 1 1029"/>
              <a:gd name="f1494" fmla="*/ f1375 1 1590"/>
              <a:gd name="f1495" fmla="*/ f1376 1 1029"/>
              <a:gd name="f1496" fmla="*/ 0 1 f1257"/>
              <a:gd name="f1497" fmla="*/ f1251 1 f1257"/>
              <a:gd name="f1498" fmla="*/ 0 1 f1258"/>
              <a:gd name="f1499" fmla="*/ f1252 1 f1258"/>
              <a:gd name="f1500" fmla="*/ f1378 1 f1257"/>
              <a:gd name="f1501" fmla="*/ f1379 1 f1258"/>
              <a:gd name="f1502" fmla="*/ f1380 1 f1257"/>
              <a:gd name="f1503" fmla="*/ f1381 1 f1258"/>
              <a:gd name="f1504" fmla="*/ f1382 1 f1257"/>
              <a:gd name="f1505" fmla="*/ f1383 1 f1258"/>
              <a:gd name="f1506" fmla="*/ f1384 1 f1257"/>
              <a:gd name="f1507" fmla="*/ f1385 1 f1258"/>
              <a:gd name="f1508" fmla="*/ f1386 1 f1257"/>
              <a:gd name="f1509" fmla="*/ f1387 1 f1258"/>
              <a:gd name="f1510" fmla="*/ f1388 1 f1257"/>
              <a:gd name="f1511" fmla="*/ f1389 1 f1258"/>
              <a:gd name="f1512" fmla="*/ f1390 1 f1257"/>
              <a:gd name="f1513" fmla="*/ f1391 1 f1258"/>
              <a:gd name="f1514" fmla="*/ f1392 1 f1257"/>
              <a:gd name="f1515" fmla="*/ f1393 1 f1258"/>
              <a:gd name="f1516" fmla="*/ f1394 1 f1257"/>
              <a:gd name="f1517" fmla="*/ f1395 1 f1258"/>
              <a:gd name="f1518" fmla="*/ f1396 1 f1257"/>
              <a:gd name="f1519" fmla="*/ f1397 1 f1258"/>
              <a:gd name="f1520" fmla="*/ f1398 1 f1257"/>
              <a:gd name="f1521" fmla="*/ f1399 1 f1258"/>
              <a:gd name="f1522" fmla="*/ f1400 1 f1257"/>
              <a:gd name="f1523" fmla="*/ f1401 1 f1258"/>
              <a:gd name="f1524" fmla="*/ f1402 1 f1257"/>
              <a:gd name="f1525" fmla="*/ f1403 1 f1258"/>
              <a:gd name="f1526" fmla="*/ f1404 1 f1257"/>
              <a:gd name="f1527" fmla="*/ f1405 1 f1258"/>
              <a:gd name="f1528" fmla="*/ f1406 1 f1257"/>
              <a:gd name="f1529" fmla="*/ f1407 1 f1258"/>
              <a:gd name="f1530" fmla="*/ f1408 1 f1257"/>
              <a:gd name="f1531" fmla="*/ f1409 1 f1258"/>
              <a:gd name="f1532" fmla="*/ f1410 1 f1257"/>
              <a:gd name="f1533" fmla="*/ f1411 1 f1258"/>
              <a:gd name="f1534" fmla="*/ f1412 1 f1257"/>
              <a:gd name="f1535" fmla="*/ f1413 1 f1258"/>
              <a:gd name="f1536" fmla="*/ f1414 1 f1257"/>
              <a:gd name="f1537" fmla="*/ f1415 1 f1258"/>
              <a:gd name="f1538" fmla="*/ f1416 1 f1257"/>
              <a:gd name="f1539" fmla="*/ f1417 1 f1258"/>
              <a:gd name="f1540" fmla="*/ f1418 1 f1257"/>
              <a:gd name="f1541" fmla="*/ f1419 1 f1258"/>
              <a:gd name="f1542" fmla="*/ f1420 1 f1257"/>
              <a:gd name="f1543" fmla="*/ f1421 1 f1258"/>
              <a:gd name="f1544" fmla="*/ f1422 1 f1257"/>
              <a:gd name="f1545" fmla="*/ f1423 1 f1258"/>
              <a:gd name="f1546" fmla="*/ f1424 1 f1257"/>
              <a:gd name="f1547" fmla="*/ f1425 1 f1258"/>
              <a:gd name="f1548" fmla="*/ f1426 1 f1257"/>
              <a:gd name="f1549" fmla="*/ f1427 1 f1258"/>
              <a:gd name="f1550" fmla="*/ f1428 1 f1257"/>
              <a:gd name="f1551" fmla="*/ f1429 1 f1258"/>
              <a:gd name="f1552" fmla="*/ f1430 1 f1257"/>
              <a:gd name="f1553" fmla="*/ f1431 1 f1258"/>
              <a:gd name="f1554" fmla="*/ f1432 1 f1257"/>
              <a:gd name="f1555" fmla="*/ f1433 1 f1258"/>
              <a:gd name="f1556" fmla="*/ f1434 1 f1257"/>
              <a:gd name="f1557" fmla="*/ f1435 1 f1258"/>
              <a:gd name="f1558" fmla="*/ f1436 1 f1257"/>
              <a:gd name="f1559" fmla="*/ f1437 1 f1258"/>
              <a:gd name="f1560" fmla="*/ f1438 1 f1257"/>
              <a:gd name="f1561" fmla="*/ f1439 1 f1258"/>
              <a:gd name="f1562" fmla="*/ f1440 1 f1257"/>
              <a:gd name="f1563" fmla="*/ f1441 1 f1258"/>
              <a:gd name="f1564" fmla="*/ f1442 1 f1257"/>
              <a:gd name="f1565" fmla="*/ f1443 1 f1258"/>
              <a:gd name="f1566" fmla="*/ f1444 1 f1258"/>
              <a:gd name="f1567" fmla="*/ f1445 1 f1257"/>
              <a:gd name="f1568" fmla="*/ f1446 1 f1258"/>
              <a:gd name="f1569" fmla="*/ f1447 1 f1257"/>
              <a:gd name="f1570" fmla="*/ f1448 1 f1258"/>
              <a:gd name="f1571" fmla="*/ f1449 1 f1257"/>
              <a:gd name="f1572" fmla="*/ f1450 1 f1258"/>
              <a:gd name="f1573" fmla="*/ f1451 1 f1257"/>
              <a:gd name="f1574" fmla="*/ f1452 1 f1258"/>
              <a:gd name="f1575" fmla="*/ f1453 1 f1257"/>
              <a:gd name="f1576" fmla="*/ f1454 1 f1258"/>
              <a:gd name="f1577" fmla="*/ f1455 1 f1257"/>
              <a:gd name="f1578" fmla="*/ f1456 1 f1258"/>
              <a:gd name="f1579" fmla="*/ f1457 1 f1257"/>
              <a:gd name="f1580" fmla="*/ f1458 1 f1258"/>
              <a:gd name="f1581" fmla="*/ f1459 1 f1257"/>
              <a:gd name="f1582" fmla="*/ f1460 1 f1258"/>
              <a:gd name="f1583" fmla="*/ f1461 1 f1257"/>
              <a:gd name="f1584" fmla="*/ f1462 1 f1258"/>
              <a:gd name="f1585" fmla="*/ f1463 1 f1257"/>
              <a:gd name="f1586" fmla="*/ f1464 1 f1257"/>
              <a:gd name="f1587" fmla="*/ f1465 1 f1258"/>
              <a:gd name="f1588" fmla="*/ f1466 1 f1257"/>
              <a:gd name="f1589" fmla="*/ f1467 1 f1258"/>
              <a:gd name="f1590" fmla="*/ f1468 1 f1257"/>
              <a:gd name="f1591" fmla="*/ f1469 1 f1258"/>
              <a:gd name="f1592" fmla="*/ f1470 1 f1257"/>
              <a:gd name="f1593" fmla="*/ f1471 1 f1258"/>
              <a:gd name="f1594" fmla="*/ f1472 1 f1257"/>
              <a:gd name="f1595" fmla="*/ f1473 1 f1258"/>
              <a:gd name="f1596" fmla="*/ f1474 1 f1257"/>
              <a:gd name="f1597" fmla="*/ f1475 1 f1258"/>
              <a:gd name="f1598" fmla="*/ f1476 1 f1257"/>
              <a:gd name="f1599" fmla="*/ f1477 1 f1258"/>
              <a:gd name="f1600" fmla="*/ f1478 1 f1257"/>
              <a:gd name="f1601" fmla="*/ f1479 1 f1258"/>
              <a:gd name="f1602" fmla="*/ f1480 1 f1257"/>
              <a:gd name="f1603" fmla="*/ f1481 1 f1258"/>
              <a:gd name="f1604" fmla="*/ f1482 1 f1257"/>
              <a:gd name="f1605" fmla="*/ f1483 1 f1258"/>
              <a:gd name="f1606" fmla="*/ f1484 1 f1257"/>
              <a:gd name="f1607" fmla="*/ f1485 1 f1258"/>
              <a:gd name="f1608" fmla="*/ f1486 1 f1257"/>
              <a:gd name="f1609" fmla="*/ f1487 1 f1258"/>
              <a:gd name="f1610" fmla="*/ f1488 1 f1257"/>
              <a:gd name="f1611" fmla="*/ f1489 1 f1258"/>
              <a:gd name="f1612" fmla="*/ f1490 1 f1257"/>
              <a:gd name="f1613" fmla="*/ f1491 1 f1258"/>
              <a:gd name="f1614" fmla="*/ f1492 1 f1257"/>
              <a:gd name="f1615" fmla="*/ f1493 1 f1258"/>
              <a:gd name="f1616" fmla="*/ f1494 1 f1257"/>
              <a:gd name="f1617" fmla="*/ f1495 1 f1258"/>
              <a:gd name="f1618" fmla="*/ f1496 f1248 1"/>
              <a:gd name="f1619" fmla="*/ f1497 f1248 1"/>
              <a:gd name="f1620" fmla="*/ f1499 f1249 1"/>
              <a:gd name="f1621" fmla="*/ f1498 f1249 1"/>
              <a:gd name="f1622" fmla="*/ f1500 f1248 1"/>
              <a:gd name="f1623" fmla="*/ f1501 f1249 1"/>
              <a:gd name="f1624" fmla="*/ f1502 f1248 1"/>
              <a:gd name="f1625" fmla="*/ f1503 f1249 1"/>
              <a:gd name="f1626" fmla="*/ f1504 f1248 1"/>
              <a:gd name="f1627" fmla="*/ f1505 f1249 1"/>
              <a:gd name="f1628" fmla="*/ f1506 f1248 1"/>
              <a:gd name="f1629" fmla="*/ f1507 f1249 1"/>
              <a:gd name="f1630" fmla="*/ f1508 f1248 1"/>
              <a:gd name="f1631" fmla="*/ f1509 f1249 1"/>
              <a:gd name="f1632" fmla="*/ f1510 f1248 1"/>
              <a:gd name="f1633" fmla="*/ f1511 f1249 1"/>
              <a:gd name="f1634" fmla="*/ f1512 f1248 1"/>
              <a:gd name="f1635" fmla="*/ f1513 f1249 1"/>
              <a:gd name="f1636" fmla="*/ f1514 f1248 1"/>
              <a:gd name="f1637" fmla="*/ f1515 f1249 1"/>
              <a:gd name="f1638" fmla="*/ f1516 f1248 1"/>
              <a:gd name="f1639" fmla="*/ f1517 f1249 1"/>
              <a:gd name="f1640" fmla="*/ f1518 f1248 1"/>
              <a:gd name="f1641" fmla="*/ f1519 f1249 1"/>
              <a:gd name="f1642" fmla="*/ f1520 f1248 1"/>
              <a:gd name="f1643" fmla="*/ f1521 f1249 1"/>
              <a:gd name="f1644" fmla="*/ f1522 f1248 1"/>
              <a:gd name="f1645" fmla="*/ f1523 f1249 1"/>
              <a:gd name="f1646" fmla="*/ f1524 f1248 1"/>
              <a:gd name="f1647" fmla="*/ f1525 f1249 1"/>
              <a:gd name="f1648" fmla="*/ f1526 f1248 1"/>
              <a:gd name="f1649" fmla="*/ f1527 f1249 1"/>
              <a:gd name="f1650" fmla="*/ f1528 f1248 1"/>
              <a:gd name="f1651" fmla="*/ f1529 f1249 1"/>
              <a:gd name="f1652" fmla="*/ f1530 f1248 1"/>
              <a:gd name="f1653" fmla="*/ f1531 f1249 1"/>
              <a:gd name="f1654" fmla="*/ f1532 f1248 1"/>
              <a:gd name="f1655" fmla="*/ f1533 f1249 1"/>
              <a:gd name="f1656" fmla="*/ f1534 f1248 1"/>
              <a:gd name="f1657" fmla="*/ f1535 f1249 1"/>
              <a:gd name="f1658" fmla="*/ f1536 f1248 1"/>
              <a:gd name="f1659" fmla="*/ f1537 f1249 1"/>
              <a:gd name="f1660" fmla="*/ f1538 f1248 1"/>
              <a:gd name="f1661" fmla="*/ f1539 f1249 1"/>
              <a:gd name="f1662" fmla="*/ f1540 f1248 1"/>
              <a:gd name="f1663" fmla="*/ f1541 f1249 1"/>
              <a:gd name="f1664" fmla="*/ f1542 f1248 1"/>
              <a:gd name="f1665" fmla="*/ f1543 f1249 1"/>
              <a:gd name="f1666" fmla="*/ f1544 f1248 1"/>
              <a:gd name="f1667" fmla="*/ f1545 f1249 1"/>
              <a:gd name="f1668" fmla="*/ f1546 f1248 1"/>
              <a:gd name="f1669" fmla="*/ f1547 f1249 1"/>
              <a:gd name="f1670" fmla="*/ f1548 f1248 1"/>
              <a:gd name="f1671" fmla="*/ f1549 f1249 1"/>
              <a:gd name="f1672" fmla="*/ f1550 f1248 1"/>
              <a:gd name="f1673" fmla="*/ f1551 f1249 1"/>
              <a:gd name="f1674" fmla="*/ f1552 f1248 1"/>
              <a:gd name="f1675" fmla="*/ f1553 f1249 1"/>
              <a:gd name="f1676" fmla="*/ f1554 f1248 1"/>
              <a:gd name="f1677" fmla="*/ f1555 f1249 1"/>
              <a:gd name="f1678" fmla="*/ f1556 f1248 1"/>
              <a:gd name="f1679" fmla="*/ f1557 f1249 1"/>
              <a:gd name="f1680" fmla="*/ f1558 f1248 1"/>
              <a:gd name="f1681" fmla="*/ f1559 f1249 1"/>
              <a:gd name="f1682" fmla="*/ f1560 f1248 1"/>
              <a:gd name="f1683" fmla="*/ f1561 f1249 1"/>
              <a:gd name="f1684" fmla="*/ f1562 f1248 1"/>
              <a:gd name="f1685" fmla="*/ f1563 f1249 1"/>
              <a:gd name="f1686" fmla="*/ f1564 f1248 1"/>
              <a:gd name="f1687" fmla="*/ f1565 f1249 1"/>
              <a:gd name="f1688" fmla="*/ f1566 f1249 1"/>
              <a:gd name="f1689" fmla="*/ f1567 f1248 1"/>
              <a:gd name="f1690" fmla="*/ f1568 f1249 1"/>
              <a:gd name="f1691" fmla="*/ f1569 f1248 1"/>
              <a:gd name="f1692" fmla="*/ f1570 f1249 1"/>
              <a:gd name="f1693" fmla="*/ f1571 f1248 1"/>
              <a:gd name="f1694" fmla="*/ f1572 f1249 1"/>
              <a:gd name="f1695" fmla="*/ f1573 f1248 1"/>
              <a:gd name="f1696" fmla="*/ f1574 f1249 1"/>
              <a:gd name="f1697" fmla="*/ f1575 f1248 1"/>
              <a:gd name="f1698" fmla="*/ f1576 f1249 1"/>
              <a:gd name="f1699" fmla="*/ f1577 f1248 1"/>
              <a:gd name="f1700" fmla="*/ f1578 f1249 1"/>
              <a:gd name="f1701" fmla="*/ f1579 f1248 1"/>
              <a:gd name="f1702" fmla="*/ f1580 f1249 1"/>
              <a:gd name="f1703" fmla="*/ f1581 f1248 1"/>
              <a:gd name="f1704" fmla="*/ f1582 f1249 1"/>
              <a:gd name="f1705" fmla="*/ f1583 f1248 1"/>
              <a:gd name="f1706" fmla="*/ f1584 f1249 1"/>
              <a:gd name="f1707" fmla="*/ f1585 f1248 1"/>
              <a:gd name="f1708" fmla="*/ f1586 f1248 1"/>
              <a:gd name="f1709" fmla="*/ f1587 f1249 1"/>
              <a:gd name="f1710" fmla="*/ f1588 f1248 1"/>
              <a:gd name="f1711" fmla="*/ f1589 f1249 1"/>
              <a:gd name="f1712" fmla="*/ f1590 f1248 1"/>
              <a:gd name="f1713" fmla="*/ f1591 f1249 1"/>
              <a:gd name="f1714" fmla="*/ f1592 f1248 1"/>
              <a:gd name="f1715" fmla="*/ f1593 f1249 1"/>
              <a:gd name="f1716" fmla="*/ f1594 f1248 1"/>
              <a:gd name="f1717" fmla="*/ f1595 f1249 1"/>
              <a:gd name="f1718" fmla="*/ f1596 f1248 1"/>
              <a:gd name="f1719" fmla="*/ f1597 f1249 1"/>
              <a:gd name="f1720" fmla="*/ f1598 f1248 1"/>
              <a:gd name="f1721" fmla="*/ f1599 f1249 1"/>
              <a:gd name="f1722" fmla="*/ f1600 f1248 1"/>
              <a:gd name="f1723" fmla="*/ f1601 f1249 1"/>
              <a:gd name="f1724" fmla="*/ f1602 f1248 1"/>
              <a:gd name="f1725" fmla="*/ f1603 f1249 1"/>
              <a:gd name="f1726" fmla="*/ f1604 f1248 1"/>
              <a:gd name="f1727" fmla="*/ f1605 f1249 1"/>
              <a:gd name="f1728" fmla="*/ f1606 f1248 1"/>
              <a:gd name="f1729" fmla="*/ f1607 f1249 1"/>
              <a:gd name="f1730" fmla="*/ f1608 f1248 1"/>
              <a:gd name="f1731" fmla="*/ f1609 f1249 1"/>
              <a:gd name="f1732" fmla="*/ f1610 f1248 1"/>
              <a:gd name="f1733" fmla="*/ f1611 f1249 1"/>
              <a:gd name="f1734" fmla="*/ f1612 f1248 1"/>
              <a:gd name="f1735" fmla="*/ f1613 f1249 1"/>
              <a:gd name="f1736" fmla="*/ f1614 f1248 1"/>
              <a:gd name="f1737" fmla="*/ f1615 f1249 1"/>
              <a:gd name="f1738" fmla="*/ f1616 f1248 1"/>
              <a:gd name="f1739" fmla="*/ f1617 f124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1377">
                <a:pos x="f1622" y="f1623"/>
              </a:cxn>
              <a:cxn ang="f1377">
                <a:pos x="f1624" y="f1625"/>
              </a:cxn>
              <a:cxn ang="f1377">
                <a:pos x="f1626" y="f1627"/>
              </a:cxn>
              <a:cxn ang="f1377">
                <a:pos x="f1628" y="f1629"/>
              </a:cxn>
              <a:cxn ang="f1377">
                <a:pos x="f1630" y="f1631"/>
              </a:cxn>
              <a:cxn ang="f1377">
                <a:pos x="f1632" y="f1633"/>
              </a:cxn>
              <a:cxn ang="f1377">
                <a:pos x="f1634" y="f1635"/>
              </a:cxn>
              <a:cxn ang="f1377">
                <a:pos x="f1636" y="f1637"/>
              </a:cxn>
              <a:cxn ang="f1377">
                <a:pos x="f1638" y="f1639"/>
              </a:cxn>
              <a:cxn ang="f1377">
                <a:pos x="f1640" y="f1641"/>
              </a:cxn>
              <a:cxn ang="f1377">
                <a:pos x="f1642" y="f1643"/>
              </a:cxn>
              <a:cxn ang="f1377">
                <a:pos x="f1644" y="f1645"/>
              </a:cxn>
              <a:cxn ang="f1377">
                <a:pos x="f1646" y="f1647"/>
              </a:cxn>
              <a:cxn ang="f1377">
                <a:pos x="f1648" y="f1649"/>
              </a:cxn>
              <a:cxn ang="f1377">
                <a:pos x="f1650" y="f1651"/>
              </a:cxn>
              <a:cxn ang="f1377">
                <a:pos x="f1652" y="f1653"/>
              </a:cxn>
              <a:cxn ang="f1377">
                <a:pos x="f1654" y="f1655"/>
              </a:cxn>
              <a:cxn ang="f1377">
                <a:pos x="f1656" y="f1657"/>
              </a:cxn>
              <a:cxn ang="f1377">
                <a:pos x="f1658" y="f1659"/>
              </a:cxn>
              <a:cxn ang="f1377">
                <a:pos x="f1660" y="f1661"/>
              </a:cxn>
              <a:cxn ang="f1377">
                <a:pos x="f1662" y="f1663"/>
              </a:cxn>
              <a:cxn ang="f1377">
                <a:pos x="f1664" y="f1665"/>
              </a:cxn>
              <a:cxn ang="f1377">
                <a:pos x="f1666" y="f1667"/>
              </a:cxn>
              <a:cxn ang="f1377">
                <a:pos x="f1668" y="f1669"/>
              </a:cxn>
              <a:cxn ang="f1377">
                <a:pos x="f1670" y="f1671"/>
              </a:cxn>
              <a:cxn ang="f1377">
                <a:pos x="f1672" y="f1673"/>
              </a:cxn>
              <a:cxn ang="f1377">
                <a:pos x="f1674" y="f1675"/>
              </a:cxn>
              <a:cxn ang="f1377">
                <a:pos x="f1676" y="f1677"/>
              </a:cxn>
              <a:cxn ang="f1377">
                <a:pos x="f1678" y="f1679"/>
              </a:cxn>
              <a:cxn ang="f1377">
                <a:pos x="f1680" y="f1681"/>
              </a:cxn>
              <a:cxn ang="f1377">
                <a:pos x="f1682" y="f1683"/>
              </a:cxn>
              <a:cxn ang="f1377">
                <a:pos x="f1684" y="f1685"/>
              </a:cxn>
              <a:cxn ang="f1377">
                <a:pos x="f1686" y="f1687"/>
              </a:cxn>
              <a:cxn ang="f1377">
                <a:pos x="f1648" y="f1688"/>
              </a:cxn>
              <a:cxn ang="f1377">
                <a:pos x="f1689" y="f1690"/>
              </a:cxn>
              <a:cxn ang="f1377">
                <a:pos x="f1691" y="f1692"/>
              </a:cxn>
              <a:cxn ang="f1377">
                <a:pos x="f1693" y="f1694"/>
              </a:cxn>
              <a:cxn ang="f1377">
                <a:pos x="f1695" y="f1696"/>
              </a:cxn>
              <a:cxn ang="f1377">
                <a:pos x="f1697" y="f1698"/>
              </a:cxn>
              <a:cxn ang="f1377">
                <a:pos x="f1699" y="f1700"/>
              </a:cxn>
              <a:cxn ang="f1377">
                <a:pos x="f1701" y="f1702"/>
              </a:cxn>
              <a:cxn ang="f1377">
                <a:pos x="f1703" y="f1704"/>
              </a:cxn>
              <a:cxn ang="f1377">
                <a:pos x="f1705" y="f1706"/>
              </a:cxn>
              <a:cxn ang="f1377">
                <a:pos x="f1707" y="f1649"/>
              </a:cxn>
              <a:cxn ang="f1377">
                <a:pos x="f1708" y="f1709"/>
              </a:cxn>
              <a:cxn ang="f1377">
                <a:pos x="f1710" y="f1711"/>
              </a:cxn>
              <a:cxn ang="f1377">
                <a:pos x="f1712" y="f1713"/>
              </a:cxn>
              <a:cxn ang="f1377">
                <a:pos x="f1714" y="f1715"/>
              </a:cxn>
              <a:cxn ang="f1377">
                <a:pos x="f1716" y="f1717"/>
              </a:cxn>
              <a:cxn ang="f1377">
                <a:pos x="f1718" y="f1719"/>
              </a:cxn>
              <a:cxn ang="f1377">
                <a:pos x="f1720" y="f1721"/>
              </a:cxn>
              <a:cxn ang="f1377">
                <a:pos x="f1722" y="f1723"/>
              </a:cxn>
              <a:cxn ang="f1377">
                <a:pos x="f1724" y="f1725"/>
              </a:cxn>
              <a:cxn ang="f1377">
                <a:pos x="f1726" y="f1727"/>
              </a:cxn>
              <a:cxn ang="f1377">
                <a:pos x="f1728" y="f1729"/>
              </a:cxn>
              <a:cxn ang="f1377">
                <a:pos x="f1730" y="f1731"/>
              </a:cxn>
              <a:cxn ang="f1377">
                <a:pos x="f1732" y="f1733"/>
              </a:cxn>
              <a:cxn ang="f1377">
                <a:pos x="f1734" y="f1735"/>
              </a:cxn>
              <a:cxn ang="f1377">
                <a:pos x="f1736" y="f1737"/>
              </a:cxn>
              <a:cxn ang="f1377">
                <a:pos x="f1738" y="f1739"/>
              </a:cxn>
            </a:cxnLst>
            <a:rect l="f1618" t="f1621" r="f1619" b="f1620"/>
            <a:pathLst>
              <a:path w="1590" h="1029">
                <a:moveTo>
                  <a:pt x="f6" y="f9"/>
                </a:moveTo>
                <a:cubicBezTo>
                  <a:pt x="f10" y="f11"/>
                  <a:pt x="f12" y="f13"/>
                  <a:pt x="f14" y="f15"/>
                </a:cubicBezTo>
                <a:cubicBezTo>
                  <a:pt x="f16" y="f17"/>
                  <a:pt x="f18" y="f19"/>
                  <a:pt x="f20" y="f21"/>
                </a:cubicBezTo>
                <a:cubicBezTo>
                  <a:pt x="f9" y="f22"/>
                  <a:pt x="f23" y="f24"/>
                  <a:pt x="f25" y="f26"/>
                </a:cubicBezTo>
                <a:cubicBezTo>
                  <a:pt x="f27" y="f28"/>
                  <a:pt x="f29" y="f30"/>
                  <a:pt x="f31" y="f32"/>
                </a:cubicBezTo>
                <a:cubicBezTo>
                  <a:pt x="f33" y="f34"/>
                  <a:pt x="f35" y="f34"/>
                  <a:pt x="f36" y="f28"/>
                </a:cubicBezTo>
                <a:cubicBezTo>
                  <a:pt x="f37" y="f38"/>
                  <a:pt x="f39" y="f40"/>
                  <a:pt x="f41" y="f42"/>
                </a:cubicBezTo>
                <a:cubicBezTo>
                  <a:pt x="f43" y="f44"/>
                  <a:pt x="f40" y="f45"/>
                  <a:pt x="f46" y="f45"/>
                </a:cubicBezTo>
                <a:cubicBezTo>
                  <a:pt x="f47" y="f48"/>
                  <a:pt x="f49" y="f48"/>
                  <a:pt x="f50" y="f51"/>
                </a:cubicBezTo>
                <a:cubicBezTo>
                  <a:pt x="f52" y="f53"/>
                  <a:pt x="f54" y="f46"/>
                  <a:pt x="f55" y="f56"/>
                </a:cubicBezTo>
                <a:cubicBezTo>
                  <a:pt x="f57" y="f58"/>
                  <a:pt x="f59" y="f56"/>
                  <a:pt x="f60" y="f46"/>
                </a:cubicBezTo>
                <a:cubicBezTo>
                  <a:pt x="f61" y="f62"/>
                  <a:pt x="f63" y="f2"/>
                  <a:pt x="f64" y="f65"/>
                </a:cubicBezTo>
                <a:cubicBezTo>
                  <a:pt x="f66" y="f67"/>
                  <a:pt x="f68" y="f69"/>
                  <a:pt x="f70" y="f71"/>
                </a:cubicBezTo>
                <a:cubicBezTo>
                  <a:pt x="f72" y="f29"/>
                  <a:pt x="f73" y="f74"/>
                  <a:pt x="f75" y="f76"/>
                </a:cubicBezTo>
                <a:cubicBezTo>
                  <a:pt x="f77" y="f76"/>
                  <a:pt x="f78" y="f15"/>
                  <a:pt x="f79" y="f23"/>
                </a:cubicBezTo>
                <a:cubicBezTo>
                  <a:pt x="f80" y="f74"/>
                  <a:pt x="f81" y="f74"/>
                  <a:pt x="f82" y="f74"/>
                </a:cubicBezTo>
                <a:cubicBezTo>
                  <a:pt x="f83" y="f74"/>
                  <a:pt x="f83" y="f74"/>
                  <a:pt x="f83" y="f74"/>
                </a:cubicBezTo>
                <a:cubicBezTo>
                  <a:pt x="f84" y="f85"/>
                  <a:pt x="f86" y="f87"/>
                  <a:pt x="f88" y="f89"/>
                </a:cubicBezTo>
                <a:cubicBezTo>
                  <a:pt x="f90" y="f91"/>
                  <a:pt x="f92" y="f93"/>
                  <a:pt x="f94" y="f15"/>
                </a:cubicBezTo>
                <a:cubicBezTo>
                  <a:pt x="f95" y="f96"/>
                  <a:pt x="f97" y="f13"/>
                  <a:pt x="f54" y="f98"/>
                </a:cubicBezTo>
                <a:cubicBezTo>
                  <a:pt x="f99" y="f100"/>
                  <a:pt x="f101" y="f102"/>
                  <a:pt x="f103" y="f104"/>
                </a:cubicBezTo>
                <a:cubicBezTo>
                  <a:pt x="f105" y="f104"/>
                  <a:pt x="f106" y="f104"/>
                  <a:pt x="f107" y="f108"/>
                </a:cubicBezTo>
                <a:cubicBezTo>
                  <a:pt x="f109" y="f110"/>
                  <a:pt x="f111" y="f112"/>
                  <a:pt x="f113" y="f114"/>
                </a:cubicBezTo>
                <a:cubicBezTo>
                  <a:pt x="f115" y="f116"/>
                  <a:pt x="f117" y="f118"/>
                  <a:pt x="f119" y="f120"/>
                </a:cubicBezTo>
                <a:cubicBezTo>
                  <a:pt x="f121" y="f122"/>
                  <a:pt x="f123" y="f124"/>
                  <a:pt x="f125" y="f126"/>
                </a:cubicBezTo>
                <a:cubicBezTo>
                  <a:pt x="f127" y="f128"/>
                  <a:pt x="f129" y="f130"/>
                  <a:pt x="f131" y="f132"/>
                </a:cubicBezTo>
                <a:cubicBezTo>
                  <a:pt x="f133" y="f134"/>
                  <a:pt x="f129" y="f135"/>
                  <a:pt x="f136" y="f3"/>
                </a:cubicBezTo>
                <a:cubicBezTo>
                  <a:pt x="f137" y="f138"/>
                  <a:pt x="f137" y="f139"/>
                  <a:pt x="f140" y="f141"/>
                </a:cubicBezTo>
                <a:cubicBezTo>
                  <a:pt x="f131" y="f18"/>
                  <a:pt x="f121" y="f142"/>
                  <a:pt x="f143" y="f144"/>
                </a:cubicBezTo>
                <a:cubicBezTo>
                  <a:pt x="f119" y="f144"/>
                  <a:pt x="f145" y="f142"/>
                  <a:pt x="f146" y="f142"/>
                </a:cubicBezTo>
                <a:cubicBezTo>
                  <a:pt x="f147" y="f142"/>
                  <a:pt x="f148" y="f149"/>
                  <a:pt x="f150" y="f151"/>
                </a:cubicBezTo>
                <a:cubicBezTo>
                  <a:pt x="f150" y="f152"/>
                  <a:pt x="f150" y="f152"/>
                  <a:pt x="f150" y="f153"/>
                </a:cubicBezTo>
                <a:cubicBezTo>
                  <a:pt x="f154" y="f151"/>
                  <a:pt x="f95" y="f142"/>
                  <a:pt x="f155" y="f156"/>
                </a:cubicBezTo>
                <a:cubicBezTo>
                  <a:pt x="f157" y="f158"/>
                  <a:pt x="f159" y="f160"/>
                  <a:pt x="f161" y="f18"/>
                </a:cubicBezTo>
                <a:cubicBezTo>
                  <a:pt x="f162" y="f163"/>
                  <a:pt x="f86" y="f164"/>
                  <a:pt x="f165" y="f166"/>
                </a:cubicBezTo>
                <a:cubicBezTo>
                  <a:pt x="f167" y="f168"/>
                  <a:pt x="f169" y="f170"/>
                  <a:pt x="f171" y="f172"/>
                </a:cubicBezTo>
                <a:cubicBezTo>
                  <a:pt x="f97" y="f173"/>
                  <a:pt x="f54" y="f174"/>
                  <a:pt x="f54" y="f175"/>
                </a:cubicBezTo>
                <a:cubicBezTo>
                  <a:pt x="f176" y="f177"/>
                  <a:pt x="f178" y="f179"/>
                  <a:pt x="f165" y="f180"/>
                </a:cubicBezTo>
                <a:cubicBezTo>
                  <a:pt x="f159" y="f181"/>
                  <a:pt x="f182" y="f16"/>
                  <a:pt x="f86" y="f183"/>
                </a:cubicBezTo>
                <a:cubicBezTo>
                  <a:pt x="f159" y="f184"/>
                  <a:pt x="f86" y="f185"/>
                  <a:pt x="f186" y="f187"/>
                </a:cubicBezTo>
                <a:cubicBezTo>
                  <a:pt x="f188" y="f189"/>
                  <a:pt x="f188" y="f190"/>
                  <a:pt x="f188" y="f191"/>
                </a:cubicBezTo>
                <a:cubicBezTo>
                  <a:pt x="f192" y="f191"/>
                  <a:pt x="f192" y="f193"/>
                  <a:pt x="f194" y="f191"/>
                </a:cubicBezTo>
                <a:cubicBezTo>
                  <a:pt x="f195" y="f196"/>
                  <a:pt x="f197" y="f190"/>
                  <a:pt x="f198" y="f199"/>
                </a:cubicBezTo>
                <a:cubicBezTo>
                  <a:pt x="f200" y="f201"/>
                  <a:pt x="f59" y="f202"/>
                  <a:pt x="f203" y="f204"/>
                </a:cubicBezTo>
                <a:cubicBezTo>
                  <a:pt x="f80" y="f205"/>
                  <a:pt x="f206" y="f207"/>
                  <a:pt x="f206" y="f208"/>
                </a:cubicBezTo>
                <a:cubicBezTo>
                  <a:pt x="f209" y="f210"/>
                  <a:pt x="f211" y="f212"/>
                  <a:pt x="f213" y="f214"/>
                </a:cubicBezTo>
                <a:cubicBezTo>
                  <a:pt x="f63" y="f215"/>
                  <a:pt x="f216" y="f217"/>
                  <a:pt x="f66" y="f218"/>
                </a:cubicBezTo>
                <a:cubicBezTo>
                  <a:pt x="f68" y="f210"/>
                  <a:pt x="f219" y="f220"/>
                  <a:pt x="f221" y="f215"/>
                </a:cubicBezTo>
                <a:cubicBezTo>
                  <a:pt x="f222" y="f223"/>
                  <a:pt x="f224" y="f225"/>
                  <a:pt x="f226" y="f227"/>
                </a:cubicBezTo>
                <a:cubicBezTo>
                  <a:pt x="f228" y="f229"/>
                  <a:pt x="f230" y="f229"/>
                  <a:pt x="f231" y="f232"/>
                </a:cubicBezTo>
                <a:cubicBezTo>
                  <a:pt x="f233" y="f210"/>
                  <a:pt x="f234" y="f217"/>
                  <a:pt x="f235" y="f236"/>
                </a:cubicBezTo>
                <a:cubicBezTo>
                  <a:pt x="f237" y="f238"/>
                  <a:pt x="f239" y="f240"/>
                  <a:pt x="f241" y="f238"/>
                </a:cubicBezTo>
                <a:cubicBezTo>
                  <a:pt x="f242" y="f215"/>
                  <a:pt x="f243" y="f236"/>
                  <a:pt x="f244" y="f240"/>
                </a:cubicBezTo>
                <a:cubicBezTo>
                  <a:pt x="f245" y="f246"/>
                  <a:pt x="f247" y="f248"/>
                  <a:pt x="f249" y="f12"/>
                </a:cubicBezTo>
                <a:cubicBezTo>
                  <a:pt x="f250" y="f251"/>
                  <a:pt x="f252" y="f251"/>
                  <a:pt x="f253" y="f254"/>
                </a:cubicBezTo>
                <a:cubicBezTo>
                  <a:pt x="f255" y="f12"/>
                  <a:pt x="f256" y="f254"/>
                  <a:pt x="f257" y="f258"/>
                </a:cubicBezTo>
                <a:cubicBezTo>
                  <a:pt x="f259" y="f251"/>
                  <a:pt x="f260" y="f261"/>
                  <a:pt x="f262" y="f263"/>
                </a:cubicBezTo>
                <a:cubicBezTo>
                  <a:pt x="f264" y="f10"/>
                  <a:pt x="f265" y="f10"/>
                  <a:pt x="f266" y="f267"/>
                </a:cubicBezTo>
                <a:cubicBezTo>
                  <a:pt x="f268" y="f269"/>
                  <a:pt x="f270" y="f269"/>
                  <a:pt x="f271" y="f272"/>
                </a:cubicBezTo>
                <a:cubicBezTo>
                  <a:pt x="f273" y="f267"/>
                  <a:pt x="f274" y="f275"/>
                  <a:pt x="f276" y="f269"/>
                </a:cubicBezTo>
                <a:cubicBezTo>
                  <a:pt x="f277" y="f278"/>
                  <a:pt x="f279" y="f6"/>
                  <a:pt x="f280" y="f6"/>
                </a:cubicBezTo>
                <a:cubicBezTo>
                  <a:pt x="f281" y="f278"/>
                  <a:pt x="f282" y="f269"/>
                  <a:pt x="f283" y="f269"/>
                </a:cubicBezTo>
                <a:cubicBezTo>
                  <a:pt x="f284" y="f278"/>
                  <a:pt x="f285" y="f275"/>
                  <a:pt x="f286" y="f287"/>
                </a:cubicBezTo>
                <a:cubicBezTo>
                  <a:pt x="f288" y="f236"/>
                  <a:pt x="f289" y="f217"/>
                  <a:pt x="f290" y="f214"/>
                </a:cubicBezTo>
                <a:cubicBezTo>
                  <a:pt x="f291" y="f214"/>
                  <a:pt x="f291" y="f223"/>
                  <a:pt x="f292" y="f293"/>
                </a:cubicBezTo>
                <a:cubicBezTo>
                  <a:pt x="f294" y="f295"/>
                  <a:pt x="f296" y="f297"/>
                  <a:pt x="f298" y="f208"/>
                </a:cubicBezTo>
                <a:cubicBezTo>
                  <a:pt x="f299" y="f229"/>
                  <a:pt x="f300" y="f204"/>
                  <a:pt x="f301" y="f302"/>
                </a:cubicBezTo>
                <a:cubicBezTo>
                  <a:pt x="f303" y="f302"/>
                  <a:pt x="f303" y="f304"/>
                  <a:pt x="f305" y="f190"/>
                </a:cubicBezTo>
                <a:cubicBezTo>
                  <a:pt x="f306" y="f307"/>
                  <a:pt x="f308" y="f309"/>
                  <a:pt x="f303" y="f310"/>
                </a:cubicBezTo>
                <a:cubicBezTo>
                  <a:pt x="f305" y="f311"/>
                  <a:pt x="f312" y="f313"/>
                  <a:pt x="f305" y="f314"/>
                </a:cubicBezTo>
                <a:cubicBezTo>
                  <a:pt x="f315" y="f183"/>
                  <a:pt x="f316" y="f16"/>
                  <a:pt x="f317" y="f318"/>
                </a:cubicBezTo>
                <a:cubicBezTo>
                  <a:pt x="f319" y="f180"/>
                  <a:pt x="f320" y="f321"/>
                  <a:pt x="f322" y="f179"/>
                </a:cubicBezTo>
                <a:cubicBezTo>
                  <a:pt x="f316" y="f323"/>
                  <a:pt x="f315" y="f324"/>
                  <a:pt x="f312" y="f325"/>
                </a:cubicBezTo>
                <a:cubicBezTo>
                  <a:pt x="f306" y="f326"/>
                  <a:pt x="f306" y="f327"/>
                  <a:pt x="f312" y="f328"/>
                </a:cubicBezTo>
                <a:cubicBezTo>
                  <a:pt x="f291" y="f329"/>
                  <a:pt x="f294" y="f330"/>
                  <a:pt x="f290" y="f331"/>
                </a:cubicBezTo>
                <a:cubicBezTo>
                  <a:pt x="f332" y="f174"/>
                  <a:pt x="f333" y="f334"/>
                  <a:pt x="f335" y="f336"/>
                </a:cubicBezTo>
                <a:cubicBezTo>
                  <a:pt x="f337" y="f338"/>
                  <a:pt x="f286" y="f338"/>
                  <a:pt x="f339" y="f340"/>
                </a:cubicBezTo>
                <a:cubicBezTo>
                  <a:pt x="f306" y="f341"/>
                  <a:pt x="f342" y="f341"/>
                  <a:pt x="f343" y="f344"/>
                </a:cubicBezTo>
                <a:cubicBezTo>
                  <a:pt x="f345" y="f336"/>
                  <a:pt x="f346" y="f347"/>
                  <a:pt x="f348" y="f349"/>
                </a:cubicBezTo>
                <a:cubicBezTo>
                  <a:pt x="f350" y="f338"/>
                  <a:pt x="f351" y="f352"/>
                  <a:pt x="f353" y="f354"/>
                </a:cubicBezTo>
                <a:cubicBezTo>
                  <a:pt x="f355" y="f356"/>
                  <a:pt x="f357" y="f358"/>
                  <a:pt x="f359" y="f360"/>
                </a:cubicBezTo>
                <a:cubicBezTo>
                  <a:pt x="f361" y="f362"/>
                  <a:pt x="f363" y="f362"/>
                  <a:pt x="f364" y="f365"/>
                </a:cubicBezTo>
                <a:cubicBezTo>
                  <a:pt x="f364" y="f153"/>
                  <a:pt x="f366" y="f149"/>
                  <a:pt x="f367" y="f142"/>
                </a:cubicBezTo>
                <a:cubicBezTo>
                  <a:pt x="f368" y="f158"/>
                  <a:pt x="f369" y="f370"/>
                  <a:pt x="f371" y="f372"/>
                </a:cubicBezTo>
                <a:cubicBezTo>
                  <a:pt x="f373" y="f374"/>
                  <a:pt x="f375" y="f376"/>
                  <a:pt x="f377" y="f378"/>
                </a:cubicBezTo>
                <a:cubicBezTo>
                  <a:pt x="f379" y="f380"/>
                  <a:pt x="f381" y="f382"/>
                  <a:pt x="f383" y="f380"/>
                </a:cubicBezTo>
                <a:cubicBezTo>
                  <a:pt x="f384" y="f118"/>
                  <a:pt x="f367" y="f385"/>
                  <a:pt x="f386" y="f387"/>
                </a:cubicBezTo>
                <a:cubicBezTo>
                  <a:pt x="f366" y="f114"/>
                  <a:pt x="f388" y="f389"/>
                  <a:pt x="f361" y="f116"/>
                </a:cubicBezTo>
                <a:cubicBezTo>
                  <a:pt x="f363" y="f390"/>
                  <a:pt x="f391" y="f392"/>
                  <a:pt x="f384" y="f393"/>
                </a:cubicBezTo>
                <a:cubicBezTo>
                  <a:pt x="f367" y="f104"/>
                  <a:pt x="f367" y="f394"/>
                  <a:pt x="f395" y="f396"/>
                </a:cubicBezTo>
                <a:cubicBezTo>
                  <a:pt x="f383" y="f397"/>
                  <a:pt x="f398" y="f20"/>
                  <a:pt x="f364" y="f20"/>
                </a:cubicBezTo>
                <a:cubicBezTo>
                  <a:pt x="f399" y="f397"/>
                  <a:pt x="f400" y="f401"/>
                  <a:pt x="f402" y="f102"/>
                </a:cubicBezTo>
                <a:cubicBezTo>
                  <a:pt x="f403" y="f13"/>
                  <a:pt x="f350" y="f98"/>
                  <a:pt x="f345" y="f404"/>
                </a:cubicBezTo>
                <a:cubicBezTo>
                  <a:pt x="f351" y="f89"/>
                  <a:pt x="f405" y="f23"/>
                  <a:pt x="f403" y="f406"/>
                </a:cubicBezTo>
                <a:cubicBezTo>
                  <a:pt x="f357" y="f407"/>
                  <a:pt x="f408" y="f409"/>
                  <a:pt x="f410" y="f411"/>
                </a:cubicBezTo>
                <a:cubicBezTo>
                  <a:pt x="f412" y="f29"/>
                  <a:pt x="f413" y="f414"/>
                  <a:pt x="f415" y="f29"/>
                </a:cubicBezTo>
                <a:cubicBezTo>
                  <a:pt x="f342" y="f29"/>
                  <a:pt x="f416" y="f414"/>
                  <a:pt x="f417" y="f414"/>
                </a:cubicBezTo>
                <a:cubicBezTo>
                  <a:pt x="f417" y="f418"/>
                  <a:pt x="f417" y="f419"/>
                  <a:pt x="f420" y="f421"/>
                </a:cubicBezTo>
                <a:cubicBezTo>
                  <a:pt x="f422" y="f19"/>
                  <a:pt x="f423" y="f424"/>
                  <a:pt x="f306" y="f425"/>
                </a:cubicBezTo>
                <a:cubicBezTo>
                  <a:pt x="f312" y="f414"/>
                  <a:pt x="f291" y="f426"/>
                  <a:pt x="f427" y="f428"/>
                </a:cubicBezTo>
                <a:cubicBezTo>
                  <a:pt x="f286" y="f429"/>
                  <a:pt x="f430" y="f429"/>
                  <a:pt x="f431" y="f407"/>
                </a:cubicBezTo>
                <a:cubicBezTo>
                  <a:pt x="f282" y="f418"/>
                  <a:pt x="f432" y="f424"/>
                  <a:pt x="f433" y="f434"/>
                </a:cubicBezTo>
                <a:cubicBezTo>
                  <a:pt x="f435" y="f436"/>
                  <a:pt x="f437" y="f438"/>
                  <a:pt x="f339" y="f36"/>
                </a:cubicBezTo>
                <a:cubicBezTo>
                  <a:pt x="f427" y="f439"/>
                  <a:pt x="f427" y="f440"/>
                  <a:pt x="f441" y="f442"/>
                </a:cubicBezTo>
                <a:cubicBezTo>
                  <a:pt x="f443" y="f444"/>
                  <a:pt x="f294" y="f445"/>
                  <a:pt x="f292" y="f446"/>
                </a:cubicBezTo>
                <a:cubicBezTo>
                  <a:pt x="f308" y="f43"/>
                  <a:pt x="f300" y="f447"/>
                  <a:pt x="f448" y="f45"/>
                </a:cubicBezTo>
                <a:cubicBezTo>
                  <a:pt x="f448" y="f2"/>
                  <a:pt x="f449" y="f51"/>
                  <a:pt x="f317" y="f450"/>
                </a:cubicBezTo>
                <a:cubicBezTo>
                  <a:pt x="f300" y="f53"/>
                  <a:pt x="f316" y="f53"/>
                  <a:pt x="f308" y="f451"/>
                </a:cubicBezTo>
                <a:cubicBezTo>
                  <a:pt x="f298" y="f452"/>
                  <a:pt x="f453" y="f454"/>
                  <a:pt x="f437" y="f56"/>
                </a:cubicBezTo>
                <a:cubicBezTo>
                  <a:pt x="f455" y="f456"/>
                  <a:pt x="f285" y="f58"/>
                  <a:pt x="f455" y="f457"/>
                </a:cubicBezTo>
                <a:cubicBezTo>
                  <a:pt x="f337" y="f458"/>
                  <a:pt x="f455" y="f459"/>
                  <a:pt x="f430" y="f460"/>
                </a:cubicBezTo>
                <a:cubicBezTo>
                  <a:pt x="f461" y="f462"/>
                  <a:pt x="f279" y="f463"/>
                  <a:pt x="f464" y="f465"/>
                </a:cubicBezTo>
                <a:cubicBezTo>
                  <a:pt x="f464" y="f466"/>
                  <a:pt x="f464" y="f463"/>
                  <a:pt x="f467" y="f468"/>
                </a:cubicBezTo>
                <a:cubicBezTo>
                  <a:pt x="f467" y="f469"/>
                  <a:pt x="f470" y="f471"/>
                  <a:pt x="f271" y="f472"/>
                </a:cubicBezTo>
                <a:cubicBezTo>
                  <a:pt x="f473" y="f474"/>
                  <a:pt x="f475" y="f459"/>
                  <a:pt x="f476" y="f460"/>
                </a:cubicBezTo>
                <a:cubicBezTo>
                  <a:pt x="f477" y="f478"/>
                  <a:pt x="f479" y="f463"/>
                  <a:pt x="f480" y="f481"/>
                </a:cubicBezTo>
                <a:cubicBezTo>
                  <a:pt x="f480" y="f478"/>
                  <a:pt x="f480" y="f468"/>
                  <a:pt x="f480" y="f458"/>
                </a:cubicBezTo>
                <a:cubicBezTo>
                  <a:pt x="f480" y="f482"/>
                  <a:pt x="f480" y="f472"/>
                  <a:pt x="f260" y="f472"/>
                </a:cubicBezTo>
                <a:cubicBezTo>
                  <a:pt x="f483" y="f469"/>
                  <a:pt x="f484" y="f469"/>
                  <a:pt x="f485" y="f472"/>
                </a:cubicBezTo>
                <a:cubicBezTo>
                  <a:pt x="f256" y="f486"/>
                  <a:pt x="f253" y="f468"/>
                  <a:pt x="f487" y="f463"/>
                </a:cubicBezTo>
                <a:cubicBezTo>
                  <a:pt x="f250" y="f482"/>
                  <a:pt x="f487" y="f474"/>
                  <a:pt x="f488" y="f469"/>
                </a:cubicBezTo>
                <a:cubicBezTo>
                  <a:pt x="f489" y="f490"/>
                  <a:pt x="f491" y="f492"/>
                  <a:pt x="f493" y="f494"/>
                </a:cubicBezTo>
                <a:cubicBezTo>
                  <a:pt x="f495" y="f496"/>
                  <a:pt x="f497" y="f498"/>
                  <a:pt x="f499" y="f500"/>
                </a:cubicBezTo>
                <a:cubicBezTo>
                  <a:pt x="f501" y="f502"/>
                  <a:pt x="f377" y="f127"/>
                  <a:pt x="f8" y="f503"/>
                </a:cubicBezTo>
                <a:cubicBezTo>
                  <a:pt x="f504" y="f50"/>
                  <a:pt x="f504" y="f505"/>
                  <a:pt x="f506" y="f505"/>
                </a:cubicBezTo>
                <a:cubicBezTo>
                  <a:pt x="f506" y="f507"/>
                  <a:pt x="f506" y="f508"/>
                  <a:pt x="f509" y="f502"/>
                </a:cubicBezTo>
                <a:cubicBezTo>
                  <a:pt x="f510" y="f511"/>
                  <a:pt x="f512" y="f513"/>
                  <a:pt x="f514" y="f513"/>
                </a:cubicBezTo>
                <a:cubicBezTo>
                  <a:pt x="f515" y="f516"/>
                  <a:pt x="f515" y="f517"/>
                  <a:pt x="f518" y="f519"/>
                </a:cubicBezTo>
                <a:cubicBezTo>
                  <a:pt x="f520" y="f517"/>
                  <a:pt x="f521" y="f505"/>
                  <a:pt x="f522" y="f516"/>
                </a:cubicBezTo>
                <a:cubicBezTo>
                  <a:pt x="f522" y="f505"/>
                  <a:pt x="f523" y="f517"/>
                  <a:pt x="f523" y="f519"/>
                </a:cubicBezTo>
                <a:cubicBezTo>
                  <a:pt x="f524" y="f508"/>
                  <a:pt x="f525" y="f127"/>
                  <a:pt x="f526" y="f129"/>
                </a:cubicBezTo>
                <a:cubicBezTo>
                  <a:pt x="f527" y="f133"/>
                  <a:pt x="f528" y="f529"/>
                  <a:pt x="f530" y="f531"/>
                </a:cubicBezTo>
                <a:cubicBezTo>
                  <a:pt x="f532" y="f533"/>
                  <a:pt x="f534" y="f115"/>
                  <a:pt x="f535" y="f536"/>
                </a:cubicBezTo>
                <a:cubicBezTo>
                  <a:pt x="f537" y="f538"/>
                  <a:pt x="f539" y="f540"/>
                  <a:pt x="f541" y="f542"/>
                </a:cubicBezTo>
                <a:cubicBezTo>
                  <a:pt x="f543" y="f107"/>
                  <a:pt x="f544" y="f106"/>
                  <a:pt x="f545" y="f546"/>
                </a:cubicBezTo>
                <a:cubicBezTo>
                  <a:pt x="f547" y="f548"/>
                  <a:pt x="f549" y="f119"/>
                  <a:pt x="f550" y="f536"/>
                </a:cubicBezTo>
                <a:cubicBezTo>
                  <a:pt x="f551" y="f552"/>
                  <a:pt x="f553" y="f554"/>
                  <a:pt x="f555" y="f113"/>
                </a:cubicBezTo>
                <a:cubicBezTo>
                  <a:pt x="f556" y="f127"/>
                  <a:pt x="f557" y="f505"/>
                  <a:pt x="f558" y="f559"/>
                </a:cubicBezTo>
                <a:cubicBezTo>
                  <a:pt x="f560" y="f561"/>
                  <a:pt x="f562" y="f563"/>
                  <a:pt x="f564" y="f563"/>
                </a:cubicBezTo>
                <a:cubicBezTo>
                  <a:pt x="f565" y="f566"/>
                  <a:pt x="f567" y="f561"/>
                  <a:pt x="f567" y="f559"/>
                </a:cubicBezTo>
                <a:cubicBezTo>
                  <a:pt x="f567" y="f568"/>
                  <a:pt x="f569" y="f570"/>
                  <a:pt x="f565" y="f570"/>
                </a:cubicBezTo>
                <a:cubicBezTo>
                  <a:pt x="f571" y="f572"/>
                  <a:pt x="f573" y="f574"/>
                  <a:pt x="f551" y="f496"/>
                </a:cubicBezTo>
                <a:cubicBezTo>
                  <a:pt x="f558" y="f575"/>
                  <a:pt x="f576" y="f577"/>
                  <a:pt x="f578" y="f579"/>
                </a:cubicBezTo>
                <a:cubicBezTo>
                  <a:pt x="f580" y="f581"/>
                  <a:pt x="f582" y="f583"/>
                  <a:pt x="f584" y="f583"/>
                </a:cubicBezTo>
                <a:cubicBezTo>
                  <a:pt x="f584" y="f583"/>
                  <a:pt x="f585" y="f586"/>
                  <a:pt x="f587" y="f588"/>
                </a:cubicBezTo>
                <a:cubicBezTo>
                  <a:pt x="f589" y="f590"/>
                  <a:pt x="f591" y="f592"/>
                  <a:pt x="f578" y="f593"/>
                </a:cubicBezTo>
                <a:cubicBezTo>
                  <a:pt x="f594" y="f595"/>
                  <a:pt x="f578" y="f596"/>
                  <a:pt x="f562" y="f597"/>
                </a:cubicBezTo>
                <a:cubicBezTo>
                  <a:pt x="f580" y="f598"/>
                  <a:pt x="f567" y="f599"/>
                  <a:pt x="f587" y="f599"/>
                </a:cubicBezTo>
                <a:cubicBezTo>
                  <a:pt x="f600" y="f599"/>
                  <a:pt x="f601" y="f598"/>
                  <a:pt x="f602" y="f603"/>
                </a:cubicBezTo>
                <a:cubicBezTo>
                  <a:pt x="f604" y="f603"/>
                  <a:pt x="f605" y="f599"/>
                  <a:pt x="f606" y="f599"/>
                </a:cubicBezTo>
                <a:cubicBezTo>
                  <a:pt x="f601" y="f607"/>
                  <a:pt x="f565" y="f607"/>
                  <a:pt x="f562" y="f608"/>
                </a:cubicBezTo>
                <a:cubicBezTo>
                  <a:pt x="f609" y="f610"/>
                  <a:pt x="f551" y="f492"/>
                  <a:pt x="f560" y="f611"/>
                </a:cubicBezTo>
                <a:cubicBezTo>
                  <a:pt x="f612" y="f49"/>
                  <a:pt x="f613" y="f575"/>
                  <a:pt x="f612" y="f614"/>
                </a:cubicBezTo>
                <a:cubicBezTo>
                  <a:pt x="f612" y="f572"/>
                  <a:pt x="f612" y="f615"/>
                  <a:pt x="f612" y="f615"/>
                </a:cubicBezTo>
                <a:cubicBezTo>
                  <a:pt x="f616" y="f561"/>
                  <a:pt x="f556" y="f505"/>
                  <a:pt x="f617" y="f508"/>
                </a:cubicBezTo>
                <a:cubicBezTo>
                  <a:pt x="f618" y="f507"/>
                  <a:pt x="f619" y="f516"/>
                  <a:pt x="f620" y="f566"/>
                </a:cubicBezTo>
                <a:cubicBezTo>
                  <a:pt x="f556" y="f561"/>
                  <a:pt x="f556" y="f568"/>
                  <a:pt x="f556" y="f570"/>
                </a:cubicBezTo>
                <a:cubicBezTo>
                  <a:pt x="f621" y="f570"/>
                  <a:pt x="f617" y="f615"/>
                  <a:pt x="f622" y="f570"/>
                </a:cubicBezTo>
                <a:cubicBezTo>
                  <a:pt x="f623" y="f570"/>
                  <a:pt x="f624" y="f625"/>
                  <a:pt x="f626" y="f568"/>
                </a:cubicBezTo>
                <a:cubicBezTo>
                  <a:pt x="f624" y="f572"/>
                  <a:pt x="f627" y="f628"/>
                  <a:pt x="f629" y="f630"/>
                </a:cubicBezTo>
                <a:cubicBezTo>
                  <a:pt x="f629" y="f577"/>
                  <a:pt x="f631" y="f579"/>
                  <a:pt x="f617" y="f586"/>
                </a:cubicBezTo>
                <a:cubicBezTo>
                  <a:pt x="f618" y="f611"/>
                  <a:pt x="f619" y="f592"/>
                  <a:pt x="f556" y="f632"/>
                </a:cubicBezTo>
                <a:cubicBezTo>
                  <a:pt x="f556" y="f632"/>
                  <a:pt x="f620" y="f633"/>
                  <a:pt x="f619" y="f633"/>
                </a:cubicBezTo>
                <a:cubicBezTo>
                  <a:pt x="f617" y="f632"/>
                  <a:pt x="f627" y="f634"/>
                  <a:pt x="f624" y="f595"/>
                </a:cubicBezTo>
                <a:cubicBezTo>
                  <a:pt x="f635" y="f636"/>
                  <a:pt x="f629" y="f637"/>
                  <a:pt x="f638" y="f639"/>
                </a:cubicBezTo>
                <a:cubicBezTo>
                  <a:pt x="f640" y="f641"/>
                  <a:pt x="f642" y="f643"/>
                  <a:pt x="f644" y="f645"/>
                </a:cubicBezTo>
                <a:cubicBezTo>
                  <a:pt x="f646" y="f647"/>
                  <a:pt x="f629" y="f472"/>
                  <a:pt x="f648" y="f472"/>
                </a:cubicBezTo>
                <a:cubicBezTo>
                  <a:pt x="f649" y="f460"/>
                  <a:pt x="f650" y="f651"/>
                  <a:pt x="f652" y="f653"/>
                </a:cubicBezTo>
                <a:cubicBezTo>
                  <a:pt x="f654" y="f653"/>
                  <a:pt x="f655" y="f653"/>
                  <a:pt x="f656" y="f454"/>
                </a:cubicBezTo>
                <a:cubicBezTo>
                  <a:pt x="f657" y="f658"/>
                  <a:pt x="f659" y="f468"/>
                  <a:pt x="f660" y="f486"/>
                </a:cubicBezTo>
                <a:cubicBezTo>
                  <a:pt x="f661" y="f662"/>
                  <a:pt x="f663" y="f641"/>
                  <a:pt x="f664" y="f490"/>
                </a:cubicBezTo>
                <a:cubicBezTo>
                  <a:pt x="f664" y="f643"/>
                  <a:pt x="f664" y="f665"/>
                  <a:pt x="f664" y="f471"/>
                </a:cubicBezTo>
                <a:cubicBezTo>
                  <a:pt x="f666" y="f667"/>
                  <a:pt x="f668" y="f669"/>
                  <a:pt x="f670" y="f671"/>
                </a:cubicBezTo>
                <a:cubicBezTo>
                  <a:pt x="f672" y="f669"/>
                  <a:pt x="f672" y="f667"/>
                  <a:pt x="f673" y="f667"/>
                </a:cubicBezTo>
                <a:cubicBezTo>
                  <a:pt x="f673" y="f662"/>
                  <a:pt x="f673" y="f674"/>
                  <a:pt x="f675" y="f482"/>
                </a:cubicBezTo>
                <a:cubicBezTo>
                  <a:pt x="f675" y="f458"/>
                  <a:pt x="f676" y="f478"/>
                  <a:pt x="f677" y="f462"/>
                </a:cubicBezTo>
                <a:cubicBezTo>
                  <a:pt x="f678" y="f462"/>
                  <a:pt x="f679" y="f460"/>
                  <a:pt x="f680" y="f468"/>
                </a:cubicBezTo>
                <a:cubicBezTo>
                  <a:pt x="f681" y="f482"/>
                  <a:pt x="f682" y="f674"/>
                  <a:pt x="f683" y="f684"/>
                </a:cubicBezTo>
                <a:cubicBezTo>
                  <a:pt x="f685" y="f459"/>
                  <a:pt x="f686" y="f687"/>
                  <a:pt x="f688" y="f457"/>
                </a:cubicBezTo>
                <a:cubicBezTo>
                  <a:pt x="f689" y="f651"/>
                  <a:pt x="f690" y="f691"/>
                  <a:pt x="f692" y="f463"/>
                </a:cubicBezTo>
                <a:cubicBezTo>
                  <a:pt x="f693" y="f466"/>
                  <a:pt x="f694" y="f658"/>
                  <a:pt x="f695" y="f696"/>
                </a:cubicBezTo>
                <a:cubicBezTo>
                  <a:pt x="f697" y="f457"/>
                  <a:pt x="f698" y="f699"/>
                  <a:pt x="f700" y="f651"/>
                </a:cubicBezTo>
                <a:cubicBezTo>
                  <a:pt x="f701" y="f696"/>
                  <a:pt x="f702" y="f653"/>
                  <a:pt x="f703" y="f56"/>
                </a:cubicBezTo>
                <a:cubicBezTo>
                  <a:pt x="f704" y="f456"/>
                  <a:pt x="f705" y="f46"/>
                  <a:pt x="f706" y="f56"/>
                </a:cubicBezTo>
                <a:cubicBezTo>
                  <a:pt x="f707" y="f58"/>
                  <a:pt x="f708" y="f709"/>
                  <a:pt x="f707" y="f696"/>
                </a:cubicBezTo>
                <a:cubicBezTo>
                  <a:pt x="f705" y="f463"/>
                  <a:pt x="f710" y="f674"/>
                  <a:pt x="f711" y="f665"/>
                </a:cubicBezTo>
                <a:cubicBezTo>
                  <a:pt x="f711" y="f647"/>
                  <a:pt x="f712" y="f47"/>
                  <a:pt x="f713" y="f47"/>
                </a:cubicBezTo>
                <a:cubicBezTo>
                  <a:pt x="f714" y="f641"/>
                  <a:pt x="f714" y="f645"/>
                  <a:pt x="f715" y="f637"/>
                </a:cubicBezTo>
                <a:cubicBezTo>
                  <a:pt x="f716" y="f598"/>
                  <a:pt x="f716" y="f717"/>
                  <a:pt x="f718" y="f595"/>
                </a:cubicBezTo>
                <a:cubicBezTo>
                  <a:pt x="f718" y="f719"/>
                  <a:pt x="f720" y="f593"/>
                  <a:pt x="f720" y="f593"/>
                </a:cubicBezTo>
                <a:cubicBezTo>
                  <a:pt x="f721" y="f590"/>
                  <a:pt x="f722" y="f723"/>
                  <a:pt x="f724" y="f723"/>
                </a:cubicBezTo>
                <a:cubicBezTo>
                  <a:pt x="f725" y="f49"/>
                  <a:pt x="f722" y="f726"/>
                  <a:pt x="f721" y="f727"/>
                </a:cubicBezTo>
                <a:cubicBezTo>
                  <a:pt x="f728" y="f729"/>
                  <a:pt x="f730" y="f628"/>
                  <a:pt x="f731" y="f570"/>
                </a:cubicBezTo>
                <a:cubicBezTo>
                  <a:pt x="f731" y="f561"/>
                  <a:pt x="f732" y="f563"/>
                  <a:pt x="f733" y="f734"/>
                </a:cubicBezTo>
                <a:cubicBezTo>
                  <a:pt x="f735" y="f561"/>
                  <a:pt x="f736" y="f498"/>
                  <a:pt x="f735" y="f519"/>
                </a:cubicBezTo>
                <a:cubicBezTo>
                  <a:pt x="f737" y="f738"/>
                  <a:pt x="f739" y="f125"/>
                  <a:pt x="f737" y="f503"/>
                </a:cubicBezTo>
                <a:cubicBezTo>
                  <a:pt x="f735" y="f140"/>
                  <a:pt x="f740" y="f133"/>
                  <a:pt x="f739" y="f131"/>
                </a:cubicBezTo>
                <a:cubicBezTo>
                  <a:pt x="f740" y="f131"/>
                  <a:pt x="f737" y="f131"/>
                  <a:pt x="f735" y="f531"/>
                </a:cubicBezTo>
                <a:cubicBezTo>
                  <a:pt x="f741" y="f113"/>
                  <a:pt x="f742" y="f533"/>
                  <a:pt x="f743" y="f744"/>
                </a:cubicBezTo>
                <a:cubicBezTo>
                  <a:pt x="f745" y="f121"/>
                  <a:pt x="f742" y="f746"/>
                  <a:pt x="f741" y="f536"/>
                </a:cubicBezTo>
                <a:cubicBezTo>
                  <a:pt x="f740" y="f747"/>
                  <a:pt x="f748" y="f749"/>
                  <a:pt x="f731" y="f548"/>
                </a:cubicBezTo>
                <a:cubicBezTo>
                  <a:pt x="f748" y="f150"/>
                  <a:pt x="f748" y="f750"/>
                  <a:pt x="f751" y="f752"/>
                </a:cubicBezTo>
                <a:cubicBezTo>
                  <a:pt x="f753" y="f105"/>
                  <a:pt x="f754" y="f755"/>
                  <a:pt x="f714" y="f756"/>
                </a:cubicBezTo>
                <a:cubicBezTo>
                  <a:pt x="f720" y="f756"/>
                  <a:pt x="f757" y="f758"/>
                  <a:pt x="f716" y="f101"/>
                </a:cubicBezTo>
                <a:cubicBezTo>
                  <a:pt x="f715" y="f94"/>
                  <a:pt x="f759" y="f760"/>
                  <a:pt x="f761" y="f171"/>
                </a:cubicBezTo>
                <a:cubicBezTo>
                  <a:pt x="f762" y="f92"/>
                  <a:pt x="f725" y="f90"/>
                  <a:pt x="f725" y="f178"/>
                </a:cubicBezTo>
                <a:cubicBezTo>
                  <a:pt x="f763" y="f764"/>
                  <a:pt x="f722" y="f765"/>
                  <a:pt x="f754" y="f766"/>
                </a:cubicBezTo>
                <a:cubicBezTo>
                  <a:pt x="f721" y="f767"/>
                  <a:pt x="f721" y="f767"/>
                  <a:pt x="f768" y="f162"/>
                </a:cubicBezTo>
                <a:cubicBezTo>
                  <a:pt x="f768" y="f769"/>
                  <a:pt x="f768" y="f186"/>
                  <a:pt x="f768" y="f770"/>
                </a:cubicBezTo>
                <a:cubicBezTo>
                  <a:pt x="f771" y="f770"/>
                  <a:pt x="f772" y="f770"/>
                  <a:pt x="f736" y="f770"/>
                </a:cubicBezTo>
                <a:cubicBezTo>
                  <a:pt x="f773" y="f55"/>
                  <a:pt x="f735" y="f774"/>
                  <a:pt x="f737" y="f195"/>
                </a:cubicBezTo>
                <a:cubicBezTo>
                  <a:pt x="f741" y="f195"/>
                  <a:pt x="f745" y="f195"/>
                  <a:pt x="f775" y="f776"/>
                </a:cubicBezTo>
                <a:cubicBezTo>
                  <a:pt x="f777" y="f57"/>
                  <a:pt x="f778" y="f779"/>
                  <a:pt x="f780" y="f781"/>
                </a:cubicBezTo>
                <a:cubicBezTo>
                  <a:pt x="f782" y="f781"/>
                  <a:pt x="f783" y="f198"/>
                  <a:pt x="f784" y="f81"/>
                </a:cubicBezTo>
                <a:cubicBezTo>
                  <a:pt x="f783" y="f200"/>
                  <a:pt x="f785" y="f786"/>
                  <a:pt x="f787" y="f788"/>
                </a:cubicBezTo>
                <a:cubicBezTo>
                  <a:pt x="f789" y="f790"/>
                  <a:pt x="f743" y="f791"/>
                  <a:pt x="f737" y="f206"/>
                </a:cubicBezTo>
                <a:cubicBezTo>
                  <a:pt x="f792" y="f793"/>
                  <a:pt x="f745" y="f794"/>
                  <a:pt x="f795" y="f796"/>
                </a:cubicBezTo>
                <a:cubicBezTo>
                  <a:pt x="f775" y="f797"/>
                  <a:pt x="f795" y="f798"/>
                  <a:pt x="f743" y="f78"/>
                </a:cubicBezTo>
                <a:cubicBezTo>
                  <a:pt x="f795" y="f799"/>
                  <a:pt x="f800" y="f801"/>
                  <a:pt x="f775" y="f802"/>
                </a:cubicBezTo>
                <a:cubicBezTo>
                  <a:pt x="f743" y="f803"/>
                  <a:pt x="f804" y="f221"/>
                  <a:pt x="f805" y="f806"/>
                </a:cubicBezTo>
                <a:cubicBezTo>
                  <a:pt x="f795" y="f224"/>
                  <a:pt x="f735" y="f807"/>
                  <a:pt x="f808" y="f809"/>
                </a:cubicBezTo>
                <a:cubicBezTo>
                  <a:pt x="f771" y="f806"/>
                  <a:pt x="f732" y="f810"/>
                  <a:pt x="f768" y="f811"/>
                </a:cubicBezTo>
                <a:cubicBezTo>
                  <a:pt x="f768" y="f75"/>
                  <a:pt x="f751" y="f222"/>
                  <a:pt x="f724" y="f809"/>
                </a:cubicBezTo>
                <a:cubicBezTo>
                  <a:pt x="f721" y="f75"/>
                  <a:pt x="f714" y="f72"/>
                  <a:pt x="f812" y="f813"/>
                </a:cubicBezTo>
                <a:cubicBezTo>
                  <a:pt x="f713" y="f75"/>
                  <a:pt x="f712" y="f814"/>
                  <a:pt x="f815" y="f816"/>
                </a:cubicBezTo>
                <a:cubicBezTo>
                  <a:pt x="f710" y="f817"/>
                  <a:pt x="f708" y="f818"/>
                  <a:pt x="f707" y="f819"/>
                </a:cubicBezTo>
                <a:cubicBezTo>
                  <a:pt x="f820" y="f806"/>
                  <a:pt x="f821" y="f72"/>
                  <a:pt x="f703" y="f822"/>
                </a:cubicBezTo>
                <a:cubicBezTo>
                  <a:pt x="f823" y="f824"/>
                  <a:pt x="f825" y="f826"/>
                  <a:pt x="f827" y="f828"/>
                </a:cubicBezTo>
                <a:cubicBezTo>
                  <a:pt x="f829" y="f793"/>
                  <a:pt x="f827" y="f830"/>
                  <a:pt x="f831" y="f203"/>
                </a:cubicBezTo>
                <a:cubicBezTo>
                  <a:pt x="f831" y="f832"/>
                  <a:pt x="f833" y="f59"/>
                  <a:pt x="f834" y="f788"/>
                </a:cubicBezTo>
                <a:cubicBezTo>
                  <a:pt x="f701" y="f835"/>
                  <a:pt x="f697" y="f57"/>
                  <a:pt x="f836" y="f837"/>
                </a:cubicBezTo>
                <a:cubicBezTo>
                  <a:pt x="f693" y="f776"/>
                  <a:pt x="f838" y="f776"/>
                  <a:pt x="f692" y="f776"/>
                </a:cubicBezTo>
                <a:cubicBezTo>
                  <a:pt x="f839" y="f195"/>
                  <a:pt x="f840" y="f841"/>
                  <a:pt x="f688" y="f842"/>
                </a:cubicBezTo>
                <a:cubicBezTo>
                  <a:pt x="f843" y="f844"/>
                  <a:pt x="f845" y="f770"/>
                  <a:pt x="f846" y="f84"/>
                </a:cubicBezTo>
                <a:cubicBezTo>
                  <a:pt x="f678" y="f192"/>
                  <a:pt x="f847" y="f192"/>
                  <a:pt x="f848" y="f186"/>
                </a:cubicBezTo>
                <a:cubicBezTo>
                  <a:pt x="f663" y="f837"/>
                  <a:pt x="f849" y="f781"/>
                  <a:pt x="f850" y="f203"/>
                </a:cubicBezTo>
                <a:cubicBezTo>
                  <a:pt x="f851" y="f826"/>
                  <a:pt x="f843" y="f72"/>
                  <a:pt x="f693" y="f816"/>
                </a:cubicBezTo>
                <a:cubicBezTo>
                  <a:pt x="f829" y="f852"/>
                  <a:pt x="f710" y="f853"/>
                  <a:pt x="f721" y="f259"/>
                </a:cubicBezTo>
                <a:cubicBezTo>
                  <a:pt x="f732" y="f266"/>
                  <a:pt x="f740" y="f271"/>
                  <a:pt x="f743" y="f854"/>
                </a:cubicBezTo>
                <a:cubicBezTo>
                  <a:pt x="f804" y="f855"/>
                  <a:pt x="f856" y="f857"/>
                  <a:pt x="f783" y="f858"/>
                </a:cubicBezTo>
                <a:cubicBezTo>
                  <a:pt x="f859" y="f285"/>
                  <a:pt x="f860" y="f285"/>
                  <a:pt x="f861" y="f335"/>
                </a:cubicBezTo>
                <a:cubicBezTo>
                  <a:pt x="f862" y="f863"/>
                  <a:pt x="f864" y="f280"/>
                  <a:pt x="f865" y="f866"/>
                </a:cubicBezTo>
                <a:cubicBezTo>
                  <a:pt x="f867" y="f868"/>
                  <a:pt x="f867" y="f869"/>
                  <a:pt x="f870" y="f871"/>
                </a:cubicBezTo>
                <a:cubicBezTo>
                  <a:pt x="f872" y="f273"/>
                  <a:pt x="f7" y="f873"/>
                  <a:pt x="f874" y="f283"/>
                </a:cubicBezTo>
                <a:cubicBezTo>
                  <a:pt x="f864" y="f284"/>
                  <a:pt x="f870" y="f875"/>
                  <a:pt x="f876" y="f435"/>
                </a:cubicBezTo>
                <a:cubicBezTo>
                  <a:pt x="f877" y="f286"/>
                  <a:pt x="f860" y="f333"/>
                  <a:pt x="f878" y="f286"/>
                </a:cubicBezTo>
                <a:cubicBezTo>
                  <a:pt x="f879" y="f286"/>
                  <a:pt x="f859" y="f333"/>
                  <a:pt x="f880" y="f337"/>
                </a:cubicBezTo>
                <a:cubicBezTo>
                  <a:pt x="f881" y="f453"/>
                  <a:pt x="f882" y="f883"/>
                  <a:pt x="f884" y="f320"/>
                </a:cubicBezTo>
                <a:cubicBezTo>
                  <a:pt x="f885" y="f886"/>
                  <a:pt x="f887" y="f888"/>
                  <a:pt x="f876" y="f889"/>
                </a:cubicBezTo>
                <a:cubicBezTo>
                  <a:pt x="f890" y="f398"/>
                  <a:pt x="f887" y="f891"/>
                  <a:pt x="f892" y="f893"/>
                </a:cubicBezTo>
                <a:cubicBezTo>
                  <a:pt x="f894" y="f501"/>
                  <a:pt x="f895" y="f8"/>
                  <a:pt x="f896" y="f377"/>
                </a:cubicBezTo>
                <a:cubicBezTo>
                  <a:pt x="f897" y="f898"/>
                  <a:pt x="f899" y="f379"/>
                  <a:pt x="f900" y="f901"/>
                </a:cubicBezTo>
                <a:cubicBezTo>
                  <a:pt x="f902" y="f368"/>
                  <a:pt x="f900" y="f366"/>
                  <a:pt x="f899" y="f497"/>
                </a:cubicBezTo>
                <a:cubicBezTo>
                  <a:pt x="f903" y="f904"/>
                  <a:pt x="f905" y="f906"/>
                  <a:pt x="f907" y="f399"/>
                </a:cubicBezTo>
                <a:cubicBezTo>
                  <a:pt x="f908" y="f398"/>
                  <a:pt x="f908" y="f909"/>
                  <a:pt x="f897" y="f373"/>
                </a:cubicBezTo>
                <a:cubicBezTo>
                  <a:pt x="f907" y="f910"/>
                  <a:pt x="f860" y="f898"/>
                  <a:pt x="f911" y="f912"/>
                </a:cubicBezTo>
                <a:cubicBezTo>
                  <a:pt x="f861" y="f381"/>
                  <a:pt x="f913" y="f398"/>
                  <a:pt x="f914" y="f400"/>
                </a:cubicBezTo>
                <a:cubicBezTo>
                  <a:pt x="f861" y="f345"/>
                  <a:pt x="f915" y="f916"/>
                  <a:pt x="f860" y="f420"/>
                </a:cubicBezTo>
                <a:cubicBezTo>
                  <a:pt x="f917" y="f300"/>
                  <a:pt x="f881" y="f303"/>
                  <a:pt x="f918" y="f294"/>
                </a:cubicBezTo>
                <a:cubicBezTo>
                  <a:pt x="f903" y="f919"/>
                  <a:pt x="f920" y="f875"/>
                  <a:pt x="f921" y="f858"/>
                </a:cubicBezTo>
                <a:cubicBezTo>
                  <a:pt x="f745" y="f922"/>
                  <a:pt x="f740" y="f923"/>
                  <a:pt x="f924" y="f271"/>
                </a:cubicBezTo>
                <a:cubicBezTo>
                  <a:pt x="f718" y="f259"/>
                  <a:pt x="f925" y="f926"/>
                  <a:pt x="f694" y="f927"/>
                </a:cubicBezTo>
                <a:cubicBezTo>
                  <a:pt x="f928" y="f929"/>
                  <a:pt x="f851" y="f930"/>
                  <a:pt x="f673" y="f931"/>
                </a:cubicBezTo>
                <a:cubicBezTo>
                  <a:pt x="f932" y="f933"/>
                  <a:pt x="f934" y="f83"/>
                  <a:pt x="f659" y="f769"/>
                </a:cubicBezTo>
                <a:cubicBezTo>
                  <a:pt x="f935" y="f936"/>
                  <a:pt x="f937" y="f162"/>
                  <a:pt x="f938" y="f767"/>
                </a:cubicBezTo>
                <a:cubicBezTo>
                  <a:pt x="f939" y="f165"/>
                  <a:pt x="f940" y="f176"/>
                  <a:pt x="f941" y="f758"/>
                </a:cubicBezTo>
                <a:cubicBezTo>
                  <a:pt x="f942" y="f99"/>
                  <a:pt x="f943" y="f99"/>
                  <a:pt x="f944" y="f90"/>
                </a:cubicBezTo>
                <a:cubicBezTo>
                  <a:pt x="f945" y="f167"/>
                  <a:pt x="f946" y="f765"/>
                  <a:pt x="f947" y="f948"/>
                </a:cubicBezTo>
                <a:cubicBezTo>
                  <a:pt x="f947" y="f159"/>
                  <a:pt x="f947" y="f86"/>
                  <a:pt x="f947" y="f182"/>
                </a:cubicBezTo>
                <a:cubicBezTo>
                  <a:pt x="f946" y="f949"/>
                  <a:pt x="f950" y="f951"/>
                  <a:pt x="f952" y="f767"/>
                </a:cubicBezTo>
                <a:cubicBezTo>
                  <a:pt x="f953" y="f162"/>
                  <a:pt x="f954" y="f162"/>
                  <a:pt x="f954" y="f194"/>
                </a:cubicBezTo>
                <a:cubicBezTo>
                  <a:pt x="f954" y="f770"/>
                  <a:pt x="f955" y="f956"/>
                  <a:pt x="f957" y="f844"/>
                </a:cubicBezTo>
                <a:cubicBezTo>
                  <a:pt x="f955" y="f774"/>
                  <a:pt x="f958" y="f841"/>
                  <a:pt x="f942" y="f776"/>
                </a:cubicBezTo>
                <a:cubicBezTo>
                  <a:pt x="f953" y="f83"/>
                  <a:pt x="f959" y="f960"/>
                  <a:pt x="f535" y="f961"/>
                </a:cubicBezTo>
                <a:cubicBezTo>
                  <a:pt x="f962" y="f779"/>
                  <a:pt x="f963" y="f57"/>
                  <a:pt x="f964" y="f788"/>
                </a:cubicBezTo>
                <a:cubicBezTo>
                  <a:pt x="f965" y="f203"/>
                  <a:pt x="f541" y="f966"/>
                  <a:pt x="f967" y="f931"/>
                </a:cubicBezTo>
                <a:cubicBezTo>
                  <a:pt x="f539" y="f796"/>
                  <a:pt x="f963" y="f968"/>
                  <a:pt x="f947" y="f63"/>
                </a:cubicBezTo>
                <a:cubicBezTo>
                  <a:pt x="f969" y="f801"/>
                  <a:pt x="f965" y="f970"/>
                  <a:pt x="f971" y="f972"/>
                </a:cubicBezTo>
                <a:cubicBezTo>
                  <a:pt x="f544" y="f66"/>
                  <a:pt x="f604" y="f803"/>
                  <a:pt x="f605" y="f807"/>
                </a:cubicBezTo>
                <a:cubicBezTo>
                  <a:pt x="f605" y="f219"/>
                  <a:pt x="f973" y="f221"/>
                  <a:pt x="f543" y="f73"/>
                </a:cubicBezTo>
                <a:cubicBezTo>
                  <a:pt x="f974" y="f75"/>
                  <a:pt x="f974" y="f810"/>
                  <a:pt x="f975" y="f814"/>
                </a:cubicBezTo>
                <a:cubicBezTo>
                  <a:pt x="f976" y="f929"/>
                  <a:pt x="f965" y="f818"/>
                  <a:pt x="f977" y="f817"/>
                </a:cubicBezTo>
                <a:cubicBezTo>
                  <a:pt x="f978" y="f979"/>
                  <a:pt x="f606" y="f980"/>
                  <a:pt x="f947" y="f981"/>
                </a:cubicBezTo>
                <a:cubicBezTo>
                  <a:pt x="f976" y="f982"/>
                  <a:pt x="f543" y="f231"/>
                  <a:pt x="f977" y="f233"/>
                </a:cubicBezTo>
                <a:cubicBezTo>
                  <a:pt x="f544" y="f983"/>
                  <a:pt x="f964" y="f237"/>
                  <a:pt x="f984" y="f239"/>
                </a:cubicBezTo>
                <a:cubicBezTo>
                  <a:pt x="f601" y="f985"/>
                  <a:pt x="f545" y="f242"/>
                  <a:pt x="f601" y="f986"/>
                </a:cubicBezTo>
                <a:cubicBezTo>
                  <a:pt x="f984" y="f243"/>
                  <a:pt x="f964" y="f243"/>
                  <a:pt x="f978" y="f243"/>
                </a:cubicBezTo>
                <a:cubicBezTo>
                  <a:pt x="f963" y="f987"/>
                  <a:pt x="f974" y="f242"/>
                  <a:pt x="f537" y="f988"/>
                </a:cubicBezTo>
                <a:cubicBezTo>
                  <a:pt x="f989" y="f990"/>
                  <a:pt x="f952" y="f988"/>
                  <a:pt x="f952" y="f991"/>
                </a:cubicBezTo>
                <a:cubicBezTo>
                  <a:pt x="f952" y="f992"/>
                  <a:pt x="f953" y="f245"/>
                  <a:pt x="f941" y="f992"/>
                </a:cubicBezTo>
                <a:cubicBezTo>
                  <a:pt x="f530" y="f991"/>
                  <a:pt x="f530" y="f991"/>
                  <a:pt x="f993" y="f994"/>
                </a:cubicBezTo>
                <a:cubicBezTo>
                  <a:pt x="f524" y="f233"/>
                  <a:pt x="f995" y="f996"/>
                  <a:pt x="f997" y="f998"/>
                </a:cubicBezTo>
                <a:cubicBezTo>
                  <a:pt x="f999" y="f1000"/>
                  <a:pt x="f1001" y="f226"/>
                  <a:pt x="f1002" y="f1003"/>
                </a:cubicBezTo>
                <a:cubicBezTo>
                  <a:pt x="f1004" y="f814"/>
                  <a:pt x="f1005" y="f1003"/>
                  <a:pt x="f1005" y="f1006"/>
                </a:cubicBezTo>
                <a:cubicBezTo>
                  <a:pt x="f1007" y="f1008"/>
                  <a:pt x="f1009" y="f230"/>
                  <a:pt x="f518" y="f982"/>
                </a:cubicBezTo>
                <a:cubicBezTo>
                  <a:pt x="f1010" y="f234"/>
                  <a:pt x="f1011" y="f1012"/>
                  <a:pt x="f1013" y="f988"/>
                </a:cubicBezTo>
                <a:cubicBezTo>
                  <a:pt x="f520" y="f991"/>
                  <a:pt x="f1014" y="f1015"/>
                  <a:pt x="f1016" y="f1017"/>
                </a:cubicBezTo>
                <a:cubicBezTo>
                  <a:pt x="f1018" y="f249"/>
                  <a:pt x="f1018" y="f853"/>
                  <a:pt x="f1018" y="f853"/>
                </a:cubicBezTo>
                <a:cubicBezTo>
                  <a:pt x="f1018" y="f1019"/>
                  <a:pt x="f1018" y="f1020"/>
                  <a:pt x="f1018" y="f1021"/>
                </a:cubicBezTo>
                <a:cubicBezTo>
                  <a:pt x="f1010" y="f1022"/>
                  <a:pt x="f1002" y="f262"/>
                  <a:pt x="f518" y="f266"/>
                </a:cubicBezTo>
                <a:cubicBezTo>
                  <a:pt x="f1004" y="f264"/>
                  <a:pt x="f1023" y="f479"/>
                  <a:pt x="f512" y="f260"/>
                </a:cubicBezTo>
                <a:cubicBezTo>
                  <a:pt x="f1024" y="f1022"/>
                  <a:pt x="f1024" y="f483"/>
                  <a:pt x="f1025" y="f1026"/>
                </a:cubicBezTo>
                <a:cubicBezTo>
                  <a:pt x="f1025" y="f483"/>
                  <a:pt x="f1027" y="f483"/>
                  <a:pt x="f1028" y="f483"/>
                </a:cubicBezTo>
                <a:cubicBezTo>
                  <a:pt x="f1028" y="f1029"/>
                  <a:pt x="f1027" y="f265"/>
                  <a:pt x="f1028" y="f475"/>
                </a:cubicBezTo>
                <a:cubicBezTo>
                  <a:pt x="f1028" y="f268"/>
                  <a:pt x="f1028" y="f871"/>
                  <a:pt x="f510" y="f871"/>
                </a:cubicBezTo>
                <a:cubicBezTo>
                  <a:pt x="f1030" y="f270"/>
                  <a:pt x="f1031" y="f871"/>
                  <a:pt x="f509" y="f473"/>
                </a:cubicBezTo>
                <a:cubicBezTo>
                  <a:pt x="f1032" y="f1033"/>
                  <a:pt x="f1034" y="f1035"/>
                  <a:pt x="f1036" y="f475"/>
                </a:cubicBezTo>
                <a:cubicBezTo>
                  <a:pt x="f1037" y="f871"/>
                  <a:pt x="f504" y="f1038"/>
                  <a:pt x="f1039" y="f470"/>
                </a:cubicBezTo>
                <a:cubicBezTo>
                  <a:pt x="f1040" y="f279"/>
                  <a:pt x="f8" y="f279"/>
                  <a:pt x="f910" y="f276"/>
                </a:cubicBezTo>
                <a:cubicBezTo>
                  <a:pt x="f1041" y="f467"/>
                  <a:pt x="f1042" y="f470"/>
                  <a:pt x="f379" y="f464"/>
                </a:cubicBezTo>
                <a:cubicBezTo>
                  <a:pt x="f1043" y="f467"/>
                  <a:pt x="f375" y="f1044"/>
                  <a:pt x="f912" y="f923"/>
                </a:cubicBezTo>
                <a:cubicBezTo>
                  <a:pt x="f893" y="f855"/>
                  <a:pt x="f371" y="f432"/>
                  <a:pt x="f1045" y="f433"/>
                </a:cubicBezTo>
                <a:cubicBezTo>
                  <a:pt x="f391" y="f432"/>
                  <a:pt x="f497" y="f855"/>
                  <a:pt x="f906" y="f279"/>
                </a:cubicBezTo>
                <a:cubicBezTo>
                  <a:pt x="f400" y="f276"/>
                  <a:pt x="f408" y="f274"/>
                  <a:pt x="f1046" y="f277"/>
                </a:cubicBezTo>
                <a:cubicBezTo>
                  <a:pt x="f1047" y="f854"/>
                  <a:pt x="f350" y="f873"/>
                  <a:pt x="f1048" y="f467"/>
                </a:cubicBezTo>
                <a:cubicBezTo>
                  <a:pt x="f1049" y="f273"/>
                  <a:pt x="f345" y="f869"/>
                  <a:pt x="f345" y="f268"/>
                </a:cubicBezTo>
                <a:cubicBezTo>
                  <a:pt x="f1050" y="f1051"/>
                  <a:pt x="f412" y="f871"/>
                  <a:pt x="f1052" y="f270"/>
                </a:cubicBezTo>
                <a:cubicBezTo>
                  <a:pt x="f1053" y="f869"/>
                  <a:pt x="f413" y="f1054"/>
                  <a:pt x="f1055" y="f271"/>
                </a:cubicBezTo>
                <a:cubicBezTo>
                  <a:pt x="f886" y="f489"/>
                  <a:pt x="f1056" y="f473"/>
                  <a:pt x="f1056" y="f1035"/>
                </a:cubicBezTo>
                <a:cubicBezTo>
                  <a:pt x="f1057" y="f1058"/>
                  <a:pt x="f1059" y="f476"/>
                  <a:pt x="f1060" y="f262"/>
                </a:cubicBezTo>
                <a:cubicBezTo>
                  <a:pt x="f342" y="f262"/>
                  <a:pt x="f342" y="f480"/>
                  <a:pt x="f342" y="f483"/>
                </a:cubicBezTo>
                <a:cubicBezTo>
                  <a:pt x="f342" y="f259"/>
                  <a:pt x="f342" y="f485"/>
                  <a:pt x="f342" y="f1061"/>
                </a:cubicBezTo>
                <a:cubicBezTo>
                  <a:pt x="f319" y="f485"/>
                  <a:pt x="f322" y="f259"/>
                  <a:pt x="f883" y="f1022"/>
                </a:cubicBezTo>
                <a:cubicBezTo>
                  <a:pt x="f883" y="f1062"/>
                  <a:pt x="f315" y="f1063"/>
                  <a:pt x="f315" y="f253"/>
                </a:cubicBezTo>
                <a:cubicBezTo>
                  <a:pt x="f315" y="f252"/>
                  <a:pt x="f301" y="f250"/>
                  <a:pt x="f883" y="f249"/>
                </a:cubicBezTo>
                <a:cubicBezTo>
                  <a:pt x="f883" y="f247"/>
                  <a:pt x="f306" y="f992"/>
                  <a:pt x="f493" y="f1064"/>
                </a:cubicBezTo>
                <a:cubicBezTo>
                  <a:pt x="f315" y="f991"/>
                  <a:pt x="f305" y="f991"/>
                  <a:pt x="f312" y="f1065"/>
                </a:cubicBezTo>
                <a:cubicBezTo>
                  <a:pt x="f312" y="f986"/>
                  <a:pt x="f305" y="f1066"/>
                  <a:pt x="f301" y="f239"/>
                </a:cubicBezTo>
                <a:cubicBezTo>
                  <a:pt x="f308" y="f1067"/>
                  <a:pt x="f322" y="f1068"/>
                  <a:pt x="f448" y="f1069"/>
                </a:cubicBezTo>
                <a:cubicBezTo>
                  <a:pt x="f417" y="f1070"/>
                  <a:pt x="f416" y="f817"/>
                  <a:pt x="f1071" y="f819"/>
                </a:cubicBezTo>
                <a:cubicBezTo>
                  <a:pt x="f342" y="f814"/>
                  <a:pt x="f1072" y="f809"/>
                  <a:pt x="f1073" y="f1074"/>
                </a:cubicBezTo>
                <a:cubicBezTo>
                  <a:pt x="f420" y="f806"/>
                  <a:pt x="f448" y="f1074"/>
                  <a:pt x="f449" y="f809"/>
                </a:cubicBezTo>
                <a:cubicBezTo>
                  <a:pt x="f299" y="f814"/>
                  <a:pt x="f308" y="f818"/>
                  <a:pt x="f303" y="f1000"/>
                </a:cubicBezTo>
                <a:cubicBezTo>
                  <a:pt x="f296" y="f998"/>
                  <a:pt x="f1075" y="f982"/>
                  <a:pt x="f286" y="f927"/>
                </a:cubicBezTo>
                <a:cubicBezTo>
                  <a:pt x="f455" y="f983"/>
                  <a:pt x="f1076" y="f994"/>
                  <a:pt x="f1077" y="f1067"/>
                </a:cubicBezTo>
                <a:cubicBezTo>
                  <a:pt x="f284" y="f1078"/>
                  <a:pt x="f430" y="f1068"/>
                  <a:pt x="f1079" y="f233"/>
                </a:cubicBezTo>
                <a:cubicBezTo>
                  <a:pt x="f431" y="f234"/>
                  <a:pt x="f277" y="f994"/>
                  <a:pt x="f866" y="f1067"/>
                </a:cubicBezTo>
                <a:cubicBezTo>
                  <a:pt x="f1038" y="f235"/>
                  <a:pt x="f1054" y="f235"/>
                  <a:pt x="f489" y="f1067"/>
                </a:cubicBezTo>
                <a:cubicBezTo>
                  <a:pt x="f270" y="f994"/>
                  <a:pt x="f489" y="f927"/>
                  <a:pt x="f489" y="f1078"/>
                </a:cubicBezTo>
                <a:cubicBezTo>
                  <a:pt x="f1054" y="f998"/>
                  <a:pt x="f271" y="f818"/>
                  <a:pt x="f1080" y="f222"/>
                </a:cubicBezTo>
                <a:cubicBezTo>
                  <a:pt x="f1054" y="f222"/>
                  <a:pt x="f489" y="f810"/>
                  <a:pt x="f473" y="f810"/>
                </a:cubicBezTo>
                <a:cubicBezTo>
                  <a:pt x="f268" y="f72"/>
                  <a:pt x="f473" y="f813"/>
                  <a:pt x="f489" y="f77"/>
                </a:cubicBezTo>
                <a:cubicBezTo>
                  <a:pt x="f274" y="f826"/>
                  <a:pt x="f1081" y="f1082"/>
                  <a:pt x="f475" y="f797"/>
                </a:cubicBezTo>
                <a:cubicBezTo>
                  <a:pt x="f266" y="f968"/>
                  <a:pt x="f265" y="f968"/>
                  <a:pt x="f477" y="f796"/>
                </a:cubicBezTo>
                <a:cubicBezTo>
                  <a:pt x="f265" y="f1083"/>
                  <a:pt x="f489" y="f203"/>
                  <a:pt x="f470" y="f933"/>
                </a:cubicBezTo>
                <a:cubicBezTo>
                  <a:pt x="f271" y="f198"/>
                  <a:pt x="f1080" y="f1084"/>
                  <a:pt x="f470" y="f961"/>
                </a:cubicBezTo>
                <a:cubicBezTo>
                  <a:pt x="f873" y="f197"/>
                  <a:pt x="f1085" y="f960"/>
                  <a:pt x="f1086" y="f83"/>
                </a:cubicBezTo>
                <a:cubicBezTo>
                  <a:pt x="f1087" y="f1088"/>
                  <a:pt x="f1089" y="f776"/>
                  <a:pt x="f284" y="f841"/>
                </a:cubicBezTo>
                <a:cubicBezTo>
                  <a:pt x="f1089" y="f844"/>
                  <a:pt x="f1087" y="f770"/>
                  <a:pt x="f1086" y="f84"/>
                </a:cubicBezTo>
                <a:cubicBezTo>
                  <a:pt x="f1085" y="f192"/>
                  <a:pt x="f873" y="f186"/>
                  <a:pt x="f470" y="f936"/>
                </a:cubicBezTo>
                <a:cubicBezTo>
                  <a:pt x="f866" y="f162"/>
                  <a:pt x="f271" y="f949"/>
                  <a:pt x="f271" y="f86"/>
                </a:cubicBezTo>
                <a:cubicBezTo>
                  <a:pt x="f868" y="f1090"/>
                  <a:pt x="f273" y="f165"/>
                  <a:pt x="f1081" y="f1091"/>
                </a:cubicBezTo>
                <a:cubicBezTo>
                  <a:pt x="f1044" y="f1092"/>
                  <a:pt x="f280" y="f54"/>
                  <a:pt x="f282" y="f760"/>
                </a:cubicBezTo>
                <a:cubicBezTo>
                  <a:pt x="f279" y="f752"/>
                  <a:pt x="f1085" y="f750"/>
                  <a:pt x="f433" y="f148"/>
                </a:cubicBezTo>
                <a:cubicBezTo>
                  <a:pt x="f1077" y="f542"/>
                  <a:pt x="f1093" y="f109"/>
                  <a:pt x="f1087" y="f749"/>
                </a:cubicBezTo>
                <a:cubicBezTo>
                  <a:pt x="f1077" y="f117"/>
                  <a:pt x="f285" y="f143"/>
                  <a:pt x="f919" y="f538"/>
                </a:cubicBezTo>
                <a:cubicBezTo>
                  <a:pt x="f437" y="f536"/>
                  <a:pt x="f437" y="f746"/>
                  <a:pt x="f1094" y="f121"/>
                </a:cubicBezTo>
                <a:cubicBezTo>
                  <a:pt x="f289" y="f121"/>
                  <a:pt x="f1075" y="f121"/>
                  <a:pt x="f453" y="f115"/>
                </a:cubicBezTo>
                <a:cubicBezTo>
                  <a:pt x="f1095" y="f1096"/>
                  <a:pt x="f291" y="f554"/>
                  <a:pt x="f1095" y="f113"/>
                </a:cubicBezTo>
                <a:cubicBezTo>
                  <a:pt x="f296" y="f529"/>
                  <a:pt x="f443" y="f1097"/>
                  <a:pt x="f290" y="f136"/>
                </a:cubicBezTo>
                <a:cubicBezTo>
                  <a:pt x="f298" y="f508"/>
                  <a:pt x="f493" y="f1098"/>
                  <a:pt x="f1099" y="f1098"/>
                </a:cubicBezTo>
                <a:cubicBezTo>
                  <a:pt x="f448" y="f503"/>
                  <a:pt x="f448" y="f502"/>
                  <a:pt x="f320" y="f50"/>
                </a:cubicBezTo>
                <a:cubicBezTo>
                  <a:pt x="f1071" y="f502"/>
                  <a:pt x="f1059" y="f140"/>
                  <a:pt x="f1100" y="f1097"/>
                </a:cubicBezTo>
                <a:cubicBezTo>
                  <a:pt x="f1101" y="f1098"/>
                  <a:pt x="f495" y="f136"/>
                  <a:pt x="f1102" y="f136"/>
                </a:cubicBezTo>
                <a:cubicBezTo>
                  <a:pt x="f1103" y="f1098"/>
                  <a:pt x="f346" y="f1097"/>
                  <a:pt x="f410" y="f1104"/>
                </a:cubicBezTo>
                <a:cubicBezTo>
                  <a:pt x="f1046" y="f744"/>
                  <a:pt x="f403" y="f117"/>
                  <a:pt x="f1105" y="f119"/>
                </a:cubicBezTo>
                <a:cubicBezTo>
                  <a:pt x="f357" y="f750"/>
                  <a:pt x="f388" y="f101"/>
                  <a:pt x="f368" y="f54"/>
                </a:cubicBezTo>
                <a:cubicBezTo>
                  <a:pt x="f901" y="f94"/>
                  <a:pt x="f373" y="f103"/>
                  <a:pt x="f1043" y="f1106"/>
                </a:cubicBezTo>
                <a:cubicBezTo>
                  <a:pt x="f499" y="f1107"/>
                  <a:pt x="f898" y="f119"/>
                  <a:pt x="f501" y="f746"/>
                </a:cubicBezTo>
                <a:cubicBezTo>
                  <a:pt x="f910" y="f121"/>
                  <a:pt x="f1042" y="f1108"/>
                  <a:pt x="f375" y="f113"/>
                </a:cubicBezTo>
                <a:cubicBezTo>
                  <a:pt x="f371" y="f123"/>
                  <a:pt x="f395" y="f1097"/>
                  <a:pt x="f1109" y="f136"/>
                </a:cubicBezTo>
                <a:cubicBezTo>
                  <a:pt x="f343" y="f517"/>
                  <a:pt x="f449" y="f570"/>
                  <a:pt x="f1110" y="f630"/>
                </a:cubicBezTo>
                <a:cubicBezTo>
                  <a:pt x="f282" y="f593"/>
                  <a:pt x="f1111" y="f636"/>
                  <a:pt x="f1019" y="f1112"/>
                </a:cubicBezTo>
                <a:cubicBezTo>
                  <a:pt x="f1113" y="f1112"/>
                  <a:pt x="f487" y="f645"/>
                  <a:pt x="f1114" y="f1115"/>
                </a:cubicBezTo>
                <a:cubicBezTo>
                  <a:pt x="f926" y="f1116"/>
                  <a:pt x="f244" y="f1115"/>
                  <a:pt x="f987" y="f639"/>
                </a:cubicBezTo>
                <a:cubicBezTo>
                  <a:pt x="f234" y="f468"/>
                  <a:pt x="f817" y="f460"/>
                  <a:pt x="f1117" y="f462"/>
                </a:cubicBezTo>
                <a:cubicBezTo>
                  <a:pt x="f794" y="f691"/>
                  <a:pt x="f1118" y="f466"/>
                  <a:pt x="f167" y="f651"/>
                </a:cubicBezTo>
                <a:cubicBezTo>
                  <a:pt x="f55" y="f1119"/>
                  <a:pt x="f842" y="f1120"/>
                  <a:pt x="f182" y="f519"/>
                </a:cubicBezTo>
                <a:cubicBezTo>
                  <a:pt x="f55" y="f127"/>
                  <a:pt x="f83" y="f1121"/>
                  <a:pt x="f770" y="f548"/>
                </a:cubicBezTo>
                <a:cubicBezTo>
                  <a:pt x="f844" y="f1107"/>
                  <a:pt x="f842" y="f542"/>
                  <a:pt x="f195" y="f146"/>
                </a:cubicBezTo>
                <a:cubicBezTo>
                  <a:pt x="f81" y="f107"/>
                  <a:pt x="f203" y="f760"/>
                  <a:pt x="f203" y="f165"/>
                </a:cubicBezTo>
                <a:cubicBezTo>
                  <a:pt x="f1122" y="f936"/>
                  <a:pt x="f203" y="f842"/>
                  <a:pt x="f203" y="f1084"/>
                </a:cubicBezTo>
                <a:cubicBezTo>
                  <a:pt x="f832" y="f1084"/>
                  <a:pt x="f59" y="f1084"/>
                  <a:pt x="f933" y="f1084"/>
                </a:cubicBezTo>
                <a:cubicBezTo>
                  <a:pt x="f933" y="f1123"/>
                  <a:pt x="f933" y="f1123"/>
                  <a:pt x="f933" y="f961"/>
                </a:cubicBezTo>
                <a:cubicBezTo>
                  <a:pt x="f933" y="f774"/>
                  <a:pt x="f933" y="f767"/>
                  <a:pt x="f200" y="f1091"/>
                </a:cubicBezTo>
                <a:cubicBezTo>
                  <a:pt x="f1124" y="f94"/>
                  <a:pt x="f960" y="f106"/>
                  <a:pt x="f192" y="f150"/>
                </a:cubicBezTo>
                <a:cubicBezTo>
                  <a:pt x="f188" y="f1106"/>
                  <a:pt x="f936" y="f150"/>
                  <a:pt x="f767" y="f750"/>
                </a:cubicBezTo>
                <a:cubicBezTo>
                  <a:pt x="f949" y="f107"/>
                  <a:pt x="f182" y="f752"/>
                  <a:pt x="f159" y="f105"/>
                </a:cubicBezTo>
                <a:cubicBezTo>
                  <a:pt x="f766" y="f755"/>
                  <a:pt x="f157" y="f758"/>
                  <a:pt x="f167" y="f105"/>
                </a:cubicBezTo>
                <a:cubicBezTo>
                  <a:pt x="f1092" y="f150"/>
                  <a:pt x="f88" y="f147"/>
                  <a:pt x="f1091" y="f1107"/>
                </a:cubicBezTo>
                <a:cubicBezTo>
                  <a:pt x="f165" y="f109"/>
                  <a:pt x="f1090" y="f109"/>
                  <a:pt x="f159" y="f109"/>
                </a:cubicBezTo>
                <a:cubicBezTo>
                  <a:pt x="f936" y="f540"/>
                  <a:pt x="f194" y="f747"/>
                  <a:pt x="f194" y="f1096"/>
                </a:cubicBezTo>
                <a:cubicBezTo>
                  <a:pt x="f192" y="f1104"/>
                  <a:pt x="f162" y="f136"/>
                  <a:pt x="f1090" y="f125"/>
                </a:cubicBezTo>
                <a:cubicBezTo>
                  <a:pt x="f765" y="f502"/>
                  <a:pt x="f157" y="f136"/>
                  <a:pt x="f178" y="f1098"/>
                </a:cubicBezTo>
                <a:cubicBezTo>
                  <a:pt x="f90" y="f1097"/>
                  <a:pt x="f92" y="f123"/>
                  <a:pt x="f95" y="f123"/>
                </a:cubicBezTo>
                <a:cubicBezTo>
                  <a:pt x="f101" y="f529"/>
                  <a:pt x="f752" y="f1098"/>
                  <a:pt x="f752" y="f502"/>
                </a:cubicBezTo>
                <a:cubicBezTo>
                  <a:pt x="f106" y="f738"/>
                  <a:pt x="f755" y="f507"/>
                  <a:pt x="f1125" y="f517"/>
                </a:cubicBezTo>
                <a:cubicBezTo>
                  <a:pt x="f95" y="f505"/>
                  <a:pt x="f169" y="f516"/>
                  <a:pt x="f88" y="f516"/>
                </a:cubicBezTo>
                <a:cubicBezTo>
                  <a:pt x="f765" y="f516"/>
                  <a:pt x="f1126" y="f513"/>
                  <a:pt x="f1090" y="f734"/>
                </a:cubicBezTo>
                <a:cubicBezTo>
                  <a:pt x="f186" y="f611"/>
                  <a:pt x="f936" y="f645"/>
                  <a:pt x="f92" y="f691"/>
                </a:cubicBezTo>
                <a:cubicBezTo>
                  <a:pt x="f97" y="f1127"/>
                  <a:pt x="f99" y="f651"/>
                  <a:pt x="f1128" y="f651"/>
                </a:cubicBezTo>
                <a:cubicBezTo>
                  <a:pt x="f52" y="f699"/>
                  <a:pt x="f136" y="f696"/>
                  <a:pt x="f570" y="f696"/>
                </a:cubicBezTo>
                <a:cubicBezTo>
                  <a:pt x="f1129" y="f457"/>
                  <a:pt x="f486" y="f457"/>
                  <a:pt x="f1130" y="f454"/>
                </a:cubicBezTo>
                <a:cubicBezTo>
                  <a:pt x="f447" y="f58"/>
                  <a:pt x="f67" y="f56"/>
                  <a:pt x="f1131" y="f56"/>
                </a:cubicBezTo>
                <a:cubicBezTo>
                  <a:pt x="f1132" y="f46"/>
                  <a:pt x="f434" y="f56"/>
                  <a:pt x="f411" y="f459"/>
                </a:cubicBezTo>
                <a:cubicBezTo>
                  <a:pt x="f1133" y="f468"/>
                  <a:pt x="f19" y="f460"/>
                  <a:pt x="f35" y="f462"/>
                </a:cubicBezTo>
                <a:cubicBezTo>
                  <a:pt x="f35" y="f468"/>
                  <a:pt x="f35" y="f459"/>
                  <a:pt x="f35" y="f486"/>
                </a:cubicBezTo>
                <a:cubicBezTo>
                  <a:pt x="f35" y="f486"/>
                  <a:pt x="f71" y="f486"/>
                  <a:pt x="f36" y="f486"/>
                </a:cubicBezTo>
                <a:cubicBezTo>
                  <a:pt x="f1134" y="f474"/>
                  <a:pt x="f1135" y="f486"/>
                  <a:pt x="f67" y="f474"/>
                </a:cubicBezTo>
                <a:cubicBezTo>
                  <a:pt x="f26" y="f472"/>
                  <a:pt x="f38" y="f684"/>
                  <a:pt x="f1136" y="f1137"/>
                </a:cubicBezTo>
                <a:cubicBezTo>
                  <a:pt x="f1138" y="f665"/>
                  <a:pt x="f1136" y="f645"/>
                  <a:pt x="f42" y="f1119"/>
                </a:cubicBezTo>
                <a:cubicBezTo>
                  <a:pt x="f38" y="f1139"/>
                  <a:pt x="f1140" y="f1141"/>
                  <a:pt x="f34" y="f1129"/>
                </a:cubicBezTo>
                <a:cubicBezTo>
                  <a:pt x="f67" y="f596"/>
                  <a:pt x="f43" y="f632"/>
                  <a:pt x="f1142" y="f590"/>
                </a:cubicBezTo>
                <a:cubicBezTo>
                  <a:pt x="f28" y="f1129"/>
                  <a:pt x="f1143" y="f590"/>
                  <a:pt x="f62" y="f719"/>
                </a:cubicBezTo>
                <a:cubicBezTo>
                  <a:pt x="f709" y="f592"/>
                  <a:pt x="f56" y="f1144"/>
                  <a:pt x="f456" y="f579"/>
                </a:cubicBezTo>
                <a:cubicBezTo>
                  <a:pt x="f481" y="f579"/>
                  <a:pt x="f667" y="f579"/>
                  <a:pt x="f490" y="f614"/>
                </a:cubicBezTo>
                <a:cubicBezTo>
                  <a:pt x="f645" y="f625"/>
                  <a:pt x="f647" y="f566"/>
                  <a:pt x="f669" y="f507"/>
                </a:cubicBezTo>
                <a:cubicBezTo>
                  <a:pt x="f647" y="f511"/>
                  <a:pt x="f1115" y="f508"/>
                  <a:pt x="f607" y="f125"/>
                </a:cubicBezTo>
                <a:cubicBezTo>
                  <a:pt x="f1119" y="f140"/>
                  <a:pt x="f1116" y="f129"/>
                  <a:pt x="f599" y="f529"/>
                </a:cubicBezTo>
                <a:cubicBezTo>
                  <a:pt x="f1145" y="f531"/>
                  <a:pt x="f596" y="f1121"/>
                  <a:pt x="f590" y="f746"/>
                </a:cubicBezTo>
                <a:cubicBezTo>
                  <a:pt x="f633" y="f143"/>
                  <a:pt x="f1129" y="f1146"/>
                  <a:pt x="f636" y="f109"/>
                </a:cubicBezTo>
                <a:cubicBezTo>
                  <a:pt x="f592" y="f103"/>
                  <a:pt x="f630" y="f760"/>
                  <a:pt x="f1147" y="f1090"/>
                </a:cubicBezTo>
                <a:cubicBezTo>
                  <a:pt x="f723" y="f86"/>
                  <a:pt x="f1145" y="f767"/>
                  <a:pt x="f1115" y="f949"/>
                </a:cubicBezTo>
                <a:cubicBezTo>
                  <a:pt x="f645" y="f949"/>
                  <a:pt x="f641" y="f767"/>
                  <a:pt x="f47" y="f767"/>
                </a:cubicBezTo>
                <a:cubicBezTo>
                  <a:pt x="f669" y="f162"/>
                  <a:pt x="f472" y="f769"/>
                  <a:pt x="f459" y="f936"/>
                </a:cubicBezTo>
                <a:cubicBezTo>
                  <a:pt x="f481" y="f162"/>
                  <a:pt x="f658" y="f182"/>
                  <a:pt x="f653" y="f159"/>
                </a:cubicBezTo>
                <a:cubicBezTo>
                  <a:pt x="f46" y="f1090"/>
                  <a:pt x="f1148" y="f766"/>
                  <a:pt x="f44" y="f165"/>
                </a:cubicBezTo>
                <a:cubicBezTo>
                  <a:pt x="f65" y="f765"/>
                  <a:pt x="f30" y="f765"/>
                  <a:pt x="f24" y="f1091"/>
                </a:cubicBezTo>
                <a:cubicBezTo>
                  <a:pt x="f1149" y="f1091"/>
                  <a:pt x="f1150" y="f1091"/>
                  <a:pt x="f1135" y="f1091"/>
                </a:cubicBezTo>
                <a:cubicBezTo>
                  <a:pt x="f1150" y="f186"/>
                  <a:pt x="f1151" y="f842"/>
                  <a:pt x="f1152" y="f195"/>
                </a:cubicBezTo>
                <a:cubicBezTo>
                  <a:pt x="f1153" y="f837"/>
                  <a:pt x="f486" y="f82"/>
                  <a:pt x="f1115" y="f197"/>
                </a:cubicBezTo>
                <a:cubicBezTo>
                  <a:pt x="f598" y="f961"/>
                  <a:pt x="f632" y="f1124"/>
                  <a:pt x="f719" y="f1122"/>
                </a:cubicBezTo>
                <a:cubicBezTo>
                  <a:pt x="f634" y="f791"/>
                  <a:pt x="f596" y="f1083"/>
                  <a:pt x="f636" y="f206"/>
                </a:cubicBezTo>
                <a:cubicBezTo>
                  <a:pt x="f492" y="f931"/>
                  <a:pt x="f634" y="f794"/>
                  <a:pt x="f592" y="f1154"/>
                </a:cubicBezTo>
                <a:cubicBezTo>
                  <a:pt x="f581" y="f798"/>
                  <a:pt x="f1155" y="f64"/>
                  <a:pt x="f572" y="f813"/>
                </a:cubicBezTo>
                <a:cubicBezTo>
                  <a:pt x="f1156" y="f72"/>
                  <a:pt x="f570" y="f811"/>
                  <a:pt x="f628" y="f811"/>
                </a:cubicBezTo>
                <a:cubicBezTo>
                  <a:pt x="f1157" y="f811"/>
                  <a:pt x="f1147" y="f73"/>
                  <a:pt x="f727" y="f811"/>
                </a:cubicBezTo>
                <a:cubicBezTo>
                  <a:pt x="f579" y="f809"/>
                  <a:pt x="f1158" y="f809"/>
                  <a:pt x="f597" y="f809"/>
                </a:cubicBezTo>
                <a:cubicBezTo>
                  <a:pt x="f1145" y="f809"/>
                  <a:pt x="f1145" y="f1159"/>
                  <a:pt x="f636" y="f1159"/>
                </a:cubicBezTo>
                <a:cubicBezTo>
                  <a:pt x="f1129" y="f1006"/>
                  <a:pt x="f633" y="f1070"/>
                  <a:pt x="f595" y="f1160"/>
                </a:cubicBezTo>
                <a:cubicBezTo>
                  <a:pt x="f592" y="f927"/>
                  <a:pt x="f590" y="f994"/>
                  <a:pt x="f597" y="f235"/>
                </a:cubicBezTo>
                <a:cubicBezTo>
                  <a:pt x="f1139" y="f237"/>
                  <a:pt x="f1139" y="f237"/>
                  <a:pt x="f1161" y="f242"/>
                </a:cubicBezTo>
                <a:cubicBezTo>
                  <a:pt x="f603" y="f245"/>
                  <a:pt x="f603" y="f1015"/>
                  <a:pt x="f1162" y="f1163"/>
                </a:cubicBezTo>
                <a:cubicBezTo>
                  <a:pt x="f607" y="f1164"/>
                  <a:pt x="f1116" y="f1113"/>
                  <a:pt x="f637" y="f1165"/>
                </a:cubicBezTo>
                <a:cubicBezTo>
                  <a:pt x="f669" y="f1020"/>
                  <a:pt x="f460" y="f252"/>
                  <a:pt x="f1153" y="f250"/>
                </a:cubicBezTo>
                <a:cubicBezTo>
                  <a:pt x="f709" y="f1113"/>
                  <a:pt x="f709" y="f1166"/>
                  <a:pt x="f653" y="f255"/>
                </a:cubicBezTo>
                <a:cubicBezTo>
                  <a:pt x="f53" y="f1019"/>
                  <a:pt x="f1143" y="f250"/>
                  <a:pt x="f38" y="f249"/>
                </a:cubicBezTo>
                <a:cubicBezTo>
                  <a:pt x="f28" y="f1017"/>
                  <a:pt x="f1140" y="f926"/>
                  <a:pt x="f32" y="f1017"/>
                </a:cubicBezTo>
                <a:cubicBezTo>
                  <a:pt x="f34" y="f249"/>
                  <a:pt x="f1142" y="f1167"/>
                  <a:pt x="f1150" y="f247"/>
                </a:cubicBezTo>
                <a:cubicBezTo>
                  <a:pt x="f69" y="f1065"/>
                  <a:pt x="f1168" y="f1169"/>
                  <a:pt x="f33" y="f927"/>
                </a:cubicBezTo>
                <a:cubicBezTo>
                  <a:pt x="f424" y="f1069"/>
                  <a:pt x="f414" y="f1000"/>
                  <a:pt x="f27" y="f224"/>
                </a:cubicBezTo>
                <a:cubicBezTo>
                  <a:pt x="f407" y="f809"/>
                  <a:pt x="f1170" y="f810"/>
                  <a:pt x="f406" y="f222"/>
                </a:cubicBezTo>
                <a:cubicBezTo>
                  <a:pt x="f1171" y="f1074"/>
                  <a:pt x="f23" y="f819"/>
                  <a:pt x="f1172" y="f817"/>
                </a:cubicBezTo>
                <a:cubicBezTo>
                  <a:pt x="f1173" y="f1174"/>
                  <a:pt x="f74" y="f1175"/>
                  <a:pt x="f17" y="f994"/>
                </a:cubicBezTo>
                <a:cubicBezTo>
                  <a:pt x="f1176" y="f1169"/>
                  <a:pt x="f1177" y="f988"/>
                  <a:pt x="f1178" y="f244"/>
                </a:cubicBezTo>
                <a:cubicBezTo>
                  <a:pt x="f407" y="f1179"/>
                  <a:pt x="f27" y="f245"/>
                  <a:pt x="f1177" y="f1163"/>
                </a:cubicBezTo>
                <a:cubicBezTo>
                  <a:pt x="f1180" y="f926"/>
                  <a:pt x="f409" y="f1167"/>
                  <a:pt x="f411" y="f249"/>
                </a:cubicBezTo>
                <a:cubicBezTo>
                  <a:pt x="f411" y="f249"/>
                  <a:pt x="f1181" y="f853"/>
                  <a:pt x="f1181" y="f1164"/>
                </a:cubicBezTo>
                <a:cubicBezTo>
                  <a:pt x="f1180" y="f853"/>
                  <a:pt x="f27" y="f249"/>
                  <a:pt x="f1178" y="f1167"/>
                </a:cubicBezTo>
                <a:cubicBezTo>
                  <a:pt x="f25" y="f1015"/>
                  <a:pt x="f406" y="f1064"/>
                  <a:pt x="f1182" y="f244"/>
                </a:cubicBezTo>
                <a:cubicBezTo>
                  <a:pt x="f1183" y="f1184"/>
                  <a:pt x="f1185" y="f991"/>
                  <a:pt x="f89" y="f243"/>
                </a:cubicBezTo>
                <a:cubicBezTo>
                  <a:pt x="f91" y="f990"/>
                  <a:pt x="f76" y="f1169"/>
                  <a:pt x="f9" y="f237"/>
                </a:cubicBezTo>
                <a:cubicBezTo>
                  <a:pt x="f13" y="f1078"/>
                  <a:pt x="f102" y="f982"/>
                  <a:pt x="f392" y="f996"/>
                </a:cubicBezTo>
                <a:cubicBezTo>
                  <a:pt x="f1186" y="f1160"/>
                  <a:pt x="f1187" y="f981"/>
                  <a:pt x="f1188" y="f1069"/>
                </a:cubicBezTo>
                <a:cubicBezTo>
                  <a:pt x="f1189" y="f1069"/>
                  <a:pt x="f160" y="f1174"/>
                  <a:pt x="f1190" y="f1000"/>
                </a:cubicBezTo>
                <a:cubicBezTo>
                  <a:pt x="f1190" y="f1191"/>
                  <a:pt x="f139" y="f226"/>
                  <a:pt x="f158" y="f819"/>
                </a:cubicBezTo>
                <a:cubicBezTo>
                  <a:pt x="f141" y="f1074"/>
                  <a:pt x="f144" y="f810"/>
                  <a:pt x="f1192" y="f75"/>
                </a:cubicBezTo>
                <a:cubicBezTo>
                  <a:pt x="f358" y="f1193"/>
                  <a:pt x="f354" y="f73"/>
                  <a:pt x="f356" y="f68"/>
                </a:cubicBezTo>
                <a:cubicBezTo>
                  <a:pt x="f358" y="f1194"/>
                  <a:pt x="f356" y="f802"/>
                  <a:pt x="f356" y="f64"/>
                </a:cubicBezTo>
                <a:cubicBezTo>
                  <a:pt x="f354" y="f213"/>
                  <a:pt x="f354" y="f1082"/>
                  <a:pt x="f168" y="f968"/>
                </a:cubicBezTo>
                <a:cubicBezTo>
                  <a:pt x="f352" y="f794"/>
                  <a:pt x="f1195" y="f60"/>
                  <a:pt x="f1196" y="f209"/>
                </a:cubicBezTo>
                <a:cubicBezTo>
                  <a:pt x="f344" y="f1083"/>
                  <a:pt x="f1197" y="f59"/>
                  <a:pt x="f1197" y="f779"/>
                </a:cubicBezTo>
                <a:cubicBezTo>
                  <a:pt x="f1197" y="f961"/>
                  <a:pt x="f1198" y="f960"/>
                  <a:pt x="f174" y="f83"/>
                </a:cubicBezTo>
                <a:cubicBezTo>
                  <a:pt x="f1199" y="f774"/>
                  <a:pt x="f331" y="f770"/>
                  <a:pt x="f341" y="f188"/>
                </a:cubicBezTo>
                <a:cubicBezTo>
                  <a:pt x="f352" y="f948"/>
                  <a:pt x="f354" y="f167"/>
                  <a:pt x="f338" y="f758"/>
                </a:cubicBezTo>
                <a:cubicBezTo>
                  <a:pt x="f349" y="f749"/>
                  <a:pt x="f340" y="f531"/>
                  <a:pt x="f358" y="f1200"/>
                </a:cubicBezTo>
                <a:cubicBezTo>
                  <a:pt x="f1201" y="f561"/>
                  <a:pt x="f1201" y="f727"/>
                  <a:pt x="f1192" y="f586"/>
                </a:cubicBezTo>
                <a:cubicBezTo>
                  <a:pt x="f1192" y="f1202"/>
                  <a:pt x="f166" y="f719"/>
                  <a:pt x="f356" y="f633"/>
                </a:cubicBezTo>
                <a:cubicBezTo>
                  <a:pt x="f168" y="f1145"/>
                  <a:pt x="f170" y="f599"/>
                  <a:pt x="f1195" y="f637"/>
                </a:cubicBezTo>
                <a:cubicBezTo>
                  <a:pt x="f1195" y="f1162"/>
                  <a:pt x="f168" y="f1112"/>
                  <a:pt x="f358" y="f645"/>
                </a:cubicBezTo>
                <a:cubicBezTo>
                  <a:pt x="f166" y="f637"/>
                  <a:pt x="f1203" y="f1139"/>
                  <a:pt x="f152" y="f599"/>
                </a:cubicBezTo>
                <a:cubicBezTo>
                  <a:pt x="f1190" y="f636"/>
                  <a:pt x="f135" y="f633"/>
                  <a:pt x="f1204" y="f593"/>
                </a:cubicBezTo>
                <a:cubicBezTo>
                  <a:pt x="f378" y="f588"/>
                  <a:pt x="f1205" y="f579"/>
                  <a:pt x="f1206" y="f630"/>
                </a:cubicBezTo>
                <a:cubicBezTo>
                  <a:pt x="f1207" y="f1147"/>
                  <a:pt x="f1208" y="f496"/>
                  <a:pt x="f3" y="f628"/>
                </a:cubicBezTo>
                <a:cubicBezTo>
                  <a:pt x="f1209" y="f1157"/>
                  <a:pt x="f138" y="f1157"/>
                  <a:pt x="f160" y="f1147"/>
                </a:cubicBezTo>
                <a:cubicBezTo>
                  <a:pt x="f158" y="f559"/>
                  <a:pt x="f1210" y="f738"/>
                  <a:pt x="f128" y="f125"/>
                </a:cubicBezTo>
                <a:cubicBezTo>
                  <a:pt x="f126" y="f125"/>
                  <a:pt x="f1211" y="f50"/>
                  <a:pt x="f1212" y="f508"/>
                </a:cubicBezTo>
                <a:cubicBezTo>
                  <a:pt x="f122" y="f507"/>
                  <a:pt x="f380" y="f516"/>
                  <a:pt x="f1213" y="f566"/>
                </a:cubicBezTo>
                <a:cubicBezTo>
                  <a:pt x="f390" y="f625"/>
                  <a:pt x="f1214" y="f628"/>
                  <a:pt x="f1215" y="f577"/>
                </a:cubicBezTo>
                <a:cubicBezTo>
                  <a:pt x="f102" y="f634"/>
                  <a:pt x="f11" y="f637"/>
                  <a:pt x="f76" y="f667"/>
                </a:cubicBezTo>
                <a:cubicBezTo>
                  <a:pt x="f1216" y="f459"/>
                  <a:pt x="f23" y="f459"/>
                  <a:pt x="f1173" y="f669"/>
                </a:cubicBezTo>
                <a:cubicBezTo>
                  <a:pt x="f17" y="f459"/>
                  <a:pt x="f428" y="f466"/>
                  <a:pt x="f27" y="f58"/>
                </a:cubicBezTo>
                <a:cubicBezTo>
                  <a:pt x="f27" y="f450"/>
                  <a:pt x="f407" y="f2"/>
                  <a:pt x="f74" y="f1130"/>
                </a:cubicBezTo>
                <a:cubicBezTo>
                  <a:pt x="f1204" y="f1217"/>
                  <a:pt x="f326" y="f436"/>
                  <a:pt x="f293" y="f74"/>
                </a:cubicBezTo>
                <a:cubicBezTo>
                  <a:pt x="f214" y="f429"/>
                  <a:pt x="f287" y="f1218"/>
                  <a:pt x="f261" y="f23"/>
                </a:cubicBezTo>
                <a:cubicBezTo>
                  <a:pt x="f267" y="f87"/>
                  <a:pt x="f275" y="f1183"/>
                  <a:pt x="f6" y="f1185"/>
                </a:cubicBezTo>
                <a:cubicBezTo>
                  <a:pt x="f6" y="f1219"/>
                  <a:pt x="f6" y="f76"/>
                  <a:pt x="f6" y="f9"/>
                </a:cubicBezTo>
                <a:close/>
                <a:moveTo>
                  <a:pt x="f621" y="f502"/>
                </a:moveTo>
                <a:cubicBezTo>
                  <a:pt x="f1220" y="f747"/>
                  <a:pt x="f591" y="f548"/>
                  <a:pt x="f602" y="f755"/>
                </a:cubicBezTo>
                <a:cubicBezTo>
                  <a:pt x="f1221" y="f94"/>
                  <a:pt x="f939" y="f54"/>
                  <a:pt x="f1222" y="f167"/>
                </a:cubicBezTo>
                <a:cubicBezTo>
                  <a:pt x="f1223" y="f1091"/>
                  <a:pt x="f657" y="f165"/>
                  <a:pt x="f1224" y="f155"/>
                </a:cubicBezTo>
                <a:cubicBezTo>
                  <a:pt x="f934" y="f99"/>
                  <a:pt x="f1225" y="f105"/>
                  <a:pt x="f1226" y="f542"/>
                </a:cubicBezTo>
                <a:cubicBezTo>
                  <a:pt x="f1226" y="f542"/>
                  <a:pt x="f664" y="f1107"/>
                  <a:pt x="f664" y="f1107"/>
                </a:cubicBezTo>
                <a:cubicBezTo>
                  <a:pt x="f1227" y="f1107"/>
                  <a:pt x="f661" y="f548"/>
                  <a:pt x="f934" y="f1107"/>
                </a:cubicBezTo>
                <a:cubicBezTo>
                  <a:pt x="f659" y="f148"/>
                  <a:pt x="f1228" y="f546"/>
                  <a:pt x="f654" y="f119"/>
                </a:cubicBezTo>
                <a:cubicBezTo>
                  <a:pt x="f649" y="f746"/>
                  <a:pt x="f644" y="f554"/>
                  <a:pt x="f640" y="f1108"/>
                </a:cubicBezTo>
                <a:cubicBezTo>
                  <a:pt x="f629" y="f1108"/>
                  <a:pt x="f623" y="f131"/>
                  <a:pt x="f627" y="f529"/>
                </a:cubicBezTo>
                <a:cubicBezTo>
                  <a:pt x="f631" y="f1097"/>
                  <a:pt x="f617" y="f140"/>
                  <a:pt x="f621" y="f502"/>
                </a:cubicBezTo>
                <a:close/>
                <a:moveTo>
                  <a:pt x="f929" y="f1218"/>
                </a:moveTo>
                <a:cubicBezTo>
                  <a:pt x="f1003" y="f1170"/>
                  <a:pt x="f1229" y="f407"/>
                  <a:pt x="f1159" y="f409"/>
                </a:cubicBezTo>
                <a:cubicBezTo>
                  <a:pt x="f222" y="f1132"/>
                  <a:pt x="f1193" y="f1134"/>
                  <a:pt x="f72" y="f1142"/>
                </a:cubicBezTo>
                <a:cubicBezTo>
                  <a:pt x="f70" y="f1140"/>
                  <a:pt x="f803" y="f40"/>
                  <a:pt x="f66" y="f2"/>
                </a:cubicBezTo>
                <a:cubicBezTo>
                  <a:pt x="f930" y="f53"/>
                  <a:pt x="f930" y="f46"/>
                  <a:pt x="f68" y="f56"/>
                </a:cubicBezTo>
                <a:cubicBezTo>
                  <a:pt x="f811" y="f452"/>
                  <a:pt x="f224" y="f454"/>
                  <a:pt x="f1000" y="f709"/>
                </a:cubicBezTo>
                <a:cubicBezTo>
                  <a:pt x="f1000" y="f452"/>
                  <a:pt x="f1000" y="f56"/>
                  <a:pt x="f817" y="f46"/>
                </a:cubicBezTo>
                <a:cubicBezTo>
                  <a:pt x="f818" y="f38"/>
                  <a:pt x="f226" y="f446"/>
                  <a:pt x="f1230" y="f438"/>
                </a:cubicBezTo>
                <a:cubicBezTo>
                  <a:pt x="f228" y="f418"/>
                  <a:pt x="f1230" y="f407"/>
                  <a:pt x="f929" y="f1218"/>
                </a:cubicBezTo>
                <a:close/>
                <a:moveTo>
                  <a:pt x="f845" y="f767"/>
                </a:moveTo>
                <a:cubicBezTo>
                  <a:pt x="f845" y="f951"/>
                  <a:pt x="f845" y="f949"/>
                  <a:pt x="f845" y="f161"/>
                </a:cubicBezTo>
                <a:cubicBezTo>
                  <a:pt x="f1231" y="f1126"/>
                  <a:pt x="f681" y="f1126"/>
                  <a:pt x="f680" y="f92"/>
                </a:cubicBezTo>
                <a:cubicBezTo>
                  <a:pt x="f680" y="f171"/>
                  <a:pt x="f680" y="f99"/>
                  <a:pt x="f679" y="f1128"/>
                </a:cubicBezTo>
                <a:cubicBezTo>
                  <a:pt x="f1232" y="f154"/>
                  <a:pt x="f677" y="f106"/>
                  <a:pt x="f850" y="f147"/>
                </a:cubicBezTo>
                <a:cubicBezTo>
                  <a:pt x="f1226" y="f154"/>
                  <a:pt x="f1225" y="f95"/>
                  <a:pt x="f1233" y="f1092"/>
                </a:cubicBezTo>
                <a:cubicBezTo>
                  <a:pt x="f660" y="f165"/>
                  <a:pt x="f1234" y="f159"/>
                  <a:pt x="f663" y="f86"/>
                </a:cubicBezTo>
                <a:cubicBezTo>
                  <a:pt x="f670" y="f161"/>
                  <a:pt x="f1235" y="f949"/>
                  <a:pt x="f845" y="f767"/>
                </a:cubicBezTo>
                <a:close/>
                <a:moveTo>
                  <a:pt x="f1236" y="f1146"/>
                </a:moveTo>
                <a:cubicBezTo>
                  <a:pt x="f957" y="f1107"/>
                  <a:pt x="f1237" y="f150"/>
                  <a:pt x="f975" y="f103"/>
                </a:cubicBezTo>
                <a:cubicBezTo>
                  <a:pt x="f537" y="f749"/>
                  <a:pt x="f958" y="f117"/>
                  <a:pt x="f1238" y="f121"/>
                </a:cubicBezTo>
                <a:cubicBezTo>
                  <a:pt x="f1239" y="f117"/>
                  <a:pt x="f1240" y="f538"/>
                  <a:pt x="f1236" y="f1146"/>
                </a:cubicBezTo>
                <a:close/>
                <a:moveTo>
                  <a:pt x="f820" y="f835"/>
                </a:moveTo>
                <a:cubicBezTo>
                  <a:pt x="f705" y="f835"/>
                  <a:pt x="f706" y="f781"/>
                  <a:pt x="f706" y="f781"/>
                </a:cubicBezTo>
                <a:cubicBezTo>
                  <a:pt x="f1241" y="f1123"/>
                  <a:pt x="f707" y="f197"/>
                  <a:pt x="f708" y="f82"/>
                </a:cubicBezTo>
                <a:cubicBezTo>
                  <a:pt x="f710" y="f837"/>
                  <a:pt x="f711" y="f841"/>
                  <a:pt x="f1242" y="f55"/>
                </a:cubicBezTo>
                <a:cubicBezTo>
                  <a:pt x="f708" y="f956"/>
                  <a:pt x="f705" y="f956"/>
                  <a:pt x="f704" y="f770"/>
                </a:cubicBezTo>
                <a:cubicBezTo>
                  <a:pt x="f704" y="f837"/>
                  <a:pt x="f825" y="f844"/>
                  <a:pt x="f1243" y="f841"/>
                </a:cubicBezTo>
                <a:cubicBezTo>
                  <a:pt x="f829" y="f1123"/>
                  <a:pt x="f1244" y="f197"/>
                  <a:pt x="f820" y="f835"/>
                </a:cubicBezTo>
                <a:close/>
                <a:moveTo>
                  <a:pt x="f708" y="f734"/>
                </a:moveTo>
                <a:cubicBezTo>
                  <a:pt x="f1245" y="f561"/>
                  <a:pt x="f823" y="f559"/>
                  <a:pt x="f702" y="f559"/>
                </a:cubicBezTo>
                <a:cubicBezTo>
                  <a:pt x="f829" y="f559"/>
                  <a:pt x="f700" y="f734"/>
                  <a:pt x="f1246" y="f563"/>
                </a:cubicBezTo>
                <a:cubicBezTo>
                  <a:pt x="f1246" y="f566"/>
                  <a:pt x="f1246" y="f498"/>
                  <a:pt x="f1246" y="f513"/>
                </a:cubicBezTo>
                <a:cubicBezTo>
                  <a:pt x="f1243" y="f498"/>
                  <a:pt x="f703" y="f566"/>
                  <a:pt x="f708" y="f734"/>
                </a:cubicBezTo>
                <a:close/>
                <a:moveTo>
                  <a:pt x="f758" y="f125"/>
                </a:moveTo>
                <a:cubicBezTo>
                  <a:pt x="f95" y="f136"/>
                  <a:pt x="f54" y="f136"/>
                  <a:pt x="f178" y="f511"/>
                </a:cubicBezTo>
                <a:cubicBezTo>
                  <a:pt x="f54" y="f508"/>
                  <a:pt x="f99" y="f50"/>
                  <a:pt x="f758" y="f125"/>
                </a:cubicBezTo>
                <a:close/>
              </a:path>
            </a:pathLst>
          </a:custGeom>
          <a:solidFill>
            <a:srgbClr val="A72424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4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831423BE-0077-82EE-0989-759100A153D7}"/>
              </a:ext>
            </a:extLst>
          </p:cNvPr>
          <p:cNvSpPr/>
          <p:nvPr/>
        </p:nvSpPr>
        <p:spPr>
          <a:xfrm>
            <a:off x="-14328" y="63495"/>
            <a:ext cx="1440244" cy="933126"/>
          </a:xfrm>
          <a:custGeom>
            <a:avLst/>
            <a:gdLst>
              <a:gd name="f0" fmla="val 10800000"/>
              <a:gd name="f1" fmla="val 5400000"/>
              <a:gd name="f2" fmla="val 360"/>
              <a:gd name="f3" fmla="val 180"/>
              <a:gd name="f4" fmla="val w"/>
              <a:gd name="f5" fmla="val h"/>
              <a:gd name="f6" fmla="val 0"/>
              <a:gd name="f7" fmla="val 1590"/>
              <a:gd name="f8" fmla="val 1029"/>
              <a:gd name="f9" fmla="val 250"/>
              <a:gd name="f10" fmla="val 6"/>
              <a:gd name="f11" fmla="val 243"/>
              <a:gd name="f12" fmla="val 12"/>
              <a:gd name="f13" fmla="val 245"/>
              <a:gd name="f14" fmla="val 19"/>
              <a:gd name="f15" fmla="val 248"/>
              <a:gd name="f16" fmla="val 93"/>
              <a:gd name="f17" fmla="val 273"/>
              <a:gd name="f18" fmla="val 168"/>
              <a:gd name="f19" fmla="val 298"/>
              <a:gd name="f20" fmla="val 239"/>
              <a:gd name="f21" fmla="val 331"/>
              <a:gd name="f22" fmla="val 336"/>
              <a:gd name="f23" fmla="val 261"/>
              <a:gd name="f24" fmla="val 338"/>
              <a:gd name="f25" fmla="val 272"/>
              <a:gd name="f26" fmla="val 341"/>
              <a:gd name="f27" fmla="val 280"/>
              <a:gd name="f28" fmla="val 344"/>
              <a:gd name="f29" fmla="val 288"/>
              <a:gd name="f30" fmla="val 343"/>
              <a:gd name="f31" fmla="val 296"/>
              <a:gd name="f32" fmla="val 339"/>
              <a:gd name="f33" fmla="val 301"/>
              <a:gd name="f34" fmla="val 337"/>
              <a:gd name="f35" fmla="val 305"/>
              <a:gd name="f36" fmla="val 307"/>
              <a:gd name="f37" fmla="val 308"/>
              <a:gd name="f38" fmla="val 347"/>
              <a:gd name="f39" fmla="val 312"/>
              <a:gd name="f40" fmla="val 351"/>
              <a:gd name="f41" fmla="val 315"/>
              <a:gd name="f42" fmla="val 352"/>
              <a:gd name="f43" fmla="val 333"/>
              <a:gd name="f44" fmla="val 355"/>
              <a:gd name="f45" fmla="val 359"/>
              <a:gd name="f46" fmla="val 369"/>
              <a:gd name="f47" fmla="val 412"/>
              <a:gd name="f48" fmla="val 361"/>
              <a:gd name="f49" fmla="val 456"/>
              <a:gd name="f50" fmla="val 499"/>
              <a:gd name="f51" fmla="val 363"/>
              <a:gd name="f52" fmla="val 534"/>
              <a:gd name="f53" fmla="val 365"/>
              <a:gd name="f54" fmla="val 570"/>
              <a:gd name="f55" fmla="val 605"/>
              <a:gd name="f56" fmla="val 371"/>
              <a:gd name="f57" fmla="val 619"/>
              <a:gd name="f58" fmla="val 372"/>
              <a:gd name="f59" fmla="val 633"/>
              <a:gd name="f60" fmla="val 647"/>
              <a:gd name="f61" fmla="val 659"/>
              <a:gd name="f62" fmla="val 368"/>
              <a:gd name="f63" fmla="val 668"/>
              <a:gd name="f64" fmla="val 672"/>
              <a:gd name="f65" fmla="val 349"/>
              <a:gd name="f66" fmla="val 677"/>
              <a:gd name="f67" fmla="val 335"/>
              <a:gd name="f68" fmla="val 682"/>
              <a:gd name="f69" fmla="val 320"/>
              <a:gd name="f70" fmla="val 685"/>
              <a:gd name="f71" fmla="val 306"/>
              <a:gd name="f72" fmla="val 688"/>
              <a:gd name="f73" fmla="val 690"/>
              <a:gd name="f74" fmla="val 270"/>
              <a:gd name="f75" fmla="val 693"/>
              <a:gd name="f76" fmla="val 252"/>
              <a:gd name="f77" fmla="val 679"/>
              <a:gd name="f78" fmla="val 663"/>
              <a:gd name="f79" fmla="val 650"/>
              <a:gd name="f80" fmla="val 640"/>
              <a:gd name="f81" fmla="val 627"/>
              <a:gd name="f82" fmla="val 615"/>
              <a:gd name="f83" fmla="val 614"/>
              <a:gd name="f84" fmla="val 602"/>
              <a:gd name="f85" fmla="val 265"/>
              <a:gd name="f86" fmla="val 589"/>
              <a:gd name="f87" fmla="val 260"/>
              <a:gd name="f88" fmla="val 577"/>
              <a:gd name="f89" fmla="val 255"/>
              <a:gd name="f90" fmla="val 573"/>
              <a:gd name="f91" fmla="val 253"/>
              <a:gd name="f92" fmla="val 569"/>
              <a:gd name="f93" fmla="val 251"/>
              <a:gd name="f94" fmla="val 563"/>
              <a:gd name="f95" fmla="val 566"/>
              <a:gd name="f96" fmla="val 246"/>
              <a:gd name="f97" fmla="val 568"/>
              <a:gd name="f98" fmla="val 244"/>
              <a:gd name="f99" fmla="val 565"/>
              <a:gd name="f100" fmla="val 240"/>
              <a:gd name="f101" fmla="val 560"/>
              <a:gd name="f102" fmla="val 235"/>
              <a:gd name="f103" fmla="val 555"/>
              <a:gd name="f104" fmla="val 231"/>
              <a:gd name="f105" fmla="val 554"/>
              <a:gd name="f106" fmla="val 552"/>
              <a:gd name="f107" fmla="val 551"/>
              <a:gd name="f108" fmla="val 230"/>
              <a:gd name="f109" fmla="val 540"/>
              <a:gd name="f110" fmla="val 227"/>
              <a:gd name="f111" fmla="val 530"/>
              <a:gd name="f112" fmla="val 223"/>
              <a:gd name="f113" fmla="val 517"/>
              <a:gd name="f114" fmla="val 219"/>
              <a:gd name="f115" fmla="val 524"/>
              <a:gd name="f116" fmla="val 216"/>
              <a:gd name="f117" fmla="val 528"/>
              <a:gd name="f118" fmla="val 213"/>
              <a:gd name="f119" fmla="val 535"/>
              <a:gd name="f120" fmla="val 210"/>
              <a:gd name="f121" fmla="val 523"/>
              <a:gd name="f122" fmla="val 205"/>
              <a:gd name="f123" fmla="val 512"/>
              <a:gd name="f124" fmla="val 201"/>
              <a:gd name="f125" fmla="val 500"/>
              <a:gd name="f126" fmla="val 195"/>
              <a:gd name="f127" fmla="val 504"/>
              <a:gd name="f128" fmla="val 193"/>
              <a:gd name="f129" fmla="val 509"/>
              <a:gd name="f130" fmla="val 190"/>
              <a:gd name="f131" fmla="val 515"/>
              <a:gd name="f132" fmla="val 187"/>
              <a:gd name="f133" fmla="val 511"/>
              <a:gd name="f134" fmla="val 184"/>
              <a:gd name="f135" fmla="val 182"/>
              <a:gd name="f136" fmla="val 506"/>
              <a:gd name="f137" fmla="val 501"/>
              <a:gd name="f138" fmla="val 176"/>
              <a:gd name="f139" fmla="val 172"/>
              <a:gd name="f140" fmla="val 507"/>
              <a:gd name="f141" fmla="val 170"/>
              <a:gd name="f142" fmla="val 167"/>
              <a:gd name="f143" fmla="val 531"/>
              <a:gd name="f144" fmla="val 166"/>
              <a:gd name="f145" fmla="val 539"/>
              <a:gd name="f146" fmla="val 544"/>
              <a:gd name="f147" fmla="val 545"/>
              <a:gd name="f148" fmla="val 547"/>
              <a:gd name="f149" fmla="val 165"/>
              <a:gd name="f150" fmla="val 549"/>
              <a:gd name="f151" fmla="val 164"/>
              <a:gd name="f152" fmla="val 163"/>
              <a:gd name="f153" fmla="val 162"/>
              <a:gd name="f154" fmla="val 557"/>
              <a:gd name="f155" fmla="val 574"/>
              <a:gd name="f156" fmla="val 169"/>
              <a:gd name="f157" fmla="val 580"/>
              <a:gd name="f158" fmla="val 171"/>
              <a:gd name="f159" fmla="val 588"/>
              <a:gd name="f160" fmla="val 174"/>
              <a:gd name="f161" fmla="val 591"/>
              <a:gd name="f162" fmla="val 595"/>
              <a:gd name="f163" fmla="val 161"/>
              <a:gd name="f164" fmla="val 156"/>
              <a:gd name="f165" fmla="val 583"/>
              <a:gd name="f166" fmla="val 152"/>
              <a:gd name="f167" fmla="val 578"/>
              <a:gd name="f168" fmla="val 148"/>
              <a:gd name="f169" fmla="val 572"/>
              <a:gd name="f170" fmla="val 146"/>
              <a:gd name="f171" fmla="val 567"/>
              <a:gd name="f172" fmla="val 143"/>
              <a:gd name="f173" fmla="val 135"/>
              <a:gd name="f174" fmla="val 127"/>
              <a:gd name="f175" fmla="val 120"/>
              <a:gd name="f176" fmla="val 571"/>
              <a:gd name="f177" fmla="val 111"/>
              <a:gd name="f178" fmla="val 576"/>
              <a:gd name="f179" fmla="val 105"/>
              <a:gd name="f180" fmla="val 100"/>
              <a:gd name="f181" fmla="val 97"/>
              <a:gd name="f182" fmla="val 590"/>
              <a:gd name="f183" fmla="val 88"/>
              <a:gd name="f184" fmla="val 81"/>
              <a:gd name="f185" fmla="val 75"/>
              <a:gd name="f186" fmla="val 599"/>
              <a:gd name="f187" fmla="val 77"/>
              <a:gd name="f188" fmla="val 598"/>
              <a:gd name="f189" fmla="val 71"/>
              <a:gd name="f190" fmla="val 64"/>
              <a:gd name="f191" fmla="val 58"/>
              <a:gd name="f192" fmla="val 600"/>
              <a:gd name="f193" fmla="val 57"/>
              <a:gd name="f194" fmla="val 601"/>
              <a:gd name="f195" fmla="val 610"/>
              <a:gd name="f196" fmla="val 66"/>
              <a:gd name="f197" fmla="val 618"/>
              <a:gd name="f198" fmla="val 626"/>
              <a:gd name="f199" fmla="val 56"/>
              <a:gd name="f200" fmla="val 629"/>
              <a:gd name="f201" fmla="val 54"/>
              <a:gd name="f202" fmla="val 53"/>
              <a:gd name="f203" fmla="val 637"/>
              <a:gd name="f204" fmla="val 51"/>
              <a:gd name="f205" fmla="val 49"/>
              <a:gd name="f206" fmla="val 644"/>
              <a:gd name="f207" fmla="val 47"/>
              <a:gd name="f208" fmla="val 44"/>
              <a:gd name="f209" fmla="val 646"/>
              <a:gd name="f210" fmla="val 32"/>
              <a:gd name="f211" fmla="val 658"/>
              <a:gd name="f212" fmla="val 31"/>
              <a:gd name="f213" fmla="val 666"/>
              <a:gd name="f214" fmla="val 26"/>
              <a:gd name="f215" fmla="val 24"/>
              <a:gd name="f216" fmla="val 673"/>
              <a:gd name="f217" fmla="val 27"/>
              <a:gd name="f218" fmla="val 29"/>
              <a:gd name="f219" fmla="val 686"/>
              <a:gd name="f220" fmla="val 33"/>
              <a:gd name="f221" fmla="val 689"/>
              <a:gd name="f222" fmla="val 695"/>
              <a:gd name="f223" fmla="val 30"/>
              <a:gd name="f224" fmla="val 701"/>
              <a:gd name="f225" fmla="val 34"/>
              <a:gd name="f226" fmla="val 706"/>
              <a:gd name="f227" fmla="val 39"/>
              <a:gd name="f228" fmla="val 715"/>
              <a:gd name="f229" fmla="val 48"/>
              <a:gd name="f230" fmla="val 720"/>
              <a:gd name="f231" fmla="val 728"/>
              <a:gd name="f232" fmla="val 37"/>
              <a:gd name="f233" fmla="val 731"/>
              <a:gd name="f234" fmla="val 734"/>
              <a:gd name="f235" fmla="val 738"/>
              <a:gd name="f236" fmla="val 23"/>
              <a:gd name="f237" fmla="val 739"/>
              <a:gd name="f238" fmla="val 21"/>
              <a:gd name="f239" fmla="val 744"/>
              <a:gd name="f240" fmla="val 20"/>
              <a:gd name="f241" fmla="val 745"/>
              <a:gd name="f242" fmla="val 750"/>
              <a:gd name="f243" fmla="val 753"/>
              <a:gd name="f244" fmla="val 757"/>
              <a:gd name="f245" fmla="val 761"/>
              <a:gd name="f246" fmla="val 18"/>
              <a:gd name="f247" fmla="val 764"/>
              <a:gd name="f248" fmla="val 15"/>
              <a:gd name="f249" fmla="val 768"/>
              <a:gd name="f250" fmla="val 773"/>
              <a:gd name="f251" fmla="val 9"/>
              <a:gd name="f252" fmla="val 777"/>
              <a:gd name="f253" fmla="val 782"/>
              <a:gd name="f254" fmla="val 11"/>
              <a:gd name="f255" fmla="val 784"/>
              <a:gd name="f256" fmla="val 788"/>
              <a:gd name="f257" fmla="val 792"/>
              <a:gd name="f258" fmla="val 10"/>
              <a:gd name="f259" fmla="val 797"/>
              <a:gd name="f260" fmla="val 802"/>
              <a:gd name="f261" fmla="val 8"/>
              <a:gd name="f262" fmla="val 807"/>
              <a:gd name="f263" fmla="val 7"/>
              <a:gd name="f264" fmla="val 809"/>
              <a:gd name="f265" fmla="val 811"/>
              <a:gd name="f266" fmla="val 813"/>
              <a:gd name="f267" fmla="val 5"/>
              <a:gd name="f268" fmla="val 819"/>
              <a:gd name="f269" fmla="val 2"/>
              <a:gd name="f270" fmla="val 824"/>
              <a:gd name="f271" fmla="val 829"/>
              <a:gd name="f272" fmla="val 4"/>
              <a:gd name="f273" fmla="val 832"/>
              <a:gd name="f274" fmla="val 835"/>
              <a:gd name="f275" fmla="val 3"/>
              <a:gd name="f276" fmla="val 839"/>
              <a:gd name="f277" fmla="val 841"/>
              <a:gd name="f278" fmla="val 1"/>
              <a:gd name="f279" fmla="val 844"/>
              <a:gd name="f280" fmla="val 846"/>
              <a:gd name="f281" fmla="val 849"/>
              <a:gd name="f282" fmla="val 852"/>
              <a:gd name="f283" fmla="val 855"/>
              <a:gd name="f284" fmla="val 867"/>
              <a:gd name="f285" fmla="val 877"/>
              <a:gd name="f286" fmla="val 882"/>
              <a:gd name="f287" fmla="val 17"/>
              <a:gd name="f288" fmla="val 883"/>
              <a:gd name="f289" fmla="val 888"/>
              <a:gd name="f290" fmla="val 894"/>
              <a:gd name="f291" fmla="val 902"/>
              <a:gd name="f292" fmla="val 900"/>
              <a:gd name="f293" fmla="val 35"/>
              <a:gd name="f294" fmla="val 898"/>
              <a:gd name="f295" fmla="val 40"/>
              <a:gd name="f296" fmla="val 899"/>
              <a:gd name="f297" fmla="val 42"/>
              <a:gd name="f298" fmla="val 904"/>
              <a:gd name="f299" fmla="val 917"/>
              <a:gd name="f300" fmla="val 918"/>
              <a:gd name="f301" fmla="val 909"/>
              <a:gd name="f302" fmla="val 61"/>
              <a:gd name="f303" fmla="val 908"/>
              <a:gd name="f304" fmla="val 62"/>
              <a:gd name="f305" fmla="val 907"/>
              <a:gd name="f306" fmla="val 912"/>
              <a:gd name="f307" fmla="val 68"/>
              <a:gd name="f308" fmla="val 913"/>
              <a:gd name="f309" fmla="val 72"/>
              <a:gd name="f310" fmla="val 78"/>
              <a:gd name="f311" fmla="val 79"/>
              <a:gd name="f312" fmla="val 906"/>
              <a:gd name="f313" fmla="val 83"/>
              <a:gd name="f314" fmla="val 84"/>
              <a:gd name="f315" fmla="val 911"/>
              <a:gd name="f316" fmla="val 915"/>
              <a:gd name="f317" fmla="val 920"/>
              <a:gd name="f318" fmla="val 96"/>
              <a:gd name="f319" fmla="val 926"/>
              <a:gd name="f320" fmla="val 923"/>
              <a:gd name="f321" fmla="val 103"/>
              <a:gd name="f322" fmla="val 919"/>
              <a:gd name="f323" fmla="val 107"/>
              <a:gd name="f324" fmla="val 108"/>
              <a:gd name="f325" fmla="val 110"/>
              <a:gd name="f326" fmla="val 113"/>
              <a:gd name="f327" fmla="val 117"/>
              <a:gd name="f328" fmla="val 119"/>
              <a:gd name="f329" fmla="val 121"/>
              <a:gd name="f330" fmla="val 122"/>
              <a:gd name="f331" fmla="val 124"/>
              <a:gd name="f332" fmla="val 887"/>
              <a:gd name="f333" fmla="val 881"/>
              <a:gd name="f334" fmla="val 130"/>
              <a:gd name="f335" fmla="val 874"/>
              <a:gd name="f336" fmla="val 134"/>
              <a:gd name="f337" fmla="val 880"/>
              <a:gd name="f338" fmla="val 144"/>
              <a:gd name="f339" fmla="val 892"/>
              <a:gd name="f340" fmla="val 140"/>
              <a:gd name="f341" fmla="val 131"/>
              <a:gd name="f342" fmla="val 933"/>
              <a:gd name="f343" fmla="val 954"/>
              <a:gd name="f344" fmla="val 133"/>
              <a:gd name="f345" fmla="val 959"/>
              <a:gd name="f346" fmla="val 963"/>
              <a:gd name="f347" fmla="val 136"/>
              <a:gd name="f348" fmla="val 968"/>
              <a:gd name="f349" fmla="val 138"/>
              <a:gd name="f350" fmla="val 962"/>
              <a:gd name="f351" fmla="val 964"/>
              <a:gd name="f352" fmla="val 147"/>
              <a:gd name="f353" fmla="val 971"/>
              <a:gd name="f354" fmla="val 149"/>
              <a:gd name="f355" fmla="val 975"/>
              <a:gd name="f356" fmla="val 150"/>
              <a:gd name="f357" fmla="val 978"/>
              <a:gd name="f358" fmla="val 151"/>
              <a:gd name="f359" fmla="val 982"/>
              <a:gd name="f360" fmla="val 153"/>
              <a:gd name="f361" fmla="val 985"/>
              <a:gd name="f362" fmla="val 154"/>
              <a:gd name="f363" fmla="val 989"/>
              <a:gd name="f364" fmla="val 988"/>
              <a:gd name="f365" fmla="val 160"/>
              <a:gd name="f366" fmla="val 993"/>
              <a:gd name="f367" fmla="val 996"/>
              <a:gd name="f368" fmla="val 1000"/>
              <a:gd name="f369" fmla="val 1005"/>
              <a:gd name="f370" fmla="val 175"/>
              <a:gd name="f371" fmla="val 1007"/>
              <a:gd name="f372" fmla="val 179"/>
              <a:gd name="f373" fmla="val 1011"/>
              <a:gd name="f374" fmla="val 188"/>
              <a:gd name="f375" fmla="val 1016"/>
              <a:gd name="f376" fmla="val 196"/>
              <a:gd name="f377" fmla="val 1027"/>
              <a:gd name="f378" fmla="val 197"/>
              <a:gd name="f379" fmla="val 1018"/>
              <a:gd name="f380" fmla="val 209"/>
              <a:gd name="f381" fmla="val 1004"/>
              <a:gd name="f382" fmla="val 204"/>
              <a:gd name="f383" fmla="val 994"/>
              <a:gd name="f384" fmla="val 995"/>
              <a:gd name="f385" fmla="val 215"/>
              <a:gd name="f386" fmla="val 998"/>
              <a:gd name="f387" fmla="val 220"/>
              <a:gd name="f388" fmla="val 990"/>
              <a:gd name="f389" fmla="val 218"/>
              <a:gd name="f390" fmla="val 221"/>
              <a:gd name="f391" fmla="val 992"/>
              <a:gd name="f392" fmla="val 225"/>
              <a:gd name="f393" fmla="val 228"/>
              <a:gd name="f394" fmla="val 234"/>
              <a:gd name="f395" fmla="val 997"/>
              <a:gd name="f396" fmla="val 237"/>
              <a:gd name="f397" fmla="val 238"/>
              <a:gd name="f398" fmla="val 991"/>
              <a:gd name="f399" fmla="val 983"/>
              <a:gd name="f400" fmla="val 977"/>
              <a:gd name="f401" fmla="val 236"/>
              <a:gd name="f402" fmla="val 972"/>
              <a:gd name="f403" fmla="val 973"/>
              <a:gd name="f404" fmla="val 249"/>
              <a:gd name="f405" fmla="val 969"/>
              <a:gd name="f406" fmla="val 268"/>
              <a:gd name="f407" fmla="val 277"/>
              <a:gd name="f408" fmla="val 976"/>
              <a:gd name="f409" fmla="val 284"/>
              <a:gd name="f410" fmla="val 965"/>
              <a:gd name="f411" fmla="val 286"/>
              <a:gd name="f412" fmla="val 955"/>
              <a:gd name="f413" fmla="val 945"/>
              <a:gd name="f414" fmla="val 287"/>
              <a:gd name="f415" fmla="val 935"/>
              <a:gd name="f416" fmla="val 930"/>
              <a:gd name="f417" fmla="val 927"/>
              <a:gd name="f418" fmla="val 290"/>
              <a:gd name="f419" fmla="val 293"/>
              <a:gd name="f420" fmla="val 928"/>
              <a:gd name="f421" fmla="val 295"/>
              <a:gd name="f422" fmla="val 921"/>
              <a:gd name="f423" fmla="val 916"/>
              <a:gd name="f424" fmla="val 294"/>
              <a:gd name="f425" fmla="val 291"/>
              <a:gd name="f426" fmla="val 283"/>
              <a:gd name="f427" fmla="val 897"/>
              <a:gd name="f428" fmla="val 279"/>
              <a:gd name="f429" fmla="val 267"/>
              <a:gd name="f430" fmla="val 863"/>
              <a:gd name="f431" fmla="val 850"/>
              <a:gd name="f432" fmla="val 861"/>
              <a:gd name="f433" fmla="val 871"/>
              <a:gd name="f434" fmla="val 297"/>
              <a:gd name="f435" fmla="val 879"/>
              <a:gd name="f436" fmla="val 299"/>
              <a:gd name="f437" fmla="val 885"/>
              <a:gd name="f438" fmla="val 303"/>
              <a:gd name="f439" fmla="val 311"/>
              <a:gd name="f440" fmla="val 314"/>
              <a:gd name="f441" fmla="val 893"/>
              <a:gd name="f442" fmla="val 319"/>
              <a:gd name="f443" fmla="val 896"/>
              <a:gd name="f444" fmla="val 321"/>
              <a:gd name="f445" fmla="val 323"/>
              <a:gd name="f446" fmla="val 325"/>
              <a:gd name="f447" fmla="val 346"/>
              <a:gd name="f448" fmla="val 924"/>
              <a:gd name="f449" fmla="val 922"/>
              <a:gd name="f450" fmla="val 364"/>
              <a:gd name="f451" fmla="val 366"/>
              <a:gd name="f452" fmla="val 373"/>
              <a:gd name="f453" fmla="val 895"/>
              <a:gd name="f454" fmla="val 374"/>
              <a:gd name="f455" fmla="val 878"/>
              <a:gd name="f456" fmla="val 370"/>
              <a:gd name="f457" fmla="val 378"/>
              <a:gd name="f458" fmla="val 394"/>
              <a:gd name="f459" fmla="val 395"/>
              <a:gd name="f460" fmla="val 392"/>
              <a:gd name="f461" fmla="val 854"/>
              <a:gd name="f462" fmla="val 390"/>
              <a:gd name="f463" fmla="val 389"/>
              <a:gd name="f464" fmla="val 837"/>
              <a:gd name="f465" fmla="val 380"/>
              <a:gd name="f466" fmla="val 385"/>
              <a:gd name="f467" fmla="val 838"/>
              <a:gd name="f468" fmla="val 393"/>
              <a:gd name="f469" fmla="val 401"/>
              <a:gd name="f470" fmla="val 836"/>
              <a:gd name="f471" fmla="val 403"/>
              <a:gd name="f472" fmla="val 400"/>
              <a:gd name="f473" fmla="val 822"/>
              <a:gd name="f474" fmla="val 398"/>
              <a:gd name="f475" fmla="val 816"/>
              <a:gd name="f476" fmla="val 810"/>
              <a:gd name="f477" fmla="val 808"/>
              <a:gd name="f478" fmla="val 391"/>
              <a:gd name="f479" fmla="val 806"/>
              <a:gd name="f480" fmla="val 803"/>
              <a:gd name="f481" fmla="val 388"/>
              <a:gd name="f482" fmla="val 396"/>
              <a:gd name="f483" fmla="val 800"/>
              <a:gd name="f484" fmla="val 796"/>
              <a:gd name="f485" fmla="val 794"/>
              <a:gd name="f486" fmla="val 397"/>
              <a:gd name="f487" fmla="val 775"/>
              <a:gd name="f488" fmla="val 780"/>
              <a:gd name="f489" fmla="val 825"/>
              <a:gd name="f490" fmla="val 419"/>
              <a:gd name="f491" fmla="val 869"/>
              <a:gd name="f492" fmla="val 438"/>
              <a:gd name="f493" fmla="val 914"/>
              <a:gd name="f494" fmla="val 457"/>
              <a:gd name="f495" fmla="val 950"/>
              <a:gd name="f496" fmla="val 472"/>
              <a:gd name="f497" fmla="val 986"/>
              <a:gd name="f498" fmla="val 487"/>
              <a:gd name="f499" fmla="val 1022"/>
              <a:gd name="f500" fmla="val 502"/>
              <a:gd name="f501" fmla="val 1024"/>
              <a:gd name="f502" fmla="val 503"/>
              <a:gd name="f503" fmla="val 505"/>
              <a:gd name="f504" fmla="val 1033"/>
              <a:gd name="f505" fmla="val 491"/>
              <a:gd name="f506" fmla="val 1043"/>
              <a:gd name="f507" fmla="val 494"/>
              <a:gd name="f508" fmla="val 498"/>
              <a:gd name="f509" fmla="val 1044"/>
              <a:gd name="f510" fmla="val 1051"/>
              <a:gd name="f511" fmla="val 496"/>
              <a:gd name="f512" fmla="val 1057"/>
              <a:gd name="f513" fmla="val 488"/>
              <a:gd name="f514" fmla="val 1068"/>
              <a:gd name="f515" fmla="val 1069"/>
              <a:gd name="f516" fmla="val 490"/>
              <a:gd name="f517" fmla="val 492"/>
              <a:gd name="f518" fmla="val 1070"/>
              <a:gd name="f519" fmla="val 493"/>
              <a:gd name="f520" fmla="val 1081"/>
              <a:gd name="f521" fmla="val 1093"/>
              <a:gd name="f522" fmla="val 1104"/>
              <a:gd name="f523" fmla="val 1105"/>
              <a:gd name="f524" fmla="val 1103"/>
              <a:gd name="f525" fmla="val 1101"/>
              <a:gd name="f526" fmla="val 1098"/>
              <a:gd name="f527" fmla="val 1111"/>
              <a:gd name="f528" fmla="val 1123"/>
              <a:gd name="f529" fmla="val 513"/>
              <a:gd name="f530" fmla="val 1135"/>
              <a:gd name="f531" fmla="val 516"/>
              <a:gd name="f532" fmla="val 1148"/>
              <a:gd name="f533" fmla="val 519"/>
              <a:gd name="f534" fmla="val 1161"/>
              <a:gd name="f535" fmla="val 1173"/>
              <a:gd name="f536" fmla="val 529"/>
              <a:gd name="f537" fmla="val 1180"/>
              <a:gd name="f538" fmla="val 532"/>
              <a:gd name="f539" fmla="val 1185"/>
              <a:gd name="f540" fmla="val 538"/>
              <a:gd name="f541" fmla="val 1191"/>
              <a:gd name="f542" fmla="val 543"/>
              <a:gd name="f543" fmla="val 1199"/>
              <a:gd name="f544" fmla="val 1205"/>
              <a:gd name="f545" fmla="val 1214"/>
              <a:gd name="f546" fmla="val 546"/>
              <a:gd name="f547" fmla="val 1223"/>
              <a:gd name="f548" fmla="val 541"/>
              <a:gd name="f549" fmla="val 1231"/>
              <a:gd name="f550" fmla="val 1239"/>
              <a:gd name="f551" fmla="val 1244"/>
              <a:gd name="f552" fmla="val 526"/>
              <a:gd name="f553" fmla="val 1248"/>
              <a:gd name="f554" fmla="val 521"/>
              <a:gd name="f555" fmla="val 1251"/>
              <a:gd name="f556" fmla="val 1261"/>
              <a:gd name="f557" fmla="val 1259"/>
              <a:gd name="f558" fmla="val 1247"/>
              <a:gd name="f559" fmla="val 482"/>
              <a:gd name="f560" fmla="val 1241"/>
              <a:gd name="f561" fmla="val 483"/>
              <a:gd name="f562" fmla="val 1235"/>
              <a:gd name="f563" fmla="val 485"/>
              <a:gd name="f564" fmla="val 1230"/>
              <a:gd name="f565" fmla="val 1228"/>
              <a:gd name="f566" fmla="val 486"/>
              <a:gd name="f567" fmla="val 1225"/>
              <a:gd name="f568" fmla="val 480"/>
              <a:gd name="f569" fmla="val 1227"/>
              <a:gd name="f570" fmla="val 477"/>
              <a:gd name="f571" fmla="val 1233"/>
              <a:gd name="f572" fmla="val 475"/>
              <a:gd name="f573" fmla="val 1238"/>
              <a:gd name="f574" fmla="val 473"/>
              <a:gd name="f575" fmla="val 463"/>
              <a:gd name="f576" fmla="val 1246"/>
              <a:gd name="f577" fmla="val 461"/>
              <a:gd name="f578" fmla="val 1237"/>
              <a:gd name="f579" fmla="val 458"/>
              <a:gd name="f580" fmla="val 1232"/>
              <a:gd name="f581" fmla="val 459"/>
              <a:gd name="f582" fmla="val 1226"/>
              <a:gd name="f583" fmla="val 460"/>
              <a:gd name="f584" fmla="val 1220"/>
              <a:gd name="f585" fmla="val 1218"/>
              <a:gd name="f586" fmla="val 454"/>
              <a:gd name="f587" fmla="val 1219"/>
              <a:gd name="f588" fmla="val 452"/>
              <a:gd name="f589" fmla="val 1222"/>
              <a:gd name="f590" fmla="val 444"/>
              <a:gd name="f591" fmla="val 1229"/>
              <a:gd name="f592" fmla="val 446"/>
              <a:gd name="f593" fmla="val 448"/>
              <a:gd name="f594" fmla="val 1236"/>
              <a:gd name="f595" fmla="val 443"/>
              <a:gd name="f596" fmla="val 439"/>
              <a:gd name="f597" fmla="val 435"/>
              <a:gd name="f598" fmla="val 429"/>
              <a:gd name="f599" fmla="val 428"/>
              <a:gd name="f600" fmla="val 1216"/>
              <a:gd name="f601" fmla="val 1213"/>
              <a:gd name="f602" fmla="val 1210"/>
              <a:gd name="f603" fmla="val 430"/>
              <a:gd name="f604" fmla="val 1208"/>
              <a:gd name="f605" fmla="val 1207"/>
              <a:gd name="f606" fmla="val 1204"/>
              <a:gd name="f607" fmla="val 421"/>
              <a:gd name="f608" fmla="val 426"/>
              <a:gd name="f609" fmla="val 1242"/>
              <a:gd name="f610" fmla="val 432"/>
              <a:gd name="f611" fmla="val 450"/>
              <a:gd name="f612" fmla="val 1250"/>
              <a:gd name="f613" fmla="val 1254"/>
              <a:gd name="f614" fmla="val 474"/>
              <a:gd name="f615" fmla="val 476"/>
              <a:gd name="f616" fmla="val 1255"/>
              <a:gd name="f617" fmla="val 1267"/>
              <a:gd name="f618" fmla="val 1265"/>
              <a:gd name="f619" fmla="val 1263"/>
              <a:gd name="f620" fmla="val 1262"/>
              <a:gd name="f621" fmla="val 1264"/>
              <a:gd name="f622" fmla="val 1270"/>
              <a:gd name="f623" fmla="val 1273"/>
              <a:gd name="f624" fmla="val 1276"/>
              <a:gd name="f625" fmla="val 479"/>
              <a:gd name="f626" fmla="val 1280"/>
              <a:gd name="f627" fmla="val 1271"/>
              <a:gd name="f628" fmla="val 471"/>
              <a:gd name="f629" fmla="val 1274"/>
              <a:gd name="f630" fmla="val 464"/>
              <a:gd name="f631" fmla="val 1269"/>
              <a:gd name="f632" fmla="val 441"/>
              <a:gd name="f633" fmla="val 440"/>
              <a:gd name="f634" fmla="val 442"/>
              <a:gd name="f635" fmla="val 1275"/>
              <a:gd name="f636" fmla="val 433"/>
              <a:gd name="f637" fmla="val 423"/>
              <a:gd name="f638" fmla="val 1272"/>
              <a:gd name="f639" fmla="val 411"/>
              <a:gd name="f640" fmla="val 1277"/>
              <a:gd name="f641" fmla="val 413"/>
              <a:gd name="f642" fmla="val 1281"/>
              <a:gd name="f643" fmla="val 414"/>
              <a:gd name="f644" fmla="val 1285"/>
              <a:gd name="f645" fmla="val 415"/>
              <a:gd name="f646" fmla="val 1287"/>
              <a:gd name="f647" fmla="val 410"/>
              <a:gd name="f648" fmla="val 1289"/>
              <a:gd name="f649" fmla="val 1291"/>
              <a:gd name="f650" fmla="val 1292"/>
              <a:gd name="f651" fmla="val 383"/>
              <a:gd name="f652" fmla="val 1294"/>
              <a:gd name="f653" fmla="val 375"/>
              <a:gd name="f654" fmla="val 1295"/>
              <a:gd name="f655" fmla="val 1296"/>
              <a:gd name="f656" fmla="val 1297"/>
              <a:gd name="f657" fmla="val 1304"/>
              <a:gd name="f658" fmla="val 382"/>
              <a:gd name="f659" fmla="val 1309"/>
              <a:gd name="f660" fmla="val 1318"/>
              <a:gd name="f661" fmla="val 1327"/>
              <a:gd name="f662" fmla="val 402"/>
              <a:gd name="f663" fmla="val 1329"/>
              <a:gd name="f664" fmla="val 1337"/>
              <a:gd name="f665" fmla="val 409"/>
              <a:gd name="f666" fmla="val 1340"/>
              <a:gd name="f667" fmla="val 405"/>
              <a:gd name="f668" fmla="val 1342"/>
              <a:gd name="f669" fmla="val 406"/>
              <a:gd name="f670" fmla="val 1344"/>
              <a:gd name="f671" fmla="val 407"/>
              <a:gd name="f672" fmla="val 1345"/>
              <a:gd name="f673" fmla="val 1346"/>
              <a:gd name="f674" fmla="val 399"/>
              <a:gd name="f675" fmla="val 1347"/>
              <a:gd name="f676" fmla="val 1349"/>
              <a:gd name="f677" fmla="val 1351"/>
              <a:gd name="f678" fmla="val 1352"/>
              <a:gd name="f679" fmla="val 1355"/>
              <a:gd name="f680" fmla="val 1356"/>
              <a:gd name="f681" fmla="val 1359"/>
              <a:gd name="f682" fmla="val 1362"/>
              <a:gd name="f683" fmla="val 1365"/>
              <a:gd name="f684" fmla="val 404"/>
              <a:gd name="f685" fmla="val 1371"/>
              <a:gd name="f686" fmla="val 1377"/>
              <a:gd name="f687" fmla="val 387"/>
              <a:gd name="f688" fmla="val 1383"/>
              <a:gd name="f689" fmla="val 1386"/>
              <a:gd name="f690" fmla="val 1388"/>
              <a:gd name="f691" fmla="val 386"/>
              <a:gd name="f692" fmla="val 1390"/>
              <a:gd name="f693" fmla="val 1395"/>
              <a:gd name="f694" fmla="val 1399"/>
              <a:gd name="f695" fmla="val 1404"/>
              <a:gd name="f696" fmla="val 379"/>
              <a:gd name="f697" fmla="val 1405"/>
              <a:gd name="f698" fmla="val 1407"/>
              <a:gd name="f699" fmla="val 381"/>
              <a:gd name="f700" fmla="val 1410"/>
              <a:gd name="f701" fmla="val 1414"/>
              <a:gd name="f702" fmla="val 1419"/>
              <a:gd name="f703" fmla="val 1425"/>
              <a:gd name="f704" fmla="val 1427"/>
              <a:gd name="f705" fmla="val 1432"/>
              <a:gd name="f706" fmla="val 1433"/>
              <a:gd name="f707" fmla="val 1435"/>
              <a:gd name="f708" fmla="val 1436"/>
              <a:gd name="f709" fmla="val 376"/>
              <a:gd name="f710" fmla="val 1437"/>
              <a:gd name="f711" fmla="val 1438"/>
              <a:gd name="f712" fmla="val 1442"/>
              <a:gd name="f713" fmla="val 1444"/>
              <a:gd name="f714" fmla="val 1453"/>
              <a:gd name="f715" fmla="val 1451"/>
              <a:gd name="f716" fmla="val 1448"/>
              <a:gd name="f717" fmla="val 436"/>
              <a:gd name="f718" fmla="val 1447"/>
              <a:gd name="f719" fmla="val 445"/>
              <a:gd name="f720" fmla="val 1452"/>
              <a:gd name="f721" fmla="val 1458"/>
              <a:gd name="f722" fmla="val 1460"/>
              <a:gd name="f723" fmla="val 451"/>
              <a:gd name="f724" fmla="val 1464"/>
              <a:gd name="f725" fmla="val 1462"/>
              <a:gd name="f726" fmla="val 462"/>
              <a:gd name="f727" fmla="val 468"/>
              <a:gd name="f728" fmla="val 1467"/>
              <a:gd name="f729" fmla="val 466"/>
              <a:gd name="f730" fmla="val 1469"/>
              <a:gd name="f731" fmla="val 1468"/>
              <a:gd name="f732" fmla="val 1470"/>
              <a:gd name="f733" fmla="val 1477"/>
              <a:gd name="f734" fmla="val 484"/>
              <a:gd name="f735" fmla="val 1484"/>
              <a:gd name="f736" fmla="val 1486"/>
              <a:gd name="f737" fmla="val 1483"/>
              <a:gd name="f738" fmla="val 497"/>
              <a:gd name="f739" fmla="val 1480"/>
              <a:gd name="f740" fmla="val 1481"/>
              <a:gd name="f741" fmla="val 1487"/>
              <a:gd name="f742" fmla="val 1490"/>
              <a:gd name="f743" fmla="val 1493"/>
              <a:gd name="f744" fmla="val 520"/>
              <a:gd name="f745" fmla="val 1491"/>
              <a:gd name="f746" fmla="val 527"/>
              <a:gd name="f747" fmla="val 533"/>
              <a:gd name="f748" fmla="val 1475"/>
              <a:gd name="f749" fmla="val 537"/>
              <a:gd name="f750" fmla="val 550"/>
              <a:gd name="f751" fmla="val 1465"/>
              <a:gd name="f752" fmla="val 553"/>
              <a:gd name="f753" fmla="val 1461"/>
              <a:gd name="f754" fmla="val 1457"/>
              <a:gd name="f755" fmla="val 556"/>
              <a:gd name="f756" fmla="val 558"/>
              <a:gd name="f757" fmla="val 1450"/>
              <a:gd name="f758" fmla="val 559"/>
              <a:gd name="f759" fmla="val 1454"/>
              <a:gd name="f760" fmla="val 564"/>
              <a:gd name="f761" fmla="val 1456"/>
              <a:gd name="f762" fmla="val 1459"/>
              <a:gd name="f763" fmla="val 1463"/>
              <a:gd name="f764" fmla="val 579"/>
              <a:gd name="f765" fmla="val 582"/>
              <a:gd name="f766" fmla="val 585"/>
              <a:gd name="f767" fmla="val 594"/>
              <a:gd name="f768" fmla="val 1466"/>
              <a:gd name="f769" fmla="val 597"/>
              <a:gd name="f770" fmla="val 603"/>
              <a:gd name="f771" fmla="val 1473"/>
              <a:gd name="f772" fmla="val 1479"/>
              <a:gd name="f773" fmla="val 1485"/>
              <a:gd name="f774" fmla="val 607"/>
              <a:gd name="f775" fmla="val 1495"/>
              <a:gd name="f776" fmla="val 611"/>
              <a:gd name="f777" fmla="val 1496"/>
              <a:gd name="f778" fmla="val 1500"/>
              <a:gd name="f779" fmla="val 623"/>
              <a:gd name="f780" fmla="val 1509"/>
              <a:gd name="f781" fmla="val 624"/>
              <a:gd name="f782" fmla="val 1512"/>
              <a:gd name="f783" fmla="val 1515"/>
              <a:gd name="f784" fmla="val 1517"/>
              <a:gd name="f785" fmla="val 1513"/>
              <a:gd name="f786" fmla="val 631"/>
              <a:gd name="f787" fmla="val 1510"/>
              <a:gd name="f788" fmla="val 632"/>
              <a:gd name="f789" fmla="val 1502"/>
              <a:gd name="f790" fmla="val 636"/>
              <a:gd name="f791" fmla="val 639"/>
              <a:gd name="f792" fmla="val 1488"/>
              <a:gd name="f793" fmla="val 649"/>
              <a:gd name="f794" fmla="val 652"/>
              <a:gd name="f795" fmla="val 1494"/>
              <a:gd name="f796" fmla="val 655"/>
              <a:gd name="f797" fmla="val 657"/>
              <a:gd name="f798" fmla="val 660"/>
              <a:gd name="f799" fmla="val 667"/>
              <a:gd name="f800" fmla="val 1497"/>
              <a:gd name="f801" fmla="val 669"/>
              <a:gd name="f802" fmla="val 675"/>
              <a:gd name="f803" fmla="val 681"/>
              <a:gd name="f804" fmla="val 1499"/>
              <a:gd name="f805" fmla="val 1501"/>
              <a:gd name="f806" fmla="val 696"/>
              <a:gd name="f807" fmla="val 684"/>
              <a:gd name="f808" fmla="val 1476"/>
              <a:gd name="f809" fmla="val 698"/>
              <a:gd name="f810" fmla="val 694"/>
              <a:gd name="f811" fmla="val 691"/>
              <a:gd name="f812" fmla="val 1446"/>
              <a:gd name="f813" fmla="val 683"/>
              <a:gd name="f814" fmla="val 702"/>
              <a:gd name="f815" fmla="val 1439"/>
              <a:gd name="f816" fmla="val 713"/>
              <a:gd name="f817" fmla="val 710"/>
              <a:gd name="f818" fmla="val 707"/>
              <a:gd name="f819" fmla="val 704"/>
              <a:gd name="f820" fmla="val 1431"/>
              <a:gd name="f821" fmla="val 1426"/>
              <a:gd name="f822" fmla="val 680"/>
              <a:gd name="f823" fmla="val 1424"/>
              <a:gd name="f824" fmla="val 670"/>
              <a:gd name="f825" fmla="val 1420"/>
              <a:gd name="f826" fmla="val 662"/>
              <a:gd name="f827" fmla="val 1417"/>
              <a:gd name="f828" fmla="val 653"/>
              <a:gd name="f829" fmla="val 1415"/>
              <a:gd name="f830" fmla="val 642"/>
              <a:gd name="f831" fmla="val 1418"/>
              <a:gd name="f832" fmla="val 635"/>
              <a:gd name="f833" fmla="val 1421"/>
              <a:gd name="f834" fmla="val 1423"/>
              <a:gd name="f835" fmla="val 625"/>
              <a:gd name="f836" fmla="val 1397"/>
              <a:gd name="f837" fmla="val 612"/>
              <a:gd name="f838" fmla="val 1392"/>
              <a:gd name="f839" fmla="val 1387"/>
              <a:gd name="f840" fmla="val 1385"/>
              <a:gd name="f841" fmla="val 609"/>
              <a:gd name="f842" fmla="val 608"/>
              <a:gd name="f843" fmla="val 1378"/>
              <a:gd name="f844" fmla="val 606"/>
              <a:gd name="f845" fmla="val 1373"/>
              <a:gd name="f846" fmla="val 1368"/>
              <a:gd name="f847" fmla="val 1336"/>
              <a:gd name="f848" fmla="val 1319"/>
              <a:gd name="f849" fmla="val 1339"/>
              <a:gd name="f850" fmla="val 1348"/>
              <a:gd name="f851" fmla="val 1364"/>
              <a:gd name="f852" fmla="val 742"/>
              <a:gd name="f853" fmla="val 769"/>
              <a:gd name="f854" fmla="val 845"/>
              <a:gd name="f855" fmla="val 853"/>
              <a:gd name="f856" fmla="val 1507"/>
              <a:gd name="f857" fmla="val 860"/>
              <a:gd name="f858" fmla="val 866"/>
              <a:gd name="f859" fmla="val 1529"/>
              <a:gd name="f860" fmla="val 1545"/>
              <a:gd name="f861" fmla="val 1562"/>
              <a:gd name="f862" fmla="val 1582"/>
              <a:gd name="f863" fmla="val 870"/>
              <a:gd name="f864" fmla="val 1587"/>
              <a:gd name="f865" fmla="val 1578"/>
              <a:gd name="f866" fmla="val 833"/>
              <a:gd name="f867" fmla="val 1575"/>
              <a:gd name="f868" fmla="val 828"/>
              <a:gd name="f869" fmla="val 826"/>
              <a:gd name="f870" fmla="val 1580"/>
              <a:gd name="f871" fmla="val 823"/>
              <a:gd name="f872" fmla="val 1589"/>
              <a:gd name="f873" fmla="val 843"/>
              <a:gd name="f874" fmla="val 1588"/>
              <a:gd name="f875" fmla="val 876"/>
              <a:gd name="f876" fmla="val 1569"/>
              <a:gd name="f877" fmla="val 1557"/>
              <a:gd name="f878" fmla="val 1534"/>
              <a:gd name="f879" fmla="val 1531"/>
              <a:gd name="f880" fmla="val 1524"/>
              <a:gd name="f881" fmla="val 1533"/>
              <a:gd name="f882" fmla="val 1540"/>
              <a:gd name="f883" fmla="val 910"/>
              <a:gd name="f884" fmla="val 1549"/>
              <a:gd name="f885" fmla="val 1559"/>
              <a:gd name="f886" fmla="val 940"/>
              <a:gd name="f887" fmla="val 1568"/>
              <a:gd name="f888" fmla="val 958"/>
              <a:gd name="f889" fmla="val 979"/>
              <a:gd name="f890" fmla="val 1570"/>
              <a:gd name="f891" fmla="val 1003"/>
              <a:gd name="f892" fmla="val 1561"/>
              <a:gd name="f893" fmla="val 1014"/>
              <a:gd name="f894" fmla="val 1556"/>
              <a:gd name="f895" fmla="val 1547"/>
              <a:gd name="f896" fmla="val 1538"/>
              <a:gd name="f897" fmla="val 1527"/>
              <a:gd name="f898" fmla="val 1025"/>
              <a:gd name="f899" fmla="val 1521"/>
              <a:gd name="f900" fmla="val 1520"/>
              <a:gd name="f901" fmla="val 1006"/>
              <a:gd name="f902" fmla="val 1519"/>
              <a:gd name="f903" fmla="val 1522"/>
              <a:gd name="f904" fmla="val 981"/>
              <a:gd name="f905" fmla="val 1526"/>
              <a:gd name="f906" fmla="val 980"/>
              <a:gd name="f907" fmla="val 1532"/>
              <a:gd name="f908" fmla="val 1523"/>
              <a:gd name="f909" fmla="val 1001"/>
              <a:gd name="f910" fmla="val 1023"/>
              <a:gd name="f911" fmla="val 1553"/>
              <a:gd name="f912" fmla="val 1015"/>
              <a:gd name="f913" fmla="val 1564"/>
              <a:gd name="f914" fmla="val 1563"/>
              <a:gd name="f915" fmla="val 1554"/>
              <a:gd name="f916" fmla="val 943"/>
              <a:gd name="f917" fmla="val 1539"/>
              <a:gd name="f918" fmla="val 1528"/>
              <a:gd name="f919" fmla="val 886"/>
              <a:gd name="f920" fmla="val 1514"/>
              <a:gd name="f921" fmla="val 1503"/>
              <a:gd name="f922" fmla="val 856"/>
              <a:gd name="f923" fmla="val 842"/>
              <a:gd name="f924" fmla="val 1471"/>
              <a:gd name="f925" fmla="val 1422"/>
              <a:gd name="f926" fmla="val 765"/>
              <a:gd name="f927" fmla="val 732"/>
              <a:gd name="f928" fmla="val 1381"/>
              <a:gd name="f929" fmla="val 705"/>
              <a:gd name="f930" fmla="val 676"/>
              <a:gd name="f931" fmla="val 648"/>
              <a:gd name="f932" fmla="val 1335"/>
              <a:gd name="f933" fmla="val 630"/>
              <a:gd name="f934" fmla="val 1322"/>
              <a:gd name="f935" fmla="val 1308"/>
              <a:gd name="f936" fmla="val 596"/>
              <a:gd name="f937" fmla="val 1306"/>
              <a:gd name="f938" fmla="val 1305"/>
              <a:gd name="f939" fmla="val 1258"/>
              <a:gd name="f940" fmla="val 1211"/>
              <a:gd name="f941" fmla="val 1163"/>
              <a:gd name="f942" fmla="val 1165"/>
              <a:gd name="f943" fmla="val 1177"/>
              <a:gd name="f944" fmla="val 1170"/>
              <a:gd name="f945" fmla="val 1178"/>
              <a:gd name="f946" fmla="val 1186"/>
              <a:gd name="f947" fmla="val 1194"/>
              <a:gd name="f948" fmla="val 587"/>
              <a:gd name="f949" fmla="val 592"/>
              <a:gd name="f950" fmla="val 1179"/>
              <a:gd name="f951" fmla="val 593"/>
              <a:gd name="f952" fmla="val 1172"/>
              <a:gd name="f953" fmla="val 1168"/>
              <a:gd name="f954" fmla="val 1164"/>
              <a:gd name="f955" fmla="val 1158"/>
              <a:gd name="f956" fmla="val 604"/>
              <a:gd name="f957" fmla="val 1155"/>
              <a:gd name="f958" fmla="val 1162"/>
              <a:gd name="f959" fmla="val 1171"/>
              <a:gd name="f960" fmla="val 617"/>
              <a:gd name="f961" fmla="val 620"/>
              <a:gd name="f962" fmla="val 1184"/>
              <a:gd name="f963" fmla="val 1198"/>
              <a:gd name="f964" fmla="val 1209"/>
              <a:gd name="f965" fmla="val 1200"/>
              <a:gd name="f966" fmla="val 643"/>
              <a:gd name="f967" fmla="val 1182"/>
              <a:gd name="f968" fmla="val 656"/>
              <a:gd name="f969" fmla="val 1196"/>
              <a:gd name="f970" fmla="val 671"/>
              <a:gd name="f971" fmla="val 1203"/>
              <a:gd name="f972" fmla="val 674"/>
              <a:gd name="f973" fmla="val 1202"/>
              <a:gd name="f974" fmla="val 1189"/>
              <a:gd name="f975" fmla="val 1195"/>
              <a:gd name="f976" fmla="val 1197"/>
              <a:gd name="f977" fmla="val 1201"/>
              <a:gd name="f978" fmla="val 1206"/>
              <a:gd name="f979" fmla="val 717"/>
              <a:gd name="f980" fmla="val 721"/>
              <a:gd name="f981" fmla="val 723"/>
              <a:gd name="f982" fmla="val 726"/>
              <a:gd name="f983" fmla="val 735"/>
              <a:gd name="f984" fmla="val 1212"/>
              <a:gd name="f985" fmla="val 746"/>
              <a:gd name="f986" fmla="val 751"/>
              <a:gd name="f987" fmla="val 752"/>
              <a:gd name="f988" fmla="val 749"/>
              <a:gd name="f989" fmla="val 1176"/>
              <a:gd name="f990" fmla="val 748"/>
              <a:gd name="f991" fmla="val 755"/>
              <a:gd name="f992" fmla="val 760"/>
              <a:gd name="f993" fmla="val 1110"/>
              <a:gd name="f994" fmla="val 736"/>
              <a:gd name="f995" fmla="val 1097"/>
              <a:gd name="f996" fmla="val 725"/>
              <a:gd name="f997" fmla="val 1092"/>
              <a:gd name="f998" fmla="val 718"/>
              <a:gd name="f999" fmla="val 1086"/>
              <a:gd name="f1000" fmla="val 711"/>
              <a:gd name="f1001" fmla="val 1080"/>
              <a:gd name="f1002" fmla="val 1071"/>
              <a:gd name="f1003" fmla="val 703"/>
              <a:gd name="f1004" fmla="val 1066"/>
              <a:gd name="f1005" fmla="val 1064"/>
              <a:gd name="f1006" fmla="val 708"/>
              <a:gd name="f1007" fmla="val 1065"/>
              <a:gd name="f1008" fmla="val 714"/>
              <a:gd name="f1009" fmla="val 1067"/>
              <a:gd name="f1010" fmla="val 1073"/>
              <a:gd name="f1011" fmla="val 1077"/>
              <a:gd name="f1012" fmla="val 741"/>
              <a:gd name="f1013" fmla="val 1079"/>
              <a:gd name="f1014" fmla="val 1083"/>
              <a:gd name="f1015" fmla="val 762"/>
              <a:gd name="f1016" fmla="val 1075"/>
              <a:gd name="f1017" fmla="val 767"/>
              <a:gd name="f1018" fmla="val 1074"/>
              <a:gd name="f1019" fmla="val 778"/>
              <a:gd name="f1020" fmla="val 786"/>
              <a:gd name="f1021" fmla="val 795"/>
              <a:gd name="f1022" fmla="val 801"/>
              <a:gd name="f1023" fmla="val 1061"/>
              <a:gd name="f1024" fmla="val 1056"/>
              <a:gd name="f1025" fmla="val 1055"/>
              <a:gd name="f1026" fmla="val 799"/>
              <a:gd name="f1027" fmla="val 1054"/>
              <a:gd name="f1028" fmla="val 1053"/>
              <a:gd name="f1029" fmla="val 805"/>
              <a:gd name="f1030" fmla="val 1049"/>
              <a:gd name="f1031" fmla="val 1046"/>
              <a:gd name="f1032" fmla="val 1041"/>
              <a:gd name="f1033" fmla="val 820"/>
              <a:gd name="f1034" fmla="val 1038"/>
              <a:gd name="f1035" fmla="val 818"/>
              <a:gd name="f1036" fmla="val 1035"/>
              <a:gd name="f1037" fmla="val 1034"/>
              <a:gd name="f1038" fmla="val 830"/>
              <a:gd name="f1039" fmla="val 1032"/>
              <a:gd name="f1040" fmla="val 1030"/>
              <a:gd name="f1041" fmla="val 1021"/>
              <a:gd name="f1042" fmla="val 1019"/>
              <a:gd name="f1043" fmla="val 1017"/>
              <a:gd name="f1044" fmla="val 840"/>
              <a:gd name="f1045" fmla="val 999"/>
              <a:gd name="f1046" fmla="val 970"/>
              <a:gd name="f1047" fmla="val 966"/>
              <a:gd name="f1048" fmla="val 961"/>
              <a:gd name="f1049" fmla="val 960"/>
              <a:gd name="f1050" fmla="val 956"/>
              <a:gd name="f1051" fmla="val 821"/>
              <a:gd name="f1052" fmla="val 953"/>
              <a:gd name="f1053" fmla="val 949"/>
              <a:gd name="f1054" fmla="val 827"/>
              <a:gd name="f1055" fmla="val 941"/>
              <a:gd name="f1056" fmla="val 938"/>
              <a:gd name="f1057" fmla="val 937"/>
              <a:gd name="f1058" fmla="val 814"/>
              <a:gd name="f1059" fmla="val 939"/>
              <a:gd name="f1060" fmla="val 934"/>
              <a:gd name="f1061" fmla="val 790"/>
              <a:gd name="f1062" fmla="val 793"/>
              <a:gd name="f1063" fmla="val 787"/>
              <a:gd name="f1064" fmla="val 756"/>
              <a:gd name="f1065" fmla="val 754"/>
              <a:gd name="f1066" fmla="val 747"/>
              <a:gd name="f1067" fmla="val 737"/>
              <a:gd name="f1068" fmla="val 730"/>
              <a:gd name="f1069" fmla="val 722"/>
              <a:gd name="f1070" fmla="val 716"/>
              <a:gd name="f1071" fmla="val 932"/>
              <a:gd name="f1072" fmla="val 931"/>
              <a:gd name="f1073" fmla="val 929"/>
              <a:gd name="f1074" fmla="val 697"/>
              <a:gd name="f1075" fmla="val 891"/>
              <a:gd name="f1076" fmla="val 873"/>
              <a:gd name="f1077" fmla="val 868"/>
              <a:gd name="f1078" fmla="val 729"/>
              <a:gd name="f1079" fmla="val 858"/>
              <a:gd name="f1080" fmla="val 831"/>
              <a:gd name="f1081" fmla="val 834"/>
              <a:gd name="f1082" fmla="val 661"/>
              <a:gd name="f1083" fmla="val 641"/>
              <a:gd name="f1084" fmla="val 622"/>
              <a:gd name="f1085" fmla="val 851"/>
              <a:gd name="f1086" fmla="val 859"/>
              <a:gd name="f1087" fmla="val 862"/>
              <a:gd name="f1088" fmla="val 613"/>
              <a:gd name="f1089" fmla="val 864"/>
              <a:gd name="f1090" fmla="val 586"/>
              <a:gd name="f1091" fmla="val 581"/>
              <a:gd name="f1092" fmla="val 575"/>
              <a:gd name="f1093" fmla="val 865"/>
              <a:gd name="f1094" fmla="val 884"/>
              <a:gd name="f1095" fmla="val 901"/>
              <a:gd name="f1096" fmla="val 525"/>
              <a:gd name="f1097" fmla="val 510"/>
              <a:gd name="f1098" fmla="val 508"/>
              <a:gd name="f1099" fmla="val 925"/>
              <a:gd name="f1100" fmla="val 946"/>
              <a:gd name="f1101" fmla="val 948"/>
              <a:gd name="f1102" fmla="val 952"/>
              <a:gd name="f1103" fmla="val 957"/>
              <a:gd name="f1104" fmla="val 514"/>
              <a:gd name="f1105" fmla="val 974"/>
              <a:gd name="f1106" fmla="val 548"/>
              <a:gd name="f1107" fmla="val 542"/>
              <a:gd name="f1108" fmla="val 518"/>
              <a:gd name="f1109" fmla="val 987"/>
              <a:gd name="f1110" fmla="val 889"/>
              <a:gd name="f1111" fmla="val 815"/>
              <a:gd name="f1112" fmla="val 417"/>
              <a:gd name="f1113" fmla="val 776"/>
              <a:gd name="f1114" fmla="val 774"/>
              <a:gd name="f1115" fmla="val 416"/>
              <a:gd name="f1116" fmla="val 422"/>
              <a:gd name="f1117" fmla="val 687"/>
              <a:gd name="f1118" fmla="val 616"/>
              <a:gd name="f1119" fmla="val 418"/>
              <a:gd name="f1120" fmla="val 455"/>
              <a:gd name="f1121" fmla="val 522"/>
              <a:gd name="f1122" fmla="val 638"/>
              <a:gd name="f1123" fmla="val 621"/>
              <a:gd name="f1124" fmla="val 628"/>
              <a:gd name="f1125" fmla="val 561"/>
              <a:gd name="f1126" fmla="val 584"/>
              <a:gd name="f1127" fmla="val 384"/>
              <a:gd name="f1128" fmla="val 562"/>
              <a:gd name="f1129" fmla="val 437"/>
              <a:gd name="f1130" fmla="val 357"/>
              <a:gd name="f1131" fmla="val 324"/>
              <a:gd name="f1132" fmla="val 300"/>
              <a:gd name="f1133" fmla="val 292"/>
              <a:gd name="f1134" fmla="val 316"/>
              <a:gd name="f1135" fmla="val 326"/>
              <a:gd name="f1136" fmla="val 353"/>
              <a:gd name="f1137" fmla="val 408"/>
              <a:gd name="f1138" fmla="val 354"/>
              <a:gd name="f1139" fmla="val 425"/>
              <a:gd name="f1140" fmla="val 342"/>
              <a:gd name="f1141" fmla="val 431"/>
              <a:gd name="f1142" fmla="val 332"/>
              <a:gd name="f1143" fmla="val 356"/>
              <a:gd name="f1144" fmla="val 453"/>
              <a:gd name="f1145" fmla="val 434"/>
              <a:gd name="f1146" fmla="val 536"/>
              <a:gd name="f1147" fmla="val 469"/>
              <a:gd name="f1148" fmla="val 362"/>
              <a:gd name="f1149" fmla="val 334"/>
              <a:gd name="f1150" fmla="val 330"/>
              <a:gd name="f1151" fmla="val 340"/>
              <a:gd name="f1152" fmla="val 358"/>
              <a:gd name="f1153" fmla="val 377"/>
              <a:gd name="f1154" fmla="val 654"/>
              <a:gd name="f1155" fmla="val 467"/>
              <a:gd name="f1156" fmla="val 478"/>
              <a:gd name="f1157" fmla="val 470"/>
              <a:gd name="f1158" fmla="val 447"/>
              <a:gd name="f1159" fmla="val 699"/>
              <a:gd name="f1160" fmla="val 724"/>
              <a:gd name="f1161" fmla="val 427"/>
              <a:gd name="f1162" fmla="val 420"/>
              <a:gd name="f1163" fmla="val 763"/>
              <a:gd name="f1164" fmla="val 770"/>
              <a:gd name="f1165" fmla="val 783"/>
              <a:gd name="f1166" fmla="val 779"/>
              <a:gd name="f1167" fmla="val 766"/>
              <a:gd name="f1168" fmla="val 310"/>
              <a:gd name="f1169" fmla="val 743"/>
              <a:gd name="f1170" fmla="val 271"/>
              <a:gd name="f1171" fmla="val 262"/>
              <a:gd name="f1172" fmla="val 263"/>
              <a:gd name="f1173" fmla="val 266"/>
              <a:gd name="f1174" fmla="val 719"/>
              <a:gd name="f1175" fmla="val 727"/>
              <a:gd name="f1176" fmla="val 276"/>
              <a:gd name="f1177" fmla="val 281"/>
              <a:gd name="f1178" fmla="val 278"/>
              <a:gd name="f1179" fmla="val 759"/>
              <a:gd name="f1180" fmla="val 282"/>
              <a:gd name="f1181" fmla="val 285"/>
              <a:gd name="f1182" fmla="val 259"/>
              <a:gd name="f1183" fmla="val 258"/>
              <a:gd name="f1184" fmla="val 758"/>
              <a:gd name="f1185" fmla="val 256"/>
              <a:gd name="f1186" fmla="val 212"/>
              <a:gd name="f1187" fmla="val 199"/>
              <a:gd name="f1188" fmla="val 185"/>
              <a:gd name="f1189" fmla="val 177"/>
              <a:gd name="f1190" fmla="val 173"/>
              <a:gd name="f1191" fmla="val 709"/>
              <a:gd name="f1192" fmla="val 159"/>
              <a:gd name="f1193" fmla="val 692"/>
              <a:gd name="f1194" fmla="val 678"/>
              <a:gd name="f1195" fmla="val 145"/>
              <a:gd name="f1196" fmla="val 142"/>
              <a:gd name="f1197" fmla="val 129"/>
              <a:gd name="f1198" fmla="val 128"/>
              <a:gd name="f1199" fmla="val 123"/>
              <a:gd name="f1200" fmla="val 495"/>
              <a:gd name="f1201" fmla="val 158"/>
              <a:gd name="f1202" fmla="val 449"/>
              <a:gd name="f1203" fmla="val 157"/>
              <a:gd name="f1204" fmla="val 191"/>
              <a:gd name="f1205" fmla="val 194"/>
              <a:gd name="f1206" fmla="val 192"/>
              <a:gd name="f1207" fmla="val 189"/>
              <a:gd name="f1208" fmla="val 186"/>
              <a:gd name="f1209" fmla="val 178"/>
              <a:gd name="f1210" fmla="val 181"/>
              <a:gd name="f1211" fmla="val 198"/>
              <a:gd name="f1212" fmla="val 200"/>
              <a:gd name="f1213" fmla="val 214"/>
              <a:gd name="f1214" fmla="val 226"/>
              <a:gd name="f1215" fmla="val 229"/>
              <a:gd name="f1216" fmla="val 257"/>
              <a:gd name="f1217" fmla="val 328"/>
              <a:gd name="f1218" fmla="val 264"/>
              <a:gd name="f1219" fmla="val 254"/>
              <a:gd name="f1220" fmla="val 1256"/>
              <a:gd name="f1221" fmla="val 1234"/>
              <a:gd name="f1222" fmla="val 1283"/>
              <a:gd name="f1223" fmla="val 1293"/>
              <a:gd name="f1224" fmla="val 1313"/>
              <a:gd name="f1225" fmla="val 1330"/>
              <a:gd name="f1226" fmla="val 1338"/>
              <a:gd name="f1227" fmla="val 1332"/>
              <a:gd name="f1228" fmla="val 1301"/>
              <a:gd name="f1229" fmla="val 700"/>
              <a:gd name="f1230" fmla="val 712"/>
              <a:gd name="f1231" fmla="val 1360"/>
              <a:gd name="f1232" fmla="val 1353"/>
              <a:gd name="f1233" fmla="val 1324"/>
              <a:gd name="f1234" fmla="val 1320"/>
              <a:gd name="f1235" fmla="val 1358"/>
              <a:gd name="f1236" fmla="val 1136"/>
              <a:gd name="f1237" fmla="val 1174"/>
              <a:gd name="f1238" fmla="val 1141"/>
              <a:gd name="f1239" fmla="val 1139"/>
              <a:gd name="f1240" fmla="val 1138"/>
              <a:gd name="f1241" fmla="val 1434"/>
              <a:gd name="f1242" fmla="val 1440"/>
              <a:gd name="f1243" fmla="val 1416"/>
              <a:gd name="f1244" fmla="val 1428"/>
              <a:gd name="f1245" fmla="val 1429"/>
              <a:gd name="f1246" fmla="val 1406"/>
              <a:gd name="f1247" fmla="+- 0 0 -90"/>
              <a:gd name="f1248" fmla="*/ f4 1 1590"/>
              <a:gd name="f1249" fmla="*/ f5 1 1029"/>
              <a:gd name="f1250" fmla="val f6"/>
              <a:gd name="f1251" fmla="val f7"/>
              <a:gd name="f1252" fmla="val f8"/>
              <a:gd name="f1253" fmla="*/ f1247 f0 1"/>
              <a:gd name="f1254" fmla="+- f1252 0 f1250"/>
              <a:gd name="f1255" fmla="+- f1251 0 f1250"/>
              <a:gd name="f1256" fmla="*/ f1253 1 f3"/>
              <a:gd name="f1257" fmla="*/ f1255 1 1590"/>
              <a:gd name="f1258" fmla="*/ f1254 1 1029"/>
              <a:gd name="f1259" fmla="*/ 499 f1255 1"/>
              <a:gd name="f1260" fmla="*/ 363 f1254 1"/>
              <a:gd name="f1261" fmla="*/ 577 f1255 1"/>
              <a:gd name="f1262" fmla="*/ 255 f1254 1"/>
              <a:gd name="f1263" fmla="*/ 506 f1255 1"/>
              <a:gd name="f1264" fmla="*/ 180 f1254 1"/>
              <a:gd name="f1265" fmla="*/ 567 f1255 1"/>
              <a:gd name="f1266" fmla="*/ 143 f1254 1"/>
              <a:gd name="f1267" fmla="*/ 644 f1255 1"/>
              <a:gd name="f1268" fmla="*/ 44 f1254 1"/>
              <a:gd name="f1269" fmla="*/ 768 f1255 1"/>
              <a:gd name="f1270" fmla="*/ 12 f1254 1"/>
              <a:gd name="f1271" fmla="*/ 882 f1255 1"/>
              <a:gd name="f1272" fmla="*/ 17 f1254 1"/>
              <a:gd name="f1273" fmla="*/ 919 f1255 1"/>
              <a:gd name="f1274" fmla="*/ 105 f1254 1"/>
              <a:gd name="f1275" fmla="*/ 982 f1255 1"/>
              <a:gd name="f1276" fmla="*/ 153 f1254 1"/>
              <a:gd name="f1277" fmla="*/ 997 f1255 1"/>
              <a:gd name="f1278" fmla="*/ 237 f1254 1"/>
              <a:gd name="f1279" fmla="*/ 912 f1255 1"/>
              <a:gd name="f1280" fmla="*/ 291 f1254 1"/>
              <a:gd name="f1281" fmla="*/ 913 f1255 1"/>
              <a:gd name="f1282" fmla="*/ 366 f1254 1"/>
              <a:gd name="f1283" fmla="*/ 803 f1255 1"/>
              <a:gd name="f1284" fmla="*/ 394 f1254 1"/>
              <a:gd name="f1285" fmla="*/ 1044 f1255 1"/>
              <a:gd name="f1286" fmla="*/ 503 f1254 1"/>
              <a:gd name="f1287" fmla="*/ 1214 f1255 1"/>
              <a:gd name="f1288" fmla="*/ 546 f1254 1"/>
              <a:gd name="f1289" fmla="*/ 1220 f1255 1"/>
              <a:gd name="f1290" fmla="*/ 460 f1254 1"/>
              <a:gd name="f1291" fmla="*/ 1250 f1255 1"/>
              <a:gd name="f1292" fmla="*/ 474 f1254 1"/>
              <a:gd name="f1293" fmla="*/ 1261 f1255 1"/>
              <a:gd name="f1294" fmla="*/ 441 f1254 1"/>
              <a:gd name="f1295" fmla="*/ 1337 f1255 1"/>
              <a:gd name="f1296" fmla="*/ 419 f1254 1"/>
              <a:gd name="f1297" fmla="*/ 1390 f1255 1"/>
              <a:gd name="f1298" fmla="*/ 389 f1254 1"/>
              <a:gd name="f1299" fmla="*/ 1447 f1255 1"/>
              <a:gd name="f1300" fmla="*/ 443 f1254 1"/>
              <a:gd name="f1301" fmla="*/ 1484 f1255 1"/>
              <a:gd name="f1302" fmla="*/ 516 f1254 1"/>
              <a:gd name="f1303" fmla="*/ 1457 f1255 1"/>
              <a:gd name="f1304" fmla="*/ 585 f1254 1"/>
              <a:gd name="f1305" fmla="*/ 1483 f1255 1"/>
              <a:gd name="f1306" fmla="*/ 644 f1254 1"/>
              <a:gd name="f1307" fmla="*/ 1439 f1255 1"/>
              <a:gd name="f1308" fmla="*/ 713 f1254 1"/>
              <a:gd name="f1309" fmla="*/ 1368 f1255 1"/>
              <a:gd name="f1310" fmla="*/ 602 f1254 1"/>
              <a:gd name="f1311" fmla="*/ 1580 f1255 1"/>
              <a:gd name="f1312" fmla="*/ 823 f1254 1"/>
              <a:gd name="f1313" fmla="*/ 1520 f1255 1"/>
              <a:gd name="f1314" fmla="*/ 1006 f1254 1"/>
              <a:gd name="f1315" fmla="*/ 1471 f1255 1"/>
              <a:gd name="f1316" fmla="*/ 829 f1254 1"/>
              <a:gd name="f1317" fmla="*/ 1172 f1255 1"/>
              <a:gd name="f1318" fmla="*/ 594 f1254 1"/>
              <a:gd name="f1319" fmla="*/ 1207 f1255 1"/>
              <a:gd name="f1320" fmla="*/ 684 f1254 1"/>
              <a:gd name="f1321" fmla="*/ 1180 f1255 1"/>
              <a:gd name="f1322" fmla="*/ 749 f1254 1"/>
              <a:gd name="f1323" fmla="*/ 1075 f1255 1"/>
              <a:gd name="f1324" fmla="*/ 767 f1254 1"/>
              <a:gd name="f1325" fmla="*/ 822 f1254 1"/>
              <a:gd name="f1326" fmla="*/ 961 f1255 1"/>
              <a:gd name="f1327" fmla="*/ 838 f1254 1"/>
              <a:gd name="f1328" fmla="*/ 911 f1255 1"/>
              <a:gd name="f1329" fmla="*/ 782 f1254 1"/>
              <a:gd name="f1330" fmla="*/ 908 f1255 1"/>
              <a:gd name="f1331" fmla="*/ 711 f1254 1"/>
              <a:gd name="f1332" fmla="*/ 825 f1255 1"/>
              <a:gd name="f1333" fmla="*/ 679 f1254 1"/>
              <a:gd name="f1334" fmla="*/ 829 f1255 1"/>
              <a:gd name="f1335" fmla="*/ 589 f1254 1"/>
              <a:gd name="f1336" fmla="*/ 894 f1255 1"/>
              <a:gd name="f1337" fmla="*/ 506 f1254 1"/>
              <a:gd name="f1338" fmla="*/ 1024 f1255 1"/>
              <a:gd name="f1339" fmla="*/ 527 f1254 1"/>
              <a:gd name="f1340" fmla="*/ 590 f1255 1"/>
              <a:gd name="f1341" fmla="*/ 493 f1254 1"/>
              <a:gd name="f1342" fmla="*/ 594 f1255 1"/>
              <a:gd name="f1343" fmla="*/ 550 f1254 1"/>
              <a:gd name="f1344" fmla="*/ 553 f1255 1"/>
              <a:gd name="f1345" fmla="*/ 286 f1255 1"/>
              <a:gd name="f1346" fmla="*/ 395 f1254 1"/>
              <a:gd name="f1347" fmla="*/ 368 f1255 1"/>
              <a:gd name="f1348" fmla="*/ 445 f1254 1"/>
              <a:gd name="f1349" fmla="*/ 416 f1255 1"/>
              <a:gd name="f1350" fmla="*/ 592 f1254 1"/>
              <a:gd name="f1351" fmla="*/ 445 f1255 1"/>
              <a:gd name="f1352" fmla="*/ 638 f1254 1"/>
              <a:gd name="f1353" fmla="*/ 435 f1255 1"/>
              <a:gd name="f1354" fmla="*/ 738 f1254 1"/>
              <a:gd name="f1355" fmla="*/ 301 f1255 1"/>
              <a:gd name="f1356" fmla="*/ 732 f1254 1"/>
              <a:gd name="f1357" fmla="*/ 278 f1255 1"/>
              <a:gd name="f1358" fmla="*/ 766 f1254 1"/>
              <a:gd name="f1359" fmla="*/ 150 f1255 1"/>
              <a:gd name="f1360" fmla="*/ 682 f1254 1"/>
              <a:gd name="f1361" fmla="*/ 159 f1255 1"/>
              <a:gd name="f1362" fmla="*/ 454 f1254 1"/>
              <a:gd name="f1363" fmla="*/ 193 f1255 1"/>
              <a:gd name="f1364" fmla="*/ 500 f1254 1"/>
              <a:gd name="f1365" fmla="*/ 8 f1255 1"/>
              <a:gd name="f1366" fmla="*/ 261 f1254 1"/>
              <a:gd name="f1367" fmla="*/ 1322 f1255 1"/>
              <a:gd name="f1368" fmla="*/ 542 f1254 1"/>
              <a:gd name="f1369" fmla="*/ 682 f1255 1"/>
              <a:gd name="f1370" fmla="*/ 371 f1254 1"/>
              <a:gd name="f1371" fmla="*/ 1348 f1255 1"/>
              <a:gd name="f1372" fmla="*/ 545 f1254 1"/>
              <a:gd name="f1373" fmla="*/ 1433 f1255 1"/>
              <a:gd name="f1374" fmla="*/ 624 f1254 1"/>
              <a:gd name="f1375" fmla="*/ 1406 f1255 1"/>
              <a:gd name="f1376" fmla="*/ 488 f1254 1"/>
              <a:gd name="f1377" fmla="+- f1256 0 f1"/>
              <a:gd name="f1378" fmla="*/ f1259 1 1590"/>
              <a:gd name="f1379" fmla="*/ f1260 1 1029"/>
              <a:gd name="f1380" fmla="*/ f1261 1 1590"/>
              <a:gd name="f1381" fmla="*/ f1262 1 1029"/>
              <a:gd name="f1382" fmla="*/ f1263 1 1590"/>
              <a:gd name="f1383" fmla="*/ f1264 1 1029"/>
              <a:gd name="f1384" fmla="*/ f1265 1 1590"/>
              <a:gd name="f1385" fmla="*/ f1266 1 1029"/>
              <a:gd name="f1386" fmla="*/ f1267 1 1590"/>
              <a:gd name="f1387" fmla="*/ f1268 1 1029"/>
              <a:gd name="f1388" fmla="*/ f1269 1 1590"/>
              <a:gd name="f1389" fmla="*/ f1270 1 1029"/>
              <a:gd name="f1390" fmla="*/ f1271 1 1590"/>
              <a:gd name="f1391" fmla="*/ f1272 1 1029"/>
              <a:gd name="f1392" fmla="*/ f1273 1 1590"/>
              <a:gd name="f1393" fmla="*/ f1274 1 1029"/>
              <a:gd name="f1394" fmla="*/ f1275 1 1590"/>
              <a:gd name="f1395" fmla="*/ f1276 1 1029"/>
              <a:gd name="f1396" fmla="*/ f1277 1 1590"/>
              <a:gd name="f1397" fmla="*/ f1278 1 1029"/>
              <a:gd name="f1398" fmla="*/ f1279 1 1590"/>
              <a:gd name="f1399" fmla="*/ f1280 1 1029"/>
              <a:gd name="f1400" fmla="*/ f1281 1 1590"/>
              <a:gd name="f1401" fmla="*/ f1282 1 1029"/>
              <a:gd name="f1402" fmla="*/ f1283 1 1590"/>
              <a:gd name="f1403" fmla="*/ f1284 1 1029"/>
              <a:gd name="f1404" fmla="*/ f1285 1 1590"/>
              <a:gd name="f1405" fmla="*/ f1286 1 1029"/>
              <a:gd name="f1406" fmla="*/ f1287 1 1590"/>
              <a:gd name="f1407" fmla="*/ f1288 1 1029"/>
              <a:gd name="f1408" fmla="*/ f1289 1 1590"/>
              <a:gd name="f1409" fmla="*/ f1290 1 1029"/>
              <a:gd name="f1410" fmla="*/ f1291 1 1590"/>
              <a:gd name="f1411" fmla="*/ f1292 1 1029"/>
              <a:gd name="f1412" fmla="*/ f1293 1 1590"/>
              <a:gd name="f1413" fmla="*/ f1294 1 1029"/>
              <a:gd name="f1414" fmla="*/ f1295 1 1590"/>
              <a:gd name="f1415" fmla="*/ f1296 1 1029"/>
              <a:gd name="f1416" fmla="*/ f1297 1 1590"/>
              <a:gd name="f1417" fmla="*/ f1298 1 1029"/>
              <a:gd name="f1418" fmla="*/ f1299 1 1590"/>
              <a:gd name="f1419" fmla="*/ f1300 1 1029"/>
              <a:gd name="f1420" fmla="*/ f1301 1 1590"/>
              <a:gd name="f1421" fmla="*/ f1302 1 1029"/>
              <a:gd name="f1422" fmla="*/ f1303 1 1590"/>
              <a:gd name="f1423" fmla="*/ f1304 1 1029"/>
              <a:gd name="f1424" fmla="*/ f1305 1 1590"/>
              <a:gd name="f1425" fmla="*/ f1306 1 1029"/>
              <a:gd name="f1426" fmla="*/ f1307 1 1590"/>
              <a:gd name="f1427" fmla="*/ f1308 1 1029"/>
              <a:gd name="f1428" fmla="*/ f1309 1 1590"/>
              <a:gd name="f1429" fmla="*/ f1310 1 1029"/>
              <a:gd name="f1430" fmla="*/ f1311 1 1590"/>
              <a:gd name="f1431" fmla="*/ f1312 1 1029"/>
              <a:gd name="f1432" fmla="*/ f1313 1 1590"/>
              <a:gd name="f1433" fmla="*/ f1314 1 1029"/>
              <a:gd name="f1434" fmla="*/ f1315 1 1590"/>
              <a:gd name="f1435" fmla="*/ f1316 1 1029"/>
              <a:gd name="f1436" fmla="*/ f1317 1 1590"/>
              <a:gd name="f1437" fmla="*/ f1318 1 1029"/>
              <a:gd name="f1438" fmla="*/ f1319 1 1590"/>
              <a:gd name="f1439" fmla="*/ f1320 1 1029"/>
              <a:gd name="f1440" fmla="*/ f1321 1 1590"/>
              <a:gd name="f1441" fmla="*/ f1322 1 1029"/>
              <a:gd name="f1442" fmla="*/ f1323 1 1590"/>
              <a:gd name="f1443" fmla="*/ f1324 1 1029"/>
              <a:gd name="f1444" fmla="*/ f1325 1 1029"/>
              <a:gd name="f1445" fmla="*/ f1326 1 1590"/>
              <a:gd name="f1446" fmla="*/ f1327 1 1029"/>
              <a:gd name="f1447" fmla="*/ f1328 1 1590"/>
              <a:gd name="f1448" fmla="*/ f1329 1 1029"/>
              <a:gd name="f1449" fmla="*/ f1330 1 1590"/>
              <a:gd name="f1450" fmla="*/ f1331 1 1029"/>
              <a:gd name="f1451" fmla="*/ f1332 1 1590"/>
              <a:gd name="f1452" fmla="*/ f1333 1 1029"/>
              <a:gd name="f1453" fmla="*/ f1334 1 1590"/>
              <a:gd name="f1454" fmla="*/ f1335 1 1029"/>
              <a:gd name="f1455" fmla="*/ f1336 1 1590"/>
              <a:gd name="f1456" fmla="*/ f1337 1 1029"/>
              <a:gd name="f1457" fmla="*/ f1338 1 1590"/>
              <a:gd name="f1458" fmla="*/ f1339 1 1029"/>
              <a:gd name="f1459" fmla="*/ f1340 1 1590"/>
              <a:gd name="f1460" fmla="*/ f1341 1 1029"/>
              <a:gd name="f1461" fmla="*/ f1342 1 1590"/>
              <a:gd name="f1462" fmla="*/ f1343 1 1029"/>
              <a:gd name="f1463" fmla="*/ f1344 1 1590"/>
              <a:gd name="f1464" fmla="*/ f1345 1 1590"/>
              <a:gd name="f1465" fmla="*/ f1346 1 1029"/>
              <a:gd name="f1466" fmla="*/ f1347 1 1590"/>
              <a:gd name="f1467" fmla="*/ f1348 1 1029"/>
              <a:gd name="f1468" fmla="*/ f1349 1 1590"/>
              <a:gd name="f1469" fmla="*/ f1350 1 1029"/>
              <a:gd name="f1470" fmla="*/ f1351 1 1590"/>
              <a:gd name="f1471" fmla="*/ f1352 1 1029"/>
              <a:gd name="f1472" fmla="*/ f1353 1 1590"/>
              <a:gd name="f1473" fmla="*/ f1354 1 1029"/>
              <a:gd name="f1474" fmla="*/ f1355 1 1590"/>
              <a:gd name="f1475" fmla="*/ f1356 1 1029"/>
              <a:gd name="f1476" fmla="*/ f1357 1 1590"/>
              <a:gd name="f1477" fmla="*/ f1358 1 1029"/>
              <a:gd name="f1478" fmla="*/ f1359 1 1590"/>
              <a:gd name="f1479" fmla="*/ f1360 1 1029"/>
              <a:gd name="f1480" fmla="*/ f1361 1 1590"/>
              <a:gd name="f1481" fmla="*/ f1362 1 1029"/>
              <a:gd name="f1482" fmla="*/ f1363 1 1590"/>
              <a:gd name="f1483" fmla="*/ f1364 1 1029"/>
              <a:gd name="f1484" fmla="*/ f1365 1 1590"/>
              <a:gd name="f1485" fmla="*/ f1366 1 1029"/>
              <a:gd name="f1486" fmla="*/ f1367 1 1590"/>
              <a:gd name="f1487" fmla="*/ f1368 1 1029"/>
              <a:gd name="f1488" fmla="*/ f1369 1 1590"/>
              <a:gd name="f1489" fmla="*/ f1370 1 1029"/>
              <a:gd name="f1490" fmla="*/ f1371 1 1590"/>
              <a:gd name="f1491" fmla="*/ f1372 1 1029"/>
              <a:gd name="f1492" fmla="*/ f1373 1 1590"/>
              <a:gd name="f1493" fmla="*/ f1374 1 1029"/>
              <a:gd name="f1494" fmla="*/ f1375 1 1590"/>
              <a:gd name="f1495" fmla="*/ f1376 1 1029"/>
              <a:gd name="f1496" fmla="*/ 0 1 f1257"/>
              <a:gd name="f1497" fmla="*/ f1251 1 f1257"/>
              <a:gd name="f1498" fmla="*/ 0 1 f1258"/>
              <a:gd name="f1499" fmla="*/ f1252 1 f1258"/>
              <a:gd name="f1500" fmla="*/ f1378 1 f1257"/>
              <a:gd name="f1501" fmla="*/ f1379 1 f1258"/>
              <a:gd name="f1502" fmla="*/ f1380 1 f1257"/>
              <a:gd name="f1503" fmla="*/ f1381 1 f1258"/>
              <a:gd name="f1504" fmla="*/ f1382 1 f1257"/>
              <a:gd name="f1505" fmla="*/ f1383 1 f1258"/>
              <a:gd name="f1506" fmla="*/ f1384 1 f1257"/>
              <a:gd name="f1507" fmla="*/ f1385 1 f1258"/>
              <a:gd name="f1508" fmla="*/ f1386 1 f1257"/>
              <a:gd name="f1509" fmla="*/ f1387 1 f1258"/>
              <a:gd name="f1510" fmla="*/ f1388 1 f1257"/>
              <a:gd name="f1511" fmla="*/ f1389 1 f1258"/>
              <a:gd name="f1512" fmla="*/ f1390 1 f1257"/>
              <a:gd name="f1513" fmla="*/ f1391 1 f1258"/>
              <a:gd name="f1514" fmla="*/ f1392 1 f1257"/>
              <a:gd name="f1515" fmla="*/ f1393 1 f1258"/>
              <a:gd name="f1516" fmla="*/ f1394 1 f1257"/>
              <a:gd name="f1517" fmla="*/ f1395 1 f1258"/>
              <a:gd name="f1518" fmla="*/ f1396 1 f1257"/>
              <a:gd name="f1519" fmla="*/ f1397 1 f1258"/>
              <a:gd name="f1520" fmla="*/ f1398 1 f1257"/>
              <a:gd name="f1521" fmla="*/ f1399 1 f1258"/>
              <a:gd name="f1522" fmla="*/ f1400 1 f1257"/>
              <a:gd name="f1523" fmla="*/ f1401 1 f1258"/>
              <a:gd name="f1524" fmla="*/ f1402 1 f1257"/>
              <a:gd name="f1525" fmla="*/ f1403 1 f1258"/>
              <a:gd name="f1526" fmla="*/ f1404 1 f1257"/>
              <a:gd name="f1527" fmla="*/ f1405 1 f1258"/>
              <a:gd name="f1528" fmla="*/ f1406 1 f1257"/>
              <a:gd name="f1529" fmla="*/ f1407 1 f1258"/>
              <a:gd name="f1530" fmla="*/ f1408 1 f1257"/>
              <a:gd name="f1531" fmla="*/ f1409 1 f1258"/>
              <a:gd name="f1532" fmla="*/ f1410 1 f1257"/>
              <a:gd name="f1533" fmla="*/ f1411 1 f1258"/>
              <a:gd name="f1534" fmla="*/ f1412 1 f1257"/>
              <a:gd name="f1535" fmla="*/ f1413 1 f1258"/>
              <a:gd name="f1536" fmla="*/ f1414 1 f1257"/>
              <a:gd name="f1537" fmla="*/ f1415 1 f1258"/>
              <a:gd name="f1538" fmla="*/ f1416 1 f1257"/>
              <a:gd name="f1539" fmla="*/ f1417 1 f1258"/>
              <a:gd name="f1540" fmla="*/ f1418 1 f1257"/>
              <a:gd name="f1541" fmla="*/ f1419 1 f1258"/>
              <a:gd name="f1542" fmla="*/ f1420 1 f1257"/>
              <a:gd name="f1543" fmla="*/ f1421 1 f1258"/>
              <a:gd name="f1544" fmla="*/ f1422 1 f1257"/>
              <a:gd name="f1545" fmla="*/ f1423 1 f1258"/>
              <a:gd name="f1546" fmla="*/ f1424 1 f1257"/>
              <a:gd name="f1547" fmla="*/ f1425 1 f1258"/>
              <a:gd name="f1548" fmla="*/ f1426 1 f1257"/>
              <a:gd name="f1549" fmla="*/ f1427 1 f1258"/>
              <a:gd name="f1550" fmla="*/ f1428 1 f1257"/>
              <a:gd name="f1551" fmla="*/ f1429 1 f1258"/>
              <a:gd name="f1552" fmla="*/ f1430 1 f1257"/>
              <a:gd name="f1553" fmla="*/ f1431 1 f1258"/>
              <a:gd name="f1554" fmla="*/ f1432 1 f1257"/>
              <a:gd name="f1555" fmla="*/ f1433 1 f1258"/>
              <a:gd name="f1556" fmla="*/ f1434 1 f1257"/>
              <a:gd name="f1557" fmla="*/ f1435 1 f1258"/>
              <a:gd name="f1558" fmla="*/ f1436 1 f1257"/>
              <a:gd name="f1559" fmla="*/ f1437 1 f1258"/>
              <a:gd name="f1560" fmla="*/ f1438 1 f1257"/>
              <a:gd name="f1561" fmla="*/ f1439 1 f1258"/>
              <a:gd name="f1562" fmla="*/ f1440 1 f1257"/>
              <a:gd name="f1563" fmla="*/ f1441 1 f1258"/>
              <a:gd name="f1564" fmla="*/ f1442 1 f1257"/>
              <a:gd name="f1565" fmla="*/ f1443 1 f1258"/>
              <a:gd name="f1566" fmla="*/ f1444 1 f1258"/>
              <a:gd name="f1567" fmla="*/ f1445 1 f1257"/>
              <a:gd name="f1568" fmla="*/ f1446 1 f1258"/>
              <a:gd name="f1569" fmla="*/ f1447 1 f1257"/>
              <a:gd name="f1570" fmla="*/ f1448 1 f1258"/>
              <a:gd name="f1571" fmla="*/ f1449 1 f1257"/>
              <a:gd name="f1572" fmla="*/ f1450 1 f1258"/>
              <a:gd name="f1573" fmla="*/ f1451 1 f1257"/>
              <a:gd name="f1574" fmla="*/ f1452 1 f1258"/>
              <a:gd name="f1575" fmla="*/ f1453 1 f1257"/>
              <a:gd name="f1576" fmla="*/ f1454 1 f1258"/>
              <a:gd name="f1577" fmla="*/ f1455 1 f1257"/>
              <a:gd name="f1578" fmla="*/ f1456 1 f1258"/>
              <a:gd name="f1579" fmla="*/ f1457 1 f1257"/>
              <a:gd name="f1580" fmla="*/ f1458 1 f1258"/>
              <a:gd name="f1581" fmla="*/ f1459 1 f1257"/>
              <a:gd name="f1582" fmla="*/ f1460 1 f1258"/>
              <a:gd name="f1583" fmla="*/ f1461 1 f1257"/>
              <a:gd name="f1584" fmla="*/ f1462 1 f1258"/>
              <a:gd name="f1585" fmla="*/ f1463 1 f1257"/>
              <a:gd name="f1586" fmla="*/ f1464 1 f1257"/>
              <a:gd name="f1587" fmla="*/ f1465 1 f1258"/>
              <a:gd name="f1588" fmla="*/ f1466 1 f1257"/>
              <a:gd name="f1589" fmla="*/ f1467 1 f1258"/>
              <a:gd name="f1590" fmla="*/ f1468 1 f1257"/>
              <a:gd name="f1591" fmla="*/ f1469 1 f1258"/>
              <a:gd name="f1592" fmla="*/ f1470 1 f1257"/>
              <a:gd name="f1593" fmla="*/ f1471 1 f1258"/>
              <a:gd name="f1594" fmla="*/ f1472 1 f1257"/>
              <a:gd name="f1595" fmla="*/ f1473 1 f1258"/>
              <a:gd name="f1596" fmla="*/ f1474 1 f1257"/>
              <a:gd name="f1597" fmla="*/ f1475 1 f1258"/>
              <a:gd name="f1598" fmla="*/ f1476 1 f1257"/>
              <a:gd name="f1599" fmla="*/ f1477 1 f1258"/>
              <a:gd name="f1600" fmla="*/ f1478 1 f1257"/>
              <a:gd name="f1601" fmla="*/ f1479 1 f1258"/>
              <a:gd name="f1602" fmla="*/ f1480 1 f1257"/>
              <a:gd name="f1603" fmla="*/ f1481 1 f1258"/>
              <a:gd name="f1604" fmla="*/ f1482 1 f1257"/>
              <a:gd name="f1605" fmla="*/ f1483 1 f1258"/>
              <a:gd name="f1606" fmla="*/ f1484 1 f1257"/>
              <a:gd name="f1607" fmla="*/ f1485 1 f1258"/>
              <a:gd name="f1608" fmla="*/ f1486 1 f1257"/>
              <a:gd name="f1609" fmla="*/ f1487 1 f1258"/>
              <a:gd name="f1610" fmla="*/ f1488 1 f1257"/>
              <a:gd name="f1611" fmla="*/ f1489 1 f1258"/>
              <a:gd name="f1612" fmla="*/ f1490 1 f1257"/>
              <a:gd name="f1613" fmla="*/ f1491 1 f1258"/>
              <a:gd name="f1614" fmla="*/ f1492 1 f1257"/>
              <a:gd name="f1615" fmla="*/ f1493 1 f1258"/>
              <a:gd name="f1616" fmla="*/ f1494 1 f1257"/>
              <a:gd name="f1617" fmla="*/ f1495 1 f1258"/>
              <a:gd name="f1618" fmla="*/ f1496 f1248 1"/>
              <a:gd name="f1619" fmla="*/ f1497 f1248 1"/>
              <a:gd name="f1620" fmla="*/ f1499 f1249 1"/>
              <a:gd name="f1621" fmla="*/ f1498 f1249 1"/>
              <a:gd name="f1622" fmla="*/ f1500 f1248 1"/>
              <a:gd name="f1623" fmla="*/ f1501 f1249 1"/>
              <a:gd name="f1624" fmla="*/ f1502 f1248 1"/>
              <a:gd name="f1625" fmla="*/ f1503 f1249 1"/>
              <a:gd name="f1626" fmla="*/ f1504 f1248 1"/>
              <a:gd name="f1627" fmla="*/ f1505 f1249 1"/>
              <a:gd name="f1628" fmla="*/ f1506 f1248 1"/>
              <a:gd name="f1629" fmla="*/ f1507 f1249 1"/>
              <a:gd name="f1630" fmla="*/ f1508 f1248 1"/>
              <a:gd name="f1631" fmla="*/ f1509 f1249 1"/>
              <a:gd name="f1632" fmla="*/ f1510 f1248 1"/>
              <a:gd name="f1633" fmla="*/ f1511 f1249 1"/>
              <a:gd name="f1634" fmla="*/ f1512 f1248 1"/>
              <a:gd name="f1635" fmla="*/ f1513 f1249 1"/>
              <a:gd name="f1636" fmla="*/ f1514 f1248 1"/>
              <a:gd name="f1637" fmla="*/ f1515 f1249 1"/>
              <a:gd name="f1638" fmla="*/ f1516 f1248 1"/>
              <a:gd name="f1639" fmla="*/ f1517 f1249 1"/>
              <a:gd name="f1640" fmla="*/ f1518 f1248 1"/>
              <a:gd name="f1641" fmla="*/ f1519 f1249 1"/>
              <a:gd name="f1642" fmla="*/ f1520 f1248 1"/>
              <a:gd name="f1643" fmla="*/ f1521 f1249 1"/>
              <a:gd name="f1644" fmla="*/ f1522 f1248 1"/>
              <a:gd name="f1645" fmla="*/ f1523 f1249 1"/>
              <a:gd name="f1646" fmla="*/ f1524 f1248 1"/>
              <a:gd name="f1647" fmla="*/ f1525 f1249 1"/>
              <a:gd name="f1648" fmla="*/ f1526 f1248 1"/>
              <a:gd name="f1649" fmla="*/ f1527 f1249 1"/>
              <a:gd name="f1650" fmla="*/ f1528 f1248 1"/>
              <a:gd name="f1651" fmla="*/ f1529 f1249 1"/>
              <a:gd name="f1652" fmla="*/ f1530 f1248 1"/>
              <a:gd name="f1653" fmla="*/ f1531 f1249 1"/>
              <a:gd name="f1654" fmla="*/ f1532 f1248 1"/>
              <a:gd name="f1655" fmla="*/ f1533 f1249 1"/>
              <a:gd name="f1656" fmla="*/ f1534 f1248 1"/>
              <a:gd name="f1657" fmla="*/ f1535 f1249 1"/>
              <a:gd name="f1658" fmla="*/ f1536 f1248 1"/>
              <a:gd name="f1659" fmla="*/ f1537 f1249 1"/>
              <a:gd name="f1660" fmla="*/ f1538 f1248 1"/>
              <a:gd name="f1661" fmla="*/ f1539 f1249 1"/>
              <a:gd name="f1662" fmla="*/ f1540 f1248 1"/>
              <a:gd name="f1663" fmla="*/ f1541 f1249 1"/>
              <a:gd name="f1664" fmla="*/ f1542 f1248 1"/>
              <a:gd name="f1665" fmla="*/ f1543 f1249 1"/>
              <a:gd name="f1666" fmla="*/ f1544 f1248 1"/>
              <a:gd name="f1667" fmla="*/ f1545 f1249 1"/>
              <a:gd name="f1668" fmla="*/ f1546 f1248 1"/>
              <a:gd name="f1669" fmla="*/ f1547 f1249 1"/>
              <a:gd name="f1670" fmla="*/ f1548 f1248 1"/>
              <a:gd name="f1671" fmla="*/ f1549 f1249 1"/>
              <a:gd name="f1672" fmla="*/ f1550 f1248 1"/>
              <a:gd name="f1673" fmla="*/ f1551 f1249 1"/>
              <a:gd name="f1674" fmla="*/ f1552 f1248 1"/>
              <a:gd name="f1675" fmla="*/ f1553 f1249 1"/>
              <a:gd name="f1676" fmla="*/ f1554 f1248 1"/>
              <a:gd name="f1677" fmla="*/ f1555 f1249 1"/>
              <a:gd name="f1678" fmla="*/ f1556 f1248 1"/>
              <a:gd name="f1679" fmla="*/ f1557 f1249 1"/>
              <a:gd name="f1680" fmla="*/ f1558 f1248 1"/>
              <a:gd name="f1681" fmla="*/ f1559 f1249 1"/>
              <a:gd name="f1682" fmla="*/ f1560 f1248 1"/>
              <a:gd name="f1683" fmla="*/ f1561 f1249 1"/>
              <a:gd name="f1684" fmla="*/ f1562 f1248 1"/>
              <a:gd name="f1685" fmla="*/ f1563 f1249 1"/>
              <a:gd name="f1686" fmla="*/ f1564 f1248 1"/>
              <a:gd name="f1687" fmla="*/ f1565 f1249 1"/>
              <a:gd name="f1688" fmla="*/ f1566 f1249 1"/>
              <a:gd name="f1689" fmla="*/ f1567 f1248 1"/>
              <a:gd name="f1690" fmla="*/ f1568 f1249 1"/>
              <a:gd name="f1691" fmla="*/ f1569 f1248 1"/>
              <a:gd name="f1692" fmla="*/ f1570 f1249 1"/>
              <a:gd name="f1693" fmla="*/ f1571 f1248 1"/>
              <a:gd name="f1694" fmla="*/ f1572 f1249 1"/>
              <a:gd name="f1695" fmla="*/ f1573 f1248 1"/>
              <a:gd name="f1696" fmla="*/ f1574 f1249 1"/>
              <a:gd name="f1697" fmla="*/ f1575 f1248 1"/>
              <a:gd name="f1698" fmla="*/ f1576 f1249 1"/>
              <a:gd name="f1699" fmla="*/ f1577 f1248 1"/>
              <a:gd name="f1700" fmla="*/ f1578 f1249 1"/>
              <a:gd name="f1701" fmla="*/ f1579 f1248 1"/>
              <a:gd name="f1702" fmla="*/ f1580 f1249 1"/>
              <a:gd name="f1703" fmla="*/ f1581 f1248 1"/>
              <a:gd name="f1704" fmla="*/ f1582 f1249 1"/>
              <a:gd name="f1705" fmla="*/ f1583 f1248 1"/>
              <a:gd name="f1706" fmla="*/ f1584 f1249 1"/>
              <a:gd name="f1707" fmla="*/ f1585 f1248 1"/>
              <a:gd name="f1708" fmla="*/ f1586 f1248 1"/>
              <a:gd name="f1709" fmla="*/ f1587 f1249 1"/>
              <a:gd name="f1710" fmla="*/ f1588 f1248 1"/>
              <a:gd name="f1711" fmla="*/ f1589 f1249 1"/>
              <a:gd name="f1712" fmla="*/ f1590 f1248 1"/>
              <a:gd name="f1713" fmla="*/ f1591 f1249 1"/>
              <a:gd name="f1714" fmla="*/ f1592 f1248 1"/>
              <a:gd name="f1715" fmla="*/ f1593 f1249 1"/>
              <a:gd name="f1716" fmla="*/ f1594 f1248 1"/>
              <a:gd name="f1717" fmla="*/ f1595 f1249 1"/>
              <a:gd name="f1718" fmla="*/ f1596 f1248 1"/>
              <a:gd name="f1719" fmla="*/ f1597 f1249 1"/>
              <a:gd name="f1720" fmla="*/ f1598 f1248 1"/>
              <a:gd name="f1721" fmla="*/ f1599 f1249 1"/>
              <a:gd name="f1722" fmla="*/ f1600 f1248 1"/>
              <a:gd name="f1723" fmla="*/ f1601 f1249 1"/>
              <a:gd name="f1724" fmla="*/ f1602 f1248 1"/>
              <a:gd name="f1725" fmla="*/ f1603 f1249 1"/>
              <a:gd name="f1726" fmla="*/ f1604 f1248 1"/>
              <a:gd name="f1727" fmla="*/ f1605 f1249 1"/>
              <a:gd name="f1728" fmla="*/ f1606 f1248 1"/>
              <a:gd name="f1729" fmla="*/ f1607 f1249 1"/>
              <a:gd name="f1730" fmla="*/ f1608 f1248 1"/>
              <a:gd name="f1731" fmla="*/ f1609 f1249 1"/>
              <a:gd name="f1732" fmla="*/ f1610 f1248 1"/>
              <a:gd name="f1733" fmla="*/ f1611 f1249 1"/>
              <a:gd name="f1734" fmla="*/ f1612 f1248 1"/>
              <a:gd name="f1735" fmla="*/ f1613 f1249 1"/>
              <a:gd name="f1736" fmla="*/ f1614 f1248 1"/>
              <a:gd name="f1737" fmla="*/ f1615 f1249 1"/>
              <a:gd name="f1738" fmla="*/ f1616 f1248 1"/>
              <a:gd name="f1739" fmla="*/ f1617 f124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1377">
                <a:pos x="f1622" y="f1623"/>
              </a:cxn>
              <a:cxn ang="f1377">
                <a:pos x="f1624" y="f1625"/>
              </a:cxn>
              <a:cxn ang="f1377">
                <a:pos x="f1626" y="f1627"/>
              </a:cxn>
              <a:cxn ang="f1377">
                <a:pos x="f1628" y="f1629"/>
              </a:cxn>
              <a:cxn ang="f1377">
                <a:pos x="f1630" y="f1631"/>
              </a:cxn>
              <a:cxn ang="f1377">
                <a:pos x="f1632" y="f1633"/>
              </a:cxn>
              <a:cxn ang="f1377">
                <a:pos x="f1634" y="f1635"/>
              </a:cxn>
              <a:cxn ang="f1377">
                <a:pos x="f1636" y="f1637"/>
              </a:cxn>
              <a:cxn ang="f1377">
                <a:pos x="f1638" y="f1639"/>
              </a:cxn>
              <a:cxn ang="f1377">
                <a:pos x="f1640" y="f1641"/>
              </a:cxn>
              <a:cxn ang="f1377">
                <a:pos x="f1642" y="f1643"/>
              </a:cxn>
              <a:cxn ang="f1377">
                <a:pos x="f1644" y="f1645"/>
              </a:cxn>
              <a:cxn ang="f1377">
                <a:pos x="f1646" y="f1647"/>
              </a:cxn>
              <a:cxn ang="f1377">
                <a:pos x="f1648" y="f1649"/>
              </a:cxn>
              <a:cxn ang="f1377">
                <a:pos x="f1650" y="f1651"/>
              </a:cxn>
              <a:cxn ang="f1377">
                <a:pos x="f1652" y="f1653"/>
              </a:cxn>
              <a:cxn ang="f1377">
                <a:pos x="f1654" y="f1655"/>
              </a:cxn>
              <a:cxn ang="f1377">
                <a:pos x="f1656" y="f1657"/>
              </a:cxn>
              <a:cxn ang="f1377">
                <a:pos x="f1658" y="f1659"/>
              </a:cxn>
              <a:cxn ang="f1377">
                <a:pos x="f1660" y="f1661"/>
              </a:cxn>
              <a:cxn ang="f1377">
                <a:pos x="f1662" y="f1663"/>
              </a:cxn>
              <a:cxn ang="f1377">
                <a:pos x="f1664" y="f1665"/>
              </a:cxn>
              <a:cxn ang="f1377">
                <a:pos x="f1666" y="f1667"/>
              </a:cxn>
              <a:cxn ang="f1377">
                <a:pos x="f1668" y="f1669"/>
              </a:cxn>
              <a:cxn ang="f1377">
                <a:pos x="f1670" y="f1671"/>
              </a:cxn>
              <a:cxn ang="f1377">
                <a:pos x="f1672" y="f1673"/>
              </a:cxn>
              <a:cxn ang="f1377">
                <a:pos x="f1674" y="f1675"/>
              </a:cxn>
              <a:cxn ang="f1377">
                <a:pos x="f1676" y="f1677"/>
              </a:cxn>
              <a:cxn ang="f1377">
                <a:pos x="f1678" y="f1679"/>
              </a:cxn>
              <a:cxn ang="f1377">
                <a:pos x="f1680" y="f1681"/>
              </a:cxn>
              <a:cxn ang="f1377">
                <a:pos x="f1682" y="f1683"/>
              </a:cxn>
              <a:cxn ang="f1377">
                <a:pos x="f1684" y="f1685"/>
              </a:cxn>
              <a:cxn ang="f1377">
                <a:pos x="f1686" y="f1687"/>
              </a:cxn>
              <a:cxn ang="f1377">
                <a:pos x="f1648" y="f1688"/>
              </a:cxn>
              <a:cxn ang="f1377">
                <a:pos x="f1689" y="f1690"/>
              </a:cxn>
              <a:cxn ang="f1377">
                <a:pos x="f1691" y="f1692"/>
              </a:cxn>
              <a:cxn ang="f1377">
                <a:pos x="f1693" y="f1694"/>
              </a:cxn>
              <a:cxn ang="f1377">
                <a:pos x="f1695" y="f1696"/>
              </a:cxn>
              <a:cxn ang="f1377">
                <a:pos x="f1697" y="f1698"/>
              </a:cxn>
              <a:cxn ang="f1377">
                <a:pos x="f1699" y="f1700"/>
              </a:cxn>
              <a:cxn ang="f1377">
                <a:pos x="f1701" y="f1702"/>
              </a:cxn>
              <a:cxn ang="f1377">
                <a:pos x="f1703" y="f1704"/>
              </a:cxn>
              <a:cxn ang="f1377">
                <a:pos x="f1705" y="f1706"/>
              </a:cxn>
              <a:cxn ang="f1377">
                <a:pos x="f1707" y="f1649"/>
              </a:cxn>
              <a:cxn ang="f1377">
                <a:pos x="f1708" y="f1709"/>
              </a:cxn>
              <a:cxn ang="f1377">
                <a:pos x="f1710" y="f1711"/>
              </a:cxn>
              <a:cxn ang="f1377">
                <a:pos x="f1712" y="f1713"/>
              </a:cxn>
              <a:cxn ang="f1377">
                <a:pos x="f1714" y="f1715"/>
              </a:cxn>
              <a:cxn ang="f1377">
                <a:pos x="f1716" y="f1717"/>
              </a:cxn>
              <a:cxn ang="f1377">
                <a:pos x="f1718" y="f1719"/>
              </a:cxn>
              <a:cxn ang="f1377">
                <a:pos x="f1720" y="f1721"/>
              </a:cxn>
              <a:cxn ang="f1377">
                <a:pos x="f1722" y="f1723"/>
              </a:cxn>
              <a:cxn ang="f1377">
                <a:pos x="f1724" y="f1725"/>
              </a:cxn>
              <a:cxn ang="f1377">
                <a:pos x="f1726" y="f1727"/>
              </a:cxn>
              <a:cxn ang="f1377">
                <a:pos x="f1728" y="f1729"/>
              </a:cxn>
              <a:cxn ang="f1377">
                <a:pos x="f1730" y="f1731"/>
              </a:cxn>
              <a:cxn ang="f1377">
                <a:pos x="f1732" y="f1733"/>
              </a:cxn>
              <a:cxn ang="f1377">
                <a:pos x="f1734" y="f1735"/>
              </a:cxn>
              <a:cxn ang="f1377">
                <a:pos x="f1736" y="f1737"/>
              </a:cxn>
              <a:cxn ang="f1377">
                <a:pos x="f1738" y="f1739"/>
              </a:cxn>
            </a:cxnLst>
            <a:rect l="f1618" t="f1621" r="f1619" b="f1620"/>
            <a:pathLst>
              <a:path w="1590" h="1029">
                <a:moveTo>
                  <a:pt x="f6" y="f9"/>
                </a:moveTo>
                <a:cubicBezTo>
                  <a:pt x="f10" y="f11"/>
                  <a:pt x="f12" y="f13"/>
                  <a:pt x="f14" y="f15"/>
                </a:cubicBezTo>
                <a:cubicBezTo>
                  <a:pt x="f16" y="f17"/>
                  <a:pt x="f18" y="f19"/>
                  <a:pt x="f20" y="f21"/>
                </a:cubicBezTo>
                <a:cubicBezTo>
                  <a:pt x="f9" y="f22"/>
                  <a:pt x="f23" y="f24"/>
                  <a:pt x="f25" y="f26"/>
                </a:cubicBezTo>
                <a:cubicBezTo>
                  <a:pt x="f27" y="f28"/>
                  <a:pt x="f29" y="f30"/>
                  <a:pt x="f31" y="f32"/>
                </a:cubicBezTo>
                <a:cubicBezTo>
                  <a:pt x="f33" y="f34"/>
                  <a:pt x="f35" y="f34"/>
                  <a:pt x="f36" y="f28"/>
                </a:cubicBezTo>
                <a:cubicBezTo>
                  <a:pt x="f37" y="f38"/>
                  <a:pt x="f39" y="f40"/>
                  <a:pt x="f41" y="f42"/>
                </a:cubicBezTo>
                <a:cubicBezTo>
                  <a:pt x="f43" y="f44"/>
                  <a:pt x="f40" y="f45"/>
                  <a:pt x="f46" y="f45"/>
                </a:cubicBezTo>
                <a:cubicBezTo>
                  <a:pt x="f47" y="f48"/>
                  <a:pt x="f49" y="f48"/>
                  <a:pt x="f50" y="f51"/>
                </a:cubicBezTo>
                <a:cubicBezTo>
                  <a:pt x="f52" y="f53"/>
                  <a:pt x="f54" y="f46"/>
                  <a:pt x="f55" y="f56"/>
                </a:cubicBezTo>
                <a:cubicBezTo>
                  <a:pt x="f57" y="f58"/>
                  <a:pt x="f59" y="f56"/>
                  <a:pt x="f60" y="f46"/>
                </a:cubicBezTo>
                <a:cubicBezTo>
                  <a:pt x="f61" y="f62"/>
                  <a:pt x="f63" y="f2"/>
                  <a:pt x="f64" y="f65"/>
                </a:cubicBezTo>
                <a:cubicBezTo>
                  <a:pt x="f66" y="f67"/>
                  <a:pt x="f68" y="f69"/>
                  <a:pt x="f70" y="f71"/>
                </a:cubicBezTo>
                <a:cubicBezTo>
                  <a:pt x="f72" y="f29"/>
                  <a:pt x="f73" y="f74"/>
                  <a:pt x="f75" y="f76"/>
                </a:cubicBezTo>
                <a:cubicBezTo>
                  <a:pt x="f77" y="f76"/>
                  <a:pt x="f78" y="f15"/>
                  <a:pt x="f79" y="f23"/>
                </a:cubicBezTo>
                <a:cubicBezTo>
                  <a:pt x="f80" y="f74"/>
                  <a:pt x="f81" y="f74"/>
                  <a:pt x="f82" y="f74"/>
                </a:cubicBezTo>
                <a:cubicBezTo>
                  <a:pt x="f83" y="f74"/>
                  <a:pt x="f83" y="f74"/>
                  <a:pt x="f83" y="f74"/>
                </a:cubicBezTo>
                <a:cubicBezTo>
                  <a:pt x="f84" y="f85"/>
                  <a:pt x="f86" y="f87"/>
                  <a:pt x="f88" y="f89"/>
                </a:cubicBezTo>
                <a:cubicBezTo>
                  <a:pt x="f90" y="f91"/>
                  <a:pt x="f92" y="f93"/>
                  <a:pt x="f94" y="f15"/>
                </a:cubicBezTo>
                <a:cubicBezTo>
                  <a:pt x="f95" y="f96"/>
                  <a:pt x="f97" y="f13"/>
                  <a:pt x="f54" y="f98"/>
                </a:cubicBezTo>
                <a:cubicBezTo>
                  <a:pt x="f99" y="f100"/>
                  <a:pt x="f101" y="f102"/>
                  <a:pt x="f103" y="f104"/>
                </a:cubicBezTo>
                <a:cubicBezTo>
                  <a:pt x="f105" y="f104"/>
                  <a:pt x="f106" y="f104"/>
                  <a:pt x="f107" y="f108"/>
                </a:cubicBezTo>
                <a:cubicBezTo>
                  <a:pt x="f109" y="f110"/>
                  <a:pt x="f111" y="f112"/>
                  <a:pt x="f113" y="f114"/>
                </a:cubicBezTo>
                <a:cubicBezTo>
                  <a:pt x="f115" y="f116"/>
                  <a:pt x="f117" y="f118"/>
                  <a:pt x="f119" y="f120"/>
                </a:cubicBezTo>
                <a:cubicBezTo>
                  <a:pt x="f121" y="f122"/>
                  <a:pt x="f123" y="f124"/>
                  <a:pt x="f125" y="f126"/>
                </a:cubicBezTo>
                <a:cubicBezTo>
                  <a:pt x="f127" y="f128"/>
                  <a:pt x="f129" y="f130"/>
                  <a:pt x="f131" y="f132"/>
                </a:cubicBezTo>
                <a:cubicBezTo>
                  <a:pt x="f133" y="f134"/>
                  <a:pt x="f129" y="f135"/>
                  <a:pt x="f136" y="f3"/>
                </a:cubicBezTo>
                <a:cubicBezTo>
                  <a:pt x="f137" y="f138"/>
                  <a:pt x="f137" y="f139"/>
                  <a:pt x="f140" y="f141"/>
                </a:cubicBezTo>
                <a:cubicBezTo>
                  <a:pt x="f131" y="f18"/>
                  <a:pt x="f121" y="f142"/>
                  <a:pt x="f143" y="f144"/>
                </a:cubicBezTo>
                <a:cubicBezTo>
                  <a:pt x="f119" y="f144"/>
                  <a:pt x="f145" y="f142"/>
                  <a:pt x="f146" y="f142"/>
                </a:cubicBezTo>
                <a:cubicBezTo>
                  <a:pt x="f147" y="f142"/>
                  <a:pt x="f148" y="f149"/>
                  <a:pt x="f150" y="f151"/>
                </a:cubicBezTo>
                <a:cubicBezTo>
                  <a:pt x="f150" y="f152"/>
                  <a:pt x="f150" y="f152"/>
                  <a:pt x="f150" y="f153"/>
                </a:cubicBezTo>
                <a:cubicBezTo>
                  <a:pt x="f154" y="f151"/>
                  <a:pt x="f95" y="f142"/>
                  <a:pt x="f155" y="f156"/>
                </a:cubicBezTo>
                <a:cubicBezTo>
                  <a:pt x="f157" y="f158"/>
                  <a:pt x="f159" y="f160"/>
                  <a:pt x="f161" y="f18"/>
                </a:cubicBezTo>
                <a:cubicBezTo>
                  <a:pt x="f162" y="f163"/>
                  <a:pt x="f86" y="f164"/>
                  <a:pt x="f165" y="f166"/>
                </a:cubicBezTo>
                <a:cubicBezTo>
                  <a:pt x="f167" y="f168"/>
                  <a:pt x="f169" y="f170"/>
                  <a:pt x="f171" y="f172"/>
                </a:cubicBezTo>
                <a:cubicBezTo>
                  <a:pt x="f97" y="f173"/>
                  <a:pt x="f54" y="f174"/>
                  <a:pt x="f54" y="f175"/>
                </a:cubicBezTo>
                <a:cubicBezTo>
                  <a:pt x="f176" y="f177"/>
                  <a:pt x="f178" y="f179"/>
                  <a:pt x="f165" y="f180"/>
                </a:cubicBezTo>
                <a:cubicBezTo>
                  <a:pt x="f159" y="f181"/>
                  <a:pt x="f182" y="f16"/>
                  <a:pt x="f86" y="f183"/>
                </a:cubicBezTo>
                <a:cubicBezTo>
                  <a:pt x="f159" y="f184"/>
                  <a:pt x="f86" y="f185"/>
                  <a:pt x="f186" y="f187"/>
                </a:cubicBezTo>
                <a:cubicBezTo>
                  <a:pt x="f188" y="f189"/>
                  <a:pt x="f188" y="f190"/>
                  <a:pt x="f188" y="f191"/>
                </a:cubicBezTo>
                <a:cubicBezTo>
                  <a:pt x="f192" y="f191"/>
                  <a:pt x="f192" y="f193"/>
                  <a:pt x="f194" y="f191"/>
                </a:cubicBezTo>
                <a:cubicBezTo>
                  <a:pt x="f195" y="f196"/>
                  <a:pt x="f197" y="f190"/>
                  <a:pt x="f198" y="f199"/>
                </a:cubicBezTo>
                <a:cubicBezTo>
                  <a:pt x="f200" y="f201"/>
                  <a:pt x="f59" y="f202"/>
                  <a:pt x="f203" y="f204"/>
                </a:cubicBezTo>
                <a:cubicBezTo>
                  <a:pt x="f80" y="f205"/>
                  <a:pt x="f206" y="f207"/>
                  <a:pt x="f206" y="f208"/>
                </a:cubicBezTo>
                <a:cubicBezTo>
                  <a:pt x="f209" y="f210"/>
                  <a:pt x="f211" y="f212"/>
                  <a:pt x="f213" y="f214"/>
                </a:cubicBezTo>
                <a:cubicBezTo>
                  <a:pt x="f63" y="f215"/>
                  <a:pt x="f216" y="f217"/>
                  <a:pt x="f66" y="f218"/>
                </a:cubicBezTo>
                <a:cubicBezTo>
                  <a:pt x="f68" y="f210"/>
                  <a:pt x="f219" y="f220"/>
                  <a:pt x="f221" y="f215"/>
                </a:cubicBezTo>
                <a:cubicBezTo>
                  <a:pt x="f222" y="f223"/>
                  <a:pt x="f224" y="f225"/>
                  <a:pt x="f226" y="f227"/>
                </a:cubicBezTo>
                <a:cubicBezTo>
                  <a:pt x="f228" y="f229"/>
                  <a:pt x="f230" y="f229"/>
                  <a:pt x="f231" y="f232"/>
                </a:cubicBezTo>
                <a:cubicBezTo>
                  <a:pt x="f233" y="f210"/>
                  <a:pt x="f234" y="f217"/>
                  <a:pt x="f235" y="f236"/>
                </a:cubicBezTo>
                <a:cubicBezTo>
                  <a:pt x="f237" y="f238"/>
                  <a:pt x="f239" y="f240"/>
                  <a:pt x="f241" y="f238"/>
                </a:cubicBezTo>
                <a:cubicBezTo>
                  <a:pt x="f242" y="f215"/>
                  <a:pt x="f243" y="f236"/>
                  <a:pt x="f244" y="f240"/>
                </a:cubicBezTo>
                <a:cubicBezTo>
                  <a:pt x="f245" y="f246"/>
                  <a:pt x="f247" y="f248"/>
                  <a:pt x="f249" y="f12"/>
                </a:cubicBezTo>
                <a:cubicBezTo>
                  <a:pt x="f250" y="f251"/>
                  <a:pt x="f252" y="f251"/>
                  <a:pt x="f253" y="f254"/>
                </a:cubicBezTo>
                <a:cubicBezTo>
                  <a:pt x="f255" y="f12"/>
                  <a:pt x="f256" y="f254"/>
                  <a:pt x="f257" y="f258"/>
                </a:cubicBezTo>
                <a:cubicBezTo>
                  <a:pt x="f259" y="f251"/>
                  <a:pt x="f260" y="f261"/>
                  <a:pt x="f262" y="f263"/>
                </a:cubicBezTo>
                <a:cubicBezTo>
                  <a:pt x="f264" y="f10"/>
                  <a:pt x="f265" y="f10"/>
                  <a:pt x="f266" y="f267"/>
                </a:cubicBezTo>
                <a:cubicBezTo>
                  <a:pt x="f268" y="f269"/>
                  <a:pt x="f270" y="f269"/>
                  <a:pt x="f271" y="f272"/>
                </a:cubicBezTo>
                <a:cubicBezTo>
                  <a:pt x="f273" y="f267"/>
                  <a:pt x="f274" y="f275"/>
                  <a:pt x="f276" y="f269"/>
                </a:cubicBezTo>
                <a:cubicBezTo>
                  <a:pt x="f277" y="f278"/>
                  <a:pt x="f279" y="f6"/>
                  <a:pt x="f280" y="f6"/>
                </a:cubicBezTo>
                <a:cubicBezTo>
                  <a:pt x="f281" y="f278"/>
                  <a:pt x="f282" y="f269"/>
                  <a:pt x="f283" y="f269"/>
                </a:cubicBezTo>
                <a:cubicBezTo>
                  <a:pt x="f284" y="f278"/>
                  <a:pt x="f285" y="f275"/>
                  <a:pt x="f286" y="f287"/>
                </a:cubicBezTo>
                <a:cubicBezTo>
                  <a:pt x="f288" y="f236"/>
                  <a:pt x="f289" y="f217"/>
                  <a:pt x="f290" y="f214"/>
                </a:cubicBezTo>
                <a:cubicBezTo>
                  <a:pt x="f291" y="f214"/>
                  <a:pt x="f291" y="f223"/>
                  <a:pt x="f292" y="f293"/>
                </a:cubicBezTo>
                <a:cubicBezTo>
                  <a:pt x="f294" y="f295"/>
                  <a:pt x="f296" y="f297"/>
                  <a:pt x="f298" y="f208"/>
                </a:cubicBezTo>
                <a:cubicBezTo>
                  <a:pt x="f299" y="f229"/>
                  <a:pt x="f300" y="f204"/>
                  <a:pt x="f301" y="f302"/>
                </a:cubicBezTo>
                <a:cubicBezTo>
                  <a:pt x="f303" y="f302"/>
                  <a:pt x="f303" y="f304"/>
                  <a:pt x="f305" y="f190"/>
                </a:cubicBezTo>
                <a:cubicBezTo>
                  <a:pt x="f306" y="f307"/>
                  <a:pt x="f308" y="f309"/>
                  <a:pt x="f303" y="f310"/>
                </a:cubicBezTo>
                <a:cubicBezTo>
                  <a:pt x="f305" y="f311"/>
                  <a:pt x="f312" y="f313"/>
                  <a:pt x="f305" y="f314"/>
                </a:cubicBezTo>
                <a:cubicBezTo>
                  <a:pt x="f315" y="f183"/>
                  <a:pt x="f316" y="f16"/>
                  <a:pt x="f317" y="f318"/>
                </a:cubicBezTo>
                <a:cubicBezTo>
                  <a:pt x="f319" y="f180"/>
                  <a:pt x="f320" y="f321"/>
                  <a:pt x="f322" y="f179"/>
                </a:cubicBezTo>
                <a:cubicBezTo>
                  <a:pt x="f316" y="f323"/>
                  <a:pt x="f315" y="f324"/>
                  <a:pt x="f312" y="f325"/>
                </a:cubicBezTo>
                <a:cubicBezTo>
                  <a:pt x="f306" y="f326"/>
                  <a:pt x="f306" y="f327"/>
                  <a:pt x="f312" y="f328"/>
                </a:cubicBezTo>
                <a:cubicBezTo>
                  <a:pt x="f291" y="f329"/>
                  <a:pt x="f294" y="f330"/>
                  <a:pt x="f290" y="f331"/>
                </a:cubicBezTo>
                <a:cubicBezTo>
                  <a:pt x="f332" y="f174"/>
                  <a:pt x="f333" y="f334"/>
                  <a:pt x="f335" y="f336"/>
                </a:cubicBezTo>
                <a:cubicBezTo>
                  <a:pt x="f337" y="f338"/>
                  <a:pt x="f286" y="f338"/>
                  <a:pt x="f339" y="f340"/>
                </a:cubicBezTo>
                <a:cubicBezTo>
                  <a:pt x="f306" y="f341"/>
                  <a:pt x="f342" y="f341"/>
                  <a:pt x="f343" y="f344"/>
                </a:cubicBezTo>
                <a:cubicBezTo>
                  <a:pt x="f345" y="f336"/>
                  <a:pt x="f346" y="f347"/>
                  <a:pt x="f348" y="f349"/>
                </a:cubicBezTo>
                <a:cubicBezTo>
                  <a:pt x="f350" y="f338"/>
                  <a:pt x="f351" y="f352"/>
                  <a:pt x="f353" y="f354"/>
                </a:cubicBezTo>
                <a:cubicBezTo>
                  <a:pt x="f355" y="f356"/>
                  <a:pt x="f357" y="f358"/>
                  <a:pt x="f359" y="f360"/>
                </a:cubicBezTo>
                <a:cubicBezTo>
                  <a:pt x="f361" y="f362"/>
                  <a:pt x="f363" y="f362"/>
                  <a:pt x="f364" y="f365"/>
                </a:cubicBezTo>
                <a:cubicBezTo>
                  <a:pt x="f364" y="f153"/>
                  <a:pt x="f366" y="f149"/>
                  <a:pt x="f367" y="f142"/>
                </a:cubicBezTo>
                <a:cubicBezTo>
                  <a:pt x="f368" y="f158"/>
                  <a:pt x="f369" y="f370"/>
                  <a:pt x="f371" y="f372"/>
                </a:cubicBezTo>
                <a:cubicBezTo>
                  <a:pt x="f373" y="f374"/>
                  <a:pt x="f375" y="f376"/>
                  <a:pt x="f377" y="f378"/>
                </a:cubicBezTo>
                <a:cubicBezTo>
                  <a:pt x="f379" y="f380"/>
                  <a:pt x="f381" y="f382"/>
                  <a:pt x="f383" y="f380"/>
                </a:cubicBezTo>
                <a:cubicBezTo>
                  <a:pt x="f384" y="f118"/>
                  <a:pt x="f367" y="f385"/>
                  <a:pt x="f386" y="f387"/>
                </a:cubicBezTo>
                <a:cubicBezTo>
                  <a:pt x="f366" y="f114"/>
                  <a:pt x="f388" y="f389"/>
                  <a:pt x="f361" y="f116"/>
                </a:cubicBezTo>
                <a:cubicBezTo>
                  <a:pt x="f363" y="f390"/>
                  <a:pt x="f391" y="f392"/>
                  <a:pt x="f384" y="f393"/>
                </a:cubicBezTo>
                <a:cubicBezTo>
                  <a:pt x="f367" y="f104"/>
                  <a:pt x="f367" y="f394"/>
                  <a:pt x="f395" y="f396"/>
                </a:cubicBezTo>
                <a:cubicBezTo>
                  <a:pt x="f383" y="f397"/>
                  <a:pt x="f398" y="f20"/>
                  <a:pt x="f364" y="f20"/>
                </a:cubicBezTo>
                <a:cubicBezTo>
                  <a:pt x="f399" y="f397"/>
                  <a:pt x="f400" y="f401"/>
                  <a:pt x="f402" y="f102"/>
                </a:cubicBezTo>
                <a:cubicBezTo>
                  <a:pt x="f403" y="f13"/>
                  <a:pt x="f350" y="f98"/>
                  <a:pt x="f345" y="f404"/>
                </a:cubicBezTo>
                <a:cubicBezTo>
                  <a:pt x="f351" y="f89"/>
                  <a:pt x="f405" y="f23"/>
                  <a:pt x="f403" y="f406"/>
                </a:cubicBezTo>
                <a:cubicBezTo>
                  <a:pt x="f357" y="f407"/>
                  <a:pt x="f408" y="f409"/>
                  <a:pt x="f410" y="f411"/>
                </a:cubicBezTo>
                <a:cubicBezTo>
                  <a:pt x="f412" y="f29"/>
                  <a:pt x="f413" y="f414"/>
                  <a:pt x="f415" y="f29"/>
                </a:cubicBezTo>
                <a:cubicBezTo>
                  <a:pt x="f342" y="f29"/>
                  <a:pt x="f416" y="f414"/>
                  <a:pt x="f417" y="f414"/>
                </a:cubicBezTo>
                <a:cubicBezTo>
                  <a:pt x="f417" y="f418"/>
                  <a:pt x="f417" y="f419"/>
                  <a:pt x="f420" y="f421"/>
                </a:cubicBezTo>
                <a:cubicBezTo>
                  <a:pt x="f422" y="f19"/>
                  <a:pt x="f423" y="f424"/>
                  <a:pt x="f306" y="f425"/>
                </a:cubicBezTo>
                <a:cubicBezTo>
                  <a:pt x="f312" y="f414"/>
                  <a:pt x="f291" y="f426"/>
                  <a:pt x="f427" y="f428"/>
                </a:cubicBezTo>
                <a:cubicBezTo>
                  <a:pt x="f286" y="f429"/>
                  <a:pt x="f430" y="f429"/>
                  <a:pt x="f431" y="f407"/>
                </a:cubicBezTo>
                <a:cubicBezTo>
                  <a:pt x="f282" y="f418"/>
                  <a:pt x="f432" y="f424"/>
                  <a:pt x="f433" y="f434"/>
                </a:cubicBezTo>
                <a:cubicBezTo>
                  <a:pt x="f435" y="f436"/>
                  <a:pt x="f437" y="f438"/>
                  <a:pt x="f339" y="f36"/>
                </a:cubicBezTo>
                <a:cubicBezTo>
                  <a:pt x="f427" y="f439"/>
                  <a:pt x="f427" y="f440"/>
                  <a:pt x="f441" y="f442"/>
                </a:cubicBezTo>
                <a:cubicBezTo>
                  <a:pt x="f443" y="f444"/>
                  <a:pt x="f294" y="f445"/>
                  <a:pt x="f292" y="f446"/>
                </a:cubicBezTo>
                <a:cubicBezTo>
                  <a:pt x="f308" y="f43"/>
                  <a:pt x="f300" y="f447"/>
                  <a:pt x="f448" y="f45"/>
                </a:cubicBezTo>
                <a:cubicBezTo>
                  <a:pt x="f448" y="f2"/>
                  <a:pt x="f449" y="f51"/>
                  <a:pt x="f317" y="f450"/>
                </a:cubicBezTo>
                <a:cubicBezTo>
                  <a:pt x="f300" y="f53"/>
                  <a:pt x="f316" y="f53"/>
                  <a:pt x="f308" y="f451"/>
                </a:cubicBezTo>
                <a:cubicBezTo>
                  <a:pt x="f298" y="f452"/>
                  <a:pt x="f453" y="f454"/>
                  <a:pt x="f437" y="f56"/>
                </a:cubicBezTo>
                <a:cubicBezTo>
                  <a:pt x="f455" y="f456"/>
                  <a:pt x="f285" y="f58"/>
                  <a:pt x="f455" y="f457"/>
                </a:cubicBezTo>
                <a:cubicBezTo>
                  <a:pt x="f337" y="f458"/>
                  <a:pt x="f455" y="f459"/>
                  <a:pt x="f430" y="f460"/>
                </a:cubicBezTo>
                <a:cubicBezTo>
                  <a:pt x="f461" y="f462"/>
                  <a:pt x="f279" y="f463"/>
                  <a:pt x="f464" y="f465"/>
                </a:cubicBezTo>
                <a:cubicBezTo>
                  <a:pt x="f464" y="f466"/>
                  <a:pt x="f464" y="f463"/>
                  <a:pt x="f467" y="f468"/>
                </a:cubicBezTo>
                <a:cubicBezTo>
                  <a:pt x="f467" y="f469"/>
                  <a:pt x="f470" y="f471"/>
                  <a:pt x="f271" y="f472"/>
                </a:cubicBezTo>
                <a:cubicBezTo>
                  <a:pt x="f473" y="f474"/>
                  <a:pt x="f475" y="f459"/>
                  <a:pt x="f476" y="f460"/>
                </a:cubicBezTo>
                <a:cubicBezTo>
                  <a:pt x="f477" y="f478"/>
                  <a:pt x="f479" y="f463"/>
                  <a:pt x="f480" y="f481"/>
                </a:cubicBezTo>
                <a:cubicBezTo>
                  <a:pt x="f480" y="f478"/>
                  <a:pt x="f480" y="f468"/>
                  <a:pt x="f480" y="f458"/>
                </a:cubicBezTo>
                <a:cubicBezTo>
                  <a:pt x="f480" y="f482"/>
                  <a:pt x="f480" y="f472"/>
                  <a:pt x="f260" y="f472"/>
                </a:cubicBezTo>
                <a:cubicBezTo>
                  <a:pt x="f483" y="f469"/>
                  <a:pt x="f484" y="f469"/>
                  <a:pt x="f485" y="f472"/>
                </a:cubicBezTo>
                <a:cubicBezTo>
                  <a:pt x="f256" y="f486"/>
                  <a:pt x="f253" y="f468"/>
                  <a:pt x="f487" y="f463"/>
                </a:cubicBezTo>
                <a:cubicBezTo>
                  <a:pt x="f250" y="f482"/>
                  <a:pt x="f487" y="f474"/>
                  <a:pt x="f488" y="f469"/>
                </a:cubicBezTo>
                <a:cubicBezTo>
                  <a:pt x="f489" y="f490"/>
                  <a:pt x="f491" y="f492"/>
                  <a:pt x="f493" y="f494"/>
                </a:cubicBezTo>
                <a:cubicBezTo>
                  <a:pt x="f495" y="f496"/>
                  <a:pt x="f497" y="f498"/>
                  <a:pt x="f499" y="f500"/>
                </a:cubicBezTo>
                <a:cubicBezTo>
                  <a:pt x="f501" y="f502"/>
                  <a:pt x="f377" y="f127"/>
                  <a:pt x="f8" y="f503"/>
                </a:cubicBezTo>
                <a:cubicBezTo>
                  <a:pt x="f504" y="f50"/>
                  <a:pt x="f504" y="f505"/>
                  <a:pt x="f506" y="f505"/>
                </a:cubicBezTo>
                <a:cubicBezTo>
                  <a:pt x="f506" y="f507"/>
                  <a:pt x="f506" y="f508"/>
                  <a:pt x="f509" y="f502"/>
                </a:cubicBezTo>
                <a:cubicBezTo>
                  <a:pt x="f510" y="f511"/>
                  <a:pt x="f512" y="f513"/>
                  <a:pt x="f514" y="f513"/>
                </a:cubicBezTo>
                <a:cubicBezTo>
                  <a:pt x="f515" y="f516"/>
                  <a:pt x="f515" y="f517"/>
                  <a:pt x="f518" y="f519"/>
                </a:cubicBezTo>
                <a:cubicBezTo>
                  <a:pt x="f520" y="f517"/>
                  <a:pt x="f521" y="f505"/>
                  <a:pt x="f522" y="f516"/>
                </a:cubicBezTo>
                <a:cubicBezTo>
                  <a:pt x="f522" y="f505"/>
                  <a:pt x="f523" y="f517"/>
                  <a:pt x="f523" y="f519"/>
                </a:cubicBezTo>
                <a:cubicBezTo>
                  <a:pt x="f524" y="f508"/>
                  <a:pt x="f525" y="f127"/>
                  <a:pt x="f526" y="f129"/>
                </a:cubicBezTo>
                <a:cubicBezTo>
                  <a:pt x="f527" y="f133"/>
                  <a:pt x="f528" y="f529"/>
                  <a:pt x="f530" y="f531"/>
                </a:cubicBezTo>
                <a:cubicBezTo>
                  <a:pt x="f532" y="f533"/>
                  <a:pt x="f534" y="f115"/>
                  <a:pt x="f535" y="f536"/>
                </a:cubicBezTo>
                <a:cubicBezTo>
                  <a:pt x="f537" y="f538"/>
                  <a:pt x="f539" y="f540"/>
                  <a:pt x="f541" y="f542"/>
                </a:cubicBezTo>
                <a:cubicBezTo>
                  <a:pt x="f543" y="f107"/>
                  <a:pt x="f544" y="f106"/>
                  <a:pt x="f545" y="f546"/>
                </a:cubicBezTo>
                <a:cubicBezTo>
                  <a:pt x="f547" y="f548"/>
                  <a:pt x="f549" y="f119"/>
                  <a:pt x="f550" y="f536"/>
                </a:cubicBezTo>
                <a:cubicBezTo>
                  <a:pt x="f551" y="f552"/>
                  <a:pt x="f553" y="f554"/>
                  <a:pt x="f555" y="f113"/>
                </a:cubicBezTo>
                <a:cubicBezTo>
                  <a:pt x="f556" y="f127"/>
                  <a:pt x="f557" y="f505"/>
                  <a:pt x="f558" y="f559"/>
                </a:cubicBezTo>
                <a:cubicBezTo>
                  <a:pt x="f560" y="f561"/>
                  <a:pt x="f562" y="f563"/>
                  <a:pt x="f564" y="f563"/>
                </a:cubicBezTo>
                <a:cubicBezTo>
                  <a:pt x="f565" y="f566"/>
                  <a:pt x="f567" y="f561"/>
                  <a:pt x="f567" y="f559"/>
                </a:cubicBezTo>
                <a:cubicBezTo>
                  <a:pt x="f567" y="f568"/>
                  <a:pt x="f569" y="f570"/>
                  <a:pt x="f565" y="f570"/>
                </a:cubicBezTo>
                <a:cubicBezTo>
                  <a:pt x="f571" y="f572"/>
                  <a:pt x="f573" y="f574"/>
                  <a:pt x="f551" y="f496"/>
                </a:cubicBezTo>
                <a:cubicBezTo>
                  <a:pt x="f558" y="f575"/>
                  <a:pt x="f576" y="f577"/>
                  <a:pt x="f578" y="f579"/>
                </a:cubicBezTo>
                <a:cubicBezTo>
                  <a:pt x="f580" y="f581"/>
                  <a:pt x="f582" y="f583"/>
                  <a:pt x="f584" y="f583"/>
                </a:cubicBezTo>
                <a:cubicBezTo>
                  <a:pt x="f584" y="f583"/>
                  <a:pt x="f585" y="f586"/>
                  <a:pt x="f587" y="f588"/>
                </a:cubicBezTo>
                <a:cubicBezTo>
                  <a:pt x="f589" y="f590"/>
                  <a:pt x="f591" y="f592"/>
                  <a:pt x="f578" y="f593"/>
                </a:cubicBezTo>
                <a:cubicBezTo>
                  <a:pt x="f594" y="f595"/>
                  <a:pt x="f578" y="f596"/>
                  <a:pt x="f562" y="f597"/>
                </a:cubicBezTo>
                <a:cubicBezTo>
                  <a:pt x="f580" y="f598"/>
                  <a:pt x="f567" y="f599"/>
                  <a:pt x="f587" y="f599"/>
                </a:cubicBezTo>
                <a:cubicBezTo>
                  <a:pt x="f600" y="f599"/>
                  <a:pt x="f601" y="f598"/>
                  <a:pt x="f602" y="f603"/>
                </a:cubicBezTo>
                <a:cubicBezTo>
                  <a:pt x="f604" y="f603"/>
                  <a:pt x="f605" y="f599"/>
                  <a:pt x="f606" y="f599"/>
                </a:cubicBezTo>
                <a:cubicBezTo>
                  <a:pt x="f601" y="f607"/>
                  <a:pt x="f565" y="f607"/>
                  <a:pt x="f562" y="f608"/>
                </a:cubicBezTo>
                <a:cubicBezTo>
                  <a:pt x="f609" y="f610"/>
                  <a:pt x="f551" y="f492"/>
                  <a:pt x="f560" y="f611"/>
                </a:cubicBezTo>
                <a:cubicBezTo>
                  <a:pt x="f612" y="f49"/>
                  <a:pt x="f613" y="f575"/>
                  <a:pt x="f612" y="f614"/>
                </a:cubicBezTo>
                <a:cubicBezTo>
                  <a:pt x="f612" y="f572"/>
                  <a:pt x="f612" y="f615"/>
                  <a:pt x="f612" y="f615"/>
                </a:cubicBezTo>
                <a:cubicBezTo>
                  <a:pt x="f616" y="f561"/>
                  <a:pt x="f556" y="f505"/>
                  <a:pt x="f617" y="f508"/>
                </a:cubicBezTo>
                <a:cubicBezTo>
                  <a:pt x="f618" y="f507"/>
                  <a:pt x="f619" y="f516"/>
                  <a:pt x="f620" y="f566"/>
                </a:cubicBezTo>
                <a:cubicBezTo>
                  <a:pt x="f556" y="f561"/>
                  <a:pt x="f556" y="f568"/>
                  <a:pt x="f556" y="f570"/>
                </a:cubicBezTo>
                <a:cubicBezTo>
                  <a:pt x="f621" y="f570"/>
                  <a:pt x="f617" y="f615"/>
                  <a:pt x="f622" y="f570"/>
                </a:cubicBezTo>
                <a:cubicBezTo>
                  <a:pt x="f623" y="f570"/>
                  <a:pt x="f624" y="f625"/>
                  <a:pt x="f626" y="f568"/>
                </a:cubicBezTo>
                <a:cubicBezTo>
                  <a:pt x="f624" y="f572"/>
                  <a:pt x="f627" y="f628"/>
                  <a:pt x="f629" y="f630"/>
                </a:cubicBezTo>
                <a:cubicBezTo>
                  <a:pt x="f629" y="f577"/>
                  <a:pt x="f631" y="f579"/>
                  <a:pt x="f617" y="f586"/>
                </a:cubicBezTo>
                <a:cubicBezTo>
                  <a:pt x="f618" y="f611"/>
                  <a:pt x="f619" y="f592"/>
                  <a:pt x="f556" y="f632"/>
                </a:cubicBezTo>
                <a:cubicBezTo>
                  <a:pt x="f556" y="f632"/>
                  <a:pt x="f620" y="f633"/>
                  <a:pt x="f619" y="f633"/>
                </a:cubicBezTo>
                <a:cubicBezTo>
                  <a:pt x="f617" y="f632"/>
                  <a:pt x="f627" y="f634"/>
                  <a:pt x="f624" y="f595"/>
                </a:cubicBezTo>
                <a:cubicBezTo>
                  <a:pt x="f635" y="f636"/>
                  <a:pt x="f629" y="f637"/>
                  <a:pt x="f638" y="f639"/>
                </a:cubicBezTo>
                <a:cubicBezTo>
                  <a:pt x="f640" y="f641"/>
                  <a:pt x="f642" y="f643"/>
                  <a:pt x="f644" y="f645"/>
                </a:cubicBezTo>
                <a:cubicBezTo>
                  <a:pt x="f646" y="f647"/>
                  <a:pt x="f629" y="f472"/>
                  <a:pt x="f648" y="f472"/>
                </a:cubicBezTo>
                <a:cubicBezTo>
                  <a:pt x="f649" y="f460"/>
                  <a:pt x="f650" y="f651"/>
                  <a:pt x="f652" y="f653"/>
                </a:cubicBezTo>
                <a:cubicBezTo>
                  <a:pt x="f654" y="f653"/>
                  <a:pt x="f655" y="f653"/>
                  <a:pt x="f656" y="f454"/>
                </a:cubicBezTo>
                <a:cubicBezTo>
                  <a:pt x="f657" y="f658"/>
                  <a:pt x="f659" y="f468"/>
                  <a:pt x="f660" y="f486"/>
                </a:cubicBezTo>
                <a:cubicBezTo>
                  <a:pt x="f661" y="f662"/>
                  <a:pt x="f663" y="f641"/>
                  <a:pt x="f664" y="f490"/>
                </a:cubicBezTo>
                <a:cubicBezTo>
                  <a:pt x="f664" y="f643"/>
                  <a:pt x="f664" y="f665"/>
                  <a:pt x="f664" y="f471"/>
                </a:cubicBezTo>
                <a:cubicBezTo>
                  <a:pt x="f666" y="f667"/>
                  <a:pt x="f668" y="f669"/>
                  <a:pt x="f670" y="f671"/>
                </a:cubicBezTo>
                <a:cubicBezTo>
                  <a:pt x="f672" y="f669"/>
                  <a:pt x="f672" y="f667"/>
                  <a:pt x="f673" y="f667"/>
                </a:cubicBezTo>
                <a:cubicBezTo>
                  <a:pt x="f673" y="f662"/>
                  <a:pt x="f673" y="f674"/>
                  <a:pt x="f675" y="f482"/>
                </a:cubicBezTo>
                <a:cubicBezTo>
                  <a:pt x="f675" y="f458"/>
                  <a:pt x="f676" y="f478"/>
                  <a:pt x="f677" y="f462"/>
                </a:cubicBezTo>
                <a:cubicBezTo>
                  <a:pt x="f678" y="f462"/>
                  <a:pt x="f679" y="f460"/>
                  <a:pt x="f680" y="f468"/>
                </a:cubicBezTo>
                <a:cubicBezTo>
                  <a:pt x="f681" y="f482"/>
                  <a:pt x="f682" y="f674"/>
                  <a:pt x="f683" y="f684"/>
                </a:cubicBezTo>
                <a:cubicBezTo>
                  <a:pt x="f685" y="f459"/>
                  <a:pt x="f686" y="f687"/>
                  <a:pt x="f688" y="f457"/>
                </a:cubicBezTo>
                <a:cubicBezTo>
                  <a:pt x="f689" y="f651"/>
                  <a:pt x="f690" y="f691"/>
                  <a:pt x="f692" y="f463"/>
                </a:cubicBezTo>
                <a:cubicBezTo>
                  <a:pt x="f693" y="f466"/>
                  <a:pt x="f694" y="f658"/>
                  <a:pt x="f695" y="f696"/>
                </a:cubicBezTo>
                <a:cubicBezTo>
                  <a:pt x="f697" y="f457"/>
                  <a:pt x="f698" y="f699"/>
                  <a:pt x="f700" y="f651"/>
                </a:cubicBezTo>
                <a:cubicBezTo>
                  <a:pt x="f701" y="f696"/>
                  <a:pt x="f702" y="f653"/>
                  <a:pt x="f703" y="f56"/>
                </a:cubicBezTo>
                <a:cubicBezTo>
                  <a:pt x="f704" y="f456"/>
                  <a:pt x="f705" y="f46"/>
                  <a:pt x="f706" y="f56"/>
                </a:cubicBezTo>
                <a:cubicBezTo>
                  <a:pt x="f707" y="f58"/>
                  <a:pt x="f708" y="f709"/>
                  <a:pt x="f707" y="f696"/>
                </a:cubicBezTo>
                <a:cubicBezTo>
                  <a:pt x="f705" y="f463"/>
                  <a:pt x="f710" y="f674"/>
                  <a:pt x="f711" y="f665"/>
                </a:cubicBezTo>
                <a:cubicBezTo>
                  <a:pt x="f711" y="f647"/>
                  <a:pt x="f712" y="f47"/>
                  <a:pt x="f713" y="f47"/>
                </a:cubicBezTo>
                <a:cubicBezTo>
                  <a:pt x="f714" y="f641"/>
                  <a:pt x="f714" y="f645"/>
                  <a:pt x="f715" y="f637"/>
                </a:cubicBezTo>
                <a:cubicBezTo>
                  <a:pt x="f716" y="f598"/>
                  <a:pt x="f716" y="f717"/>
                  <a:pt x="f718" y="f595"/>
                </a:cubicBezTo>
                <a:cubicBezTo>
                  <a:pt x="f718" y="f719"/>
                  <a:pt x="f720" y="f593"/>
                  <a:pt x="f720" y="f593"/>
                </a:cubicBezTo>
                <a:cubicBezTo>
                  <a:pt x="f721" y="f590"/>
                  <a:pt x="f722" y="f723"/>
                  <a:pt x="f724" y="f723"/>
                </a:cubicBezTo>
                <a:cubicBezTo>
                  <a:pt x="f725" y="f49"/>
                  <a:pt x="f722" y="f726"/>
                  <a:pt x="f721" y="f727"/>
                </a:cubicBezTo>
                <a:cubicBezTo>
                  <a:pt x="f728" y="f729"/>
                  <a:pt x="f730" y="f628"/>
                  <a:pt x="f731" y="f570"/>
                </a:cubicBezTo>
                <a:cubicBezTo>
                  <a:pt x="f731" y="f561"/>
                  <a:pt x="f732" y="f563"/>
                  <a:pt x="f733" y="f734"/>
                </a:cubicBezTo>
                <a:cubicBezTo>
                  <a:pt x="f735" y="f561"/>
                  <a:pt x="f736" y="f498"/>
                  <a:pt x="f735" y="f519"/>
                </a:cubicBezTo>
                <a:cubicBezTo>
                  <a:pt x="f737" y="f738"/>
                  <a:pt x="f739" y="f125"/>
                  <a:pt x="f737" y="f503"/>
                </a:cubicBezTo>
                <a:cubicBezTo>
                  <a:pt x="f735" y="f140"/>
                  <a:pt x="f740" y="f133"/>
                  <a:pt x="f739" y="f131"/>
                </a:cubicBezTo>
                <a:cubicBezTo>
                  <a:pt x="f740" y="f131"/>
                  <a:pt x="f737" y="f131"/>
                  <a:pt x="f735" y="f531"/>
                </a:cubicBezTo>
                <a:cubicBezTo>
                  <a:pt x="f741" y="f113"/>
                  <a:pt x="f742" y="f533"/>
                  <a:pt x="f743" y="f744"/>
                </a:cubicBezTo>
                <a:cubicBezTo>
                  <a:pt x="f745" y="f121"/>
                  <a:pt x="f742" y="f746"/>
                  <a:pt x="f741" y="f536"/>
                </a:cubicBezTo>
                <a:cubicBezTo>
                  <a:pt x="f740" y="f747"/>
                  <a:pt x="f748" y="f749"/>
                  <a:pt x="f731" y="f548"/>
                </a:cubicBezTo>
                <a:cubicBezTo>
                  <a:pt x="f748" y="f150"/>
                  <a:pt x="f748" y="f750"/>
                  <a:pt x="f751" y="f752"/>
                </a:cubicBezTo>
                <a:cubicBezTo>
                  <a:pt x="f753" y="f105"/>
                  <a:pt x="f754" y="f755"/>
                  <a:pt x="f714" y="f756"/>
                </a:cubicBezTo>
                <a:cubicBezTo>
                  <a:pt x="f720" y="f756"/>
                  <a:pt x="f757" y="f758"/>
                  <a:pt x="f716" y="f101"/>
                </a:cubicBezTo>
                <a:cubicBezTo>
                  <a:pt x="f715" y="f94"/>
                  <a:pt x="f759" y="f760"/>
                  <a:pt x="f761" y="f171"/>
                </a:cubicBezTo>
                <a:cubicBezTo>
                  <a:pt x="f762" y="f92"/>
                  <a:pt x="f725" y="f90"/>
                  <a:pt x="f725" y="f178"/>
                </a:cubicBezTo>
                <a:cubicBezTo>
                  <a:pt x="f763" y="f764"/>
                  <a:pt x="f722" y="f765"/>
                  <a:pt x="f754" y="f766"/>
                </a:cubicBezTo>
                <a:cubicBezTo>
                  <a:pt x="f721" y="f767"/>
                  <a:pt x="f721" y="f767"/>
                  <a:pt x="f768" y="f162"/>
                </a:cubicBezTo>
                <a:cubicBezTo>
                  <a:pt x="f768" y="f769"/>
                  <a:pt x="f768" y="f186"/>
                  <a:pt x="f768" y="f770"/>
                </a:cubicBezTo>
                <a:cubicBezTo>
                  <a:pt x="f771" y="f770"/>
                  <a:pt x="f772" y="f770"/>
                  <a:pt x="f736" y="f770"/>
                </a:cubicBezTo>
                <a:cubicBezTo>
                  <a:pt x="f773" y="f55"/>
                  <a:pt x="f735" y="f774"/>
                  <a:pt x="f737" y="f195"/>
                </a:cubicBezTo>
                <a:cubicBezTo>
                  <a:pt x="f741" y="f195"/>
                  <a:pt x="f745" y="f195"/>
                  <a:pt x="f775" y="f776"/>
                </a:cubicBezTo>
                <a:cubicBezTo>
                  <a:pt x="f777" y="f57"/>
                  <a:pt x="f778" y="f779"/>
                  <a:pt x="f780" y="f781"/>
                </a:cubicBezTo>
                <a:cubicBezTo>
                  <a:pt x="f782" y="f781"/>
                  <a:pt x="f783" y="f198"/>
                  <a:pt x="f784" y="f81"/>
                </a:cubicBezTo>
                <a:cubicBezTo>
                  <a:pt x="f783" y="f200"/>
                  <a:pt x="f785" y="f786"/>
                  <a:pt x="f787" y="f788"/>
                </a:cubicBezTo>
                <a:cubicBezTo>
                  <a:pt x="f789" y="f790"/>
                  <a:pt x="f743" y="f791"/>
                  <a:pt x="f737" y="f206"/>
                </a:cubicBezTo>
                <a:cubicBezTo>
                  <a:pt x="f792" y="f793"/>
                  <a:pt x="f745" y="f794"/>
                  <a:pt x="f795" y="f796"/>
                </a:cubicBezTo>
                <a:cubicBezTo>
                  <a:pt x="f775" y="f797"/>
                  <a:pt x="f795" y="f798"/>
                  <a:pt x="f743" y="f78"/>
                </a:cubicBezTo>
                <a:cubicBezTo>
                  <a:pt x="f795" y="f799"/>
                  <a:pt x="f800" y="f801"/>
                  <a:pt x="f775" y="f802"/>
                </a:cubicBezTo>
                <a:cubicBezTo>
                  <a:pt x="f743" y="f803"/>
                  <a:pt x="f804" y="f221"/>
                  <a:pt x="f805" y="f806"/>
                </a:cubicBezTo>
                <a:cubicBezTo>
                  <a:pt x="f795" y="f224"/>
                  <a:pt x="f735" y="f807"/>
                  <a:pt x="f808" y="f809"/>
                </a:cubicBezTo>
                <a:cubicBezTo>
                  <a:pt x="f771" y="f806"/>
                  <a:pt x="f732" y="f810"/>
                  <a:pt x="f768" y="f811"/>
                </a:cubicBezTo>
                <a:cubicBezTo>
                  <a:pt x="f768" y="f75"/>
                  <a:pt x="f751" y="f222"/>
                  <a:pt x="f724" y="f809"/>
                </a:cubicBezTo>
                <a:cubicBezTo>
                  <a:pt x="f721" y="f75"/>
                  <a:pt x="f714" y="f72"/>
                  <a:pt x="f812" y="f813"/>
                </a:cubicBezTo>
                <a:cubicBezTo>
                  <a:pt x="f713" y="f75"/>
                  <a:pt x="f712" y="f814"/>
                  <a:pt x="f815" y="f816"/>
                </a:cubicBezTo>
                <a:cubicBezTo>
                  <a:pt x="f710" y="f817"/>
                  <a:pt x="f708" y="f818"/>
                  <a:pt x="f707" y="f819"/>
                </a:cubicBezTo>
                <a:cubicBezTo>
                  <a:pt x="f820" y="f806"/>
                  <a:pt x="f821" y="f72"/>
                  <a:pt x="f703" y="f822"/>
                </a:cubicBezTo>
                <a:cubicBezTo>
                  <a:pt x="f823" y="f824"/>
                  <a:pt x="f825" y="f826"/>
                  <a:pt x="f827" y="f828"/>
                </a:cubicBezTo>
                <a:cubicBezTo>
                  <a:pt x="f829" y="f793"/>
                  <a:pt x="f827" y="f830"/>
                  <a:pt x="f831" y="f203"/>
                </a:cubicBezTo>
                <a:cubicBezTo>
                  <a:pt x="f831" y="f832"/>
                  <a:pt x="f833" y="f59"/>
                  <a:pt x="f834" y="f788"/>
                </a:cubicBezTo>
                <a:cubicBezTo>
                  <a:pt x="f701" y="f835"/>
                  <a:pt x="f697" y="f57"/>
                  <a:pt x="f836" y="f837"/>
                </a:cubicBezTo>
                <a:cubicBezTo>
                  <a:pt x="f693" y="f776"/>
                  <a:pt x="f838" y="f776"/>
                  <a:pt x="f692" y="f776"/>
                </a:cubicBezTo>
                <a:cubicBezTo>
                  <a:pt x="f839" y="f195"/>
                  <a:pt x="f840" y="f841"/>
                  <a:pt x="f688" y="f842"/>
                </a:cubicBezTo>
                <a:cubicBezTo>
                  <a:pt x="f843" y="f844"/>
                  <a:pt x="f845" y="f770"/>
                  <a:pt x="f846" y="f84"/>
                </a:cubicBezTo>
                <a:cubicBezTo>
                  <a:pt x="f678" y="f192"/>
                  <a:pt x="f847" y="f192"/>
                  <a:pt x="f848" y="f186"/>
                </a:cubicBezTo>
                <a:cubicBezTo>
                  <a:pt x="f663" y="f837"/>
                  <a:pt x="f849" y="f781"/>
                  <a:pt x="f850" y="f203"/>
                </a:cubicBezTo>
                <a:cubicBezTo>
                  <a:pt x="f851" y="f826"/>
                  <a:pt x="f843" y="f72"/>
                  <a:pt x="f693" y="f816"/>
                </a:cubicBezTo>
                <a:cubicBezTo>
                  <a:pt x="f829" y="f852"/>
                  <a:pt x="f710" y="f853"/>
                  <a:pt x="f721" y="f259"/>
                </a:cubicBezTo>
                <a:cubicBezTo>
                  <a:pt x="f732" y="f266"/>
                  <a:pt x="f740" y="f271"/>
                  <a:pt x="f743" y="f854"/>
                </a:cubicBezTo>
                <a:cubicBezTo>
                  <a:pt x="f804" y="f855"/>
                  <a:pt x="f856" y="f857"/>
                  <a:pt x="f783" y="f858"/>
                </a:cubicBezTo>
                <a:cubicBezTo>
                  <a:pt x="f859" y="f285"/>
                  <a:pt x="f860" y="f285"/>
                  <a:pt x="f861" y="f335"/>
                </a:cubicBezTo>
                <a:cubicBezTo>
                  <a:pt x="f862" y="f863"/>
                  <a:pt x="f864" y="f280"/>
                  <a:pt x="f865" y="f866"/>
                </a:cubicBezTo>
                <a:cubicBezTo>
                  <a:pt x="f867" y="f868"/>
                  <a:pt x="f867" y="f869"/>
                  <a:pt x="f870" y="f871"/>
                </a:cubicBezTo>
                <a:cubicBezTo>
                  <a:pt x="f872" y="f273"/>
                  <a:pt x="f7" y="f873"/>
                  <a:pt x="f874" y="f283"/>
                </a:cubicBezTo>
                <a:cubicBezTo>
                  <a:pt x="f864" y="f284"/>
                  <a:pt x="f870" y="f875"/>
                  <a:pt x="f876" y="f435"/>
                </a:cubicBezTo>
                <a:cubicBezTo>
                  <a:pt x="f877" y="f286"/>
                  <a:pt x="f860" y="f333"/>
                  <a:pt x="f878" y="f286"/>
                </a:cubicBezTo>
                <a:cubicBezTo>
                  <a:pt x="f879" y="f286"/>
                  <a:pt x="f859" y="f333"/>
                  <a:pt x="f880" y="f337"/>
                </a:cubicBezTo>
                <a:cubicBezTo>
                  <a:pt x="f881" y="f453"/>
                  <a:pt x="f882" y="f883"/>
                  <a:pt x="f884" y="f320"/>
                </a:cubicBezTo>
                <a:cubicBezTo>
                  <a:pt x="f885" y="f886"/>
                  <a:pt x="f887" y="f888"/>
                  <a:pt x="f876" y="f889"/>
                </a:cubicBezTo>
                <a:cubicBezTo>
                  <a:pt x="f890" y="f398"/>
                  <a:pt x="f887" y="f891"/>
                  <a:pt x="f892" y="f893"/>
                </a:cubicBezTo>
                <a:cubicBezTo>
                  <a:pt x="f894" y="f501"/>
                  <a:pt x="f895" y="f8"/>
                  <a:pt x="f896" y="f377"/>
                </a:cubicBezTo>
                <a:cubicBezTo>
                  <a:pt x="f897" y="f898"/>
                  <a:pt x="f899" y="f379"/>
                  <a:pt x="f900" y="f901"/>
                </a:cubicBezTo>
                <a:cubicBezTo>
                  <a:pt x="f902" y="f368"/>
                  <a:pt x="f900" y="f366"/>
                  <a:pt x="f899" y="f497"/>
                </a:cubicBezTo>
                <a:cubicBezTo>
                  <a:pt x="f903" y="f904"/>
                  <a:pt x="f905" y="f906"/>
                  <a:pt x="f907" y="f399"/>
                </a:cubicBezTo>
                <a:cubicBezTo>
                  <a:pt x="f908" y="f398"/>
                  <a:pt x="f908" y="f909"/>
                  <a:pt x="f897" y="f373"/>
                </a:cubicBezTo>
                <a:cubicBezTo>
                  <a:pt x="f907" y="f910"/>
                  <a:pt x="f860" y="f898"/>
                  <a:pt x="f911" y="f912"/>
                </a:cubicBezTo>
                <a:cubicBezTo>
                  <a:pt x="f861" y="f381"/>
                  <a:pt x="f913" y="f398"/>
                  <a:pt x="f914" y="f400"/>
                </a:cubicBezTo>
                <a:cubicBezTo>
                  <a:pt x="f861" y="f345"/>
                  <a:pt x="f915" y="f916"/>
                  <a:pt x="f860" y="f420"/>
                </a:cubicBezTo>
                <a:cubicBezTo>
                  <a:pt x="f917" y="f300"/>
                  <a:pt x="f881" y="f303"/>
                  <a:pt x="f918" y="f294"/>
                </a:cubicBezTo>
                <a:cubicBezTo>
                  <a:pt x="f903" y="f919"/>
                  <a:pt x="f920" y="f875"/>
                  <a:pt x="f921" y="f858"/>
                </a:cubicBezTo>
                <a:cubicBezTo>
                  <a:pt x="f745" y="f922"/>
                  <a:pt x="f740" y="f923"/>
                  <a:pt x="f924" y="f271"/>
                </a:cubicBezTo>
                <a:cubicBezTo>
                  <a:pt x="f718" y="f259"/>
                  <a:pt x="f925" y="f926"/>
                  <a:pt x="f694" y="f927"/>
                </a:cubicBezTo>
                <a:cubicBezTo>
                  <a:pt x="f928" y="f929"/>
                  <a:pt x="f851" y="f930"/>
                  <a:pt x="f673" y="f931"/>
                </a:cubicBezTo>
                <a:cubicBezTo>
                  <a:pt x="f932" y="f933"/>
                  <a:pt x="f934" y="f83"/>
                  <a:pt x="f659" y="f769"/>
                </a:cubicBezTo>
                <a:cubicBezTo>
                  <a:pt x="f935" y="f936"/>
                  <a:pt x="f937" y="f162"/>
                  <a:pt x="f938" y="f767"/>
                </a:cubicBezTo>
                <a:cubicBezTo>
                  <a:pt x="f939" y="f165"/>
                  <a:pt x="f940" y="f176"/>
                  <a:pt x="f941" y="f758"/>
                </a:cubicBezTo>
                <a:cubicBezTo>
                  <a:pt x="f942" y="f99"/>
                  <a:pt x="f943" y="f99"/>
                  <a:pt x="f944" y="f90"/>
                </a:cubicBezTo>
                <a:cubicBezTo>
                  <a:pt x="f945" y="f167"/>
                  <a:pt x="f946" y="f765"/>
                  <a:pt x="f947" y="f948"/>
                </a:cubicBezTo>
                <a:cubicBezTo>
                  <a:pt x="f947" y="f159"/>
                  <a:pt x="f947" y="f86"/>
                  <a:pt x="f947" y="f182"/>
                </a:cubicBezTo>
                <a:cubicBezTo>
                  <a:pt x="f946" y="f949"/>
                  <a:pt x="f950" y="f951"/>
                  <a:pt x="f952" y="f767"/>
                </a:cubicBezTo>
                <a:cubicBezTo>
                  <a:pt x="f953" y="f162"/>
                  <a:pt x="f954" y="f162"/>
                  <a:pt x="f954" y="f194"/>
                </a:cubicBezTo>
                <a:cubicBezTo>
                  <a:pt x="f954" y="f770"/>
                  <a:pt x="f955" y="f956"/>
                  <a:pt x="f957" y="f844"/>
                </a:cubicBezTo>
                <a:cubicBezTo>
                  <a:pt x="f955" y="f774"/>
                  <a:pt x="f958" y="f841"/>
                  <a:pt x="f942" y="f776"/>
                </a:cubicBezTo>
                <a:cubicBezTo>
                  <a:pt x="f953" y="f83"/>
                  <a:pt x="f959" y="f960"/>
                  <a:pt x="f535" y="f961"/>
                </a:cubicBezTo>
                <a:cubicBezTo>
                  <a:pt x="f962" y="f779"/>
                  <a:pt x="f963" y="f57"/>
                  <a:pt x="f964" y="f788"/>
                </a:cubicBezTo>
                <a:cubicBezTo>
                  <a:pt x="f965" y="f203"/>
                  <a:pt x="f541" y="f966"/>
                  <a:pt x="f967" y="f931"/>
                </a:cubicBezTo>
                <a:cubicBezTo>
                  <a:pt x="f539" y="f796"/>
                  <a:pt x="f963" y="f968"/>
                  <a:pt x="f947" y="f63"/>
                </a:cubicBezTo>
                <a:cubicBezTo>
                  <a:pt x="f969" y="f801"/>
                  <a:pt x="f965" y="f970"/>
                  <a:pt x="f971" y="f972"/>
                </a:cubicBezTo>
                <a:cubicBezTo>
                  <a:pt x="f544" y="f66"/>
                  <a:pt x="f604" y="f803"/>
                  <a:pt x="f605" y="f807"/>
                </a:cubicBezTo>
                <a:cubicBezTo>
                  <a:pt x="f605" y="f219"/>
                  <a:pt x="f973" y="f221"/>
                  <a:pt x="f543" y="f73"/>
                </a:cubicBezTo>
                <a:cubicBezTo>
                  <a:pt x="f974" y="f75"/>
                  <a:pt x="f974" y="f810"/>
                  <a:pt x="f975" y="f814"/>
                </a:cubicBezTo>
                <a:cubicBezTo>
                  <a:pt x="f976" y="f929"/>
                  <a:pt x="f965" y="f818"/>
                  <a:pt x="f977" y="f817"/>
                </a:cubicBezTo>
                <a:cubicBezTo>
                  <a:pt x="f978" y="f979"/>
                  <a:pt x="f606" y="f980"/>
                  <a:pt x="f947" y="f981"/>
                </a:cubicBezTo>
                <a:cubicBezTo>
                  <a:pt x="f976" y="f982"/>
                  <a:pt x="f543" y="f231"/>
                  <a:pt x="f977" y="f233"/>
                </a:cubicBezTo>
                <a:cubicBezTo>
                  <a:pt x="f544" y="f983"/>
                  <a:pt x="f964" y="f237"/>
                  <a:pt x="f984" y="f239"/>
                </a:cubicBezTo>
                <a:cubicBezTo>
                  <a:pt x="f601" y="f985"/>
                  <a:pt x="f545" y="f242"/>
                  <a:pt x="f601" y="f986"/>
                </a:cubicBezTo>
                <a:cubicBezTo>
                  <a:pt x="f984" y="f243"/>
                  <a:pt x="f964" y="f243"/>
                  <a:pt x="f978" y="f243"/>
                </a:cubicBezTo>
                <a:cubicBezTo>
                  <a:pt x="f963" y="f987"/>
                  <a:pt x="f974" y="f242"/>
                  <a:pt x="f537" y="f988"/>
                </a:cubicBezTo>
                <a:cubicBezTo>
                  <a:pt x="f989" y="f990"/>
                  <a:pt x="f952" y="f988"/>
                  <a:pt x="f952" y="f991"/>
                </a:cubicBezTo>
                <a:cubicBezTo>
                  <a:pt x="f952" y="f992"/>
                  <a:pt x="f953" y="f245"/>
                  <a:pt x="f941" y="f992"/>
                </a:cubicBezTo>
                <a:cubicBezTo>
                  <a:pt x="f530" y="f991"/>
                  <a:pt x="f530" y="f991"/>
                  <a:pt x="f993" y="f994"/>
                </a:cubicBezTo>
                <a:cubicBezTo>
                  <a:pt x="f524" y="f233"/>
                  <a:pt x="f995" y="f996"/>
                  <a:pt x="f997" y="f998"/>
                </a:cubicBezTo>
                <a:cubicBezTo>
                  <a:pt x="f999" y="f1000"/>
                  <a:pt x="f1001" y="f226"/>
                  <a:pt x="f1002" y="f1003"/>
                </a:cubicBezTo>
                <a:cubicBezTo>
                  <a:pt x="f1004" y="f814"/>
                  <a:pt x="f1005" y="f1003"/>
                  <a:pt x="f1005" y="f1006"/>
                </a:cubicBezTo>
                <a:cubicBezTo>
                  <a:pt x="f1007" y="f1008"/>
                  <a:pt x="f1009" y="f230"/>
                  <a:pt x="f518" y="f982"/>
                </a:cubicBezTo>
                <a:cubicBezTo>
                  <a:pt x="f1010" y="f234"/>
                  <a:pt x="f1011" y="f1012"/>
                  <a:pt x="f1013" y="f988"/>
                </a:cubicBezTo>
                <a:cubicBezTo>
                  <a:pt x="f520" y="f991"/>
                  <a:pt x="f1014" y="f1015"/>
                  <a:pt x="f1016" y="f1017"/>
                </a:cubicBezTo>
                <a:cubicBezTo>
                  <a:pt x="f1018" y="f249"/>
                  <a:pt x="f1018" y="f853"/>
                  <a:pt x="f1018" y="f853"/>
                </a:cubicBezTo>
                <a:cubicBezTo>
                  <a:pt x="f1018" y="f1019"/>
                  <a:pt x="f1018" y="f1020"/>
                  <a:pt x="f1018" y="f1021"/>
                </a:cubicBezTo>
                <a:cubicBezTo>
                  <a:pt x="f1010" y="f1022"/>
                  <a:pt x="f1002" y="f262"/>
                  <a:pt x="f518" y="f266"/>
                </a:cubicBezTo>
                <a:cubicBezTo>
                  <a:pt x="f1004" y="f264"/>
                  <a:pt x="f1023" y="f479"/>
                  <a:pt x="f512" y="f260"/>
                </a:cubicBezTo>
                <a:cubicBezTo>
                  <a:pt x="f1024" y="f1022"/>
                  <a:pt x="f1024" y="f483"/>
                  <a:pt x="f1025" y="f1026"/>
                </a:cubicBezTo>
                <a:cubicBezTo>
                  <a:pt x="f1025" y="f483"/>
                  <a:pt x="f1027" y="f483"/>
                  <a:pt x="f1028" y="f483"/>
                </a:cubicBezTo>
                <a:cubicBezTo>
                  <a:pt x="f1028" y="f1029"/>
                  <a:pt x="f1027" y="f265"/>
                  <a:pt x="f1028" y="f475"/>
                </a:cubicBezTo>
                <a:cubicBezTo>
                  <a:pt x="f1028" y="f268"/>
                  <a:pt x="f1028" y="f871"/>
                  <a:pt x="f510" y="f871"/>
                </a:cubicBezTo>
                <a:cubicBezTo>
                  <a:pt x="f1030" y="f270"/>
                  <a:pt x="f1031" y="f871"/>
                  <a:pt x="f509" y="f473"/>
                </a:cubicBezTo>
                <a:cubicBezTo>
                  <a:pt x="f1032" y="f1033"/>
                  <a:pt x="f1034" y="f1035"/>
                  <a:pt x="f1036" y="f475"/>
                </a:cubicBezTo>
                <a:cubicBezTo>
                  <a:pt x="f1037" y="f871"/>
                  <a:pt x="f504" y="f1038"/>
                  <a:pt x="f1039" y="f470"/>
                </a:cubicBezTo>
                <a:cubicBezTo>
                  <a:pt x="f1040" y="f279"/>
                  <a:pt x="f8" y="f279"/>
                  <a:pt x="f910" y="f276"/>
                </a:cubicBezTo>
                <a:cubicBezTo>
                  <a:pt x="f1041" y="f467"/>
                  <a:pt x="f1042" y="f470"/>
                  <a:pt x="f379" y="f464"/>
                </a:cubicBezTo>
                <a:cubicBezTo>
                  <a:pt x="f1043" y="f467"/>
                  <a:pt x="f375" y="f1044"/>
                  <a:pt x="f912" y="f923"/>
                </a:cubicBezTo>
                <a:cubicBezTo>
                  <a:pt x="f893" y="f855"/>
                  <a:pt x="f371" y="f432"/>
                  <a:pt x="f1045" y="f433"/>
                </a:cubicBezTo>
                <a:cubicBezTo>
                  <a:pt x="f391" y="f432"/>
                  <a:pt x="f497" y="f855"/>
                  <a:pt x="f906" y="f279"/>
                </a:cubicBezTo>
                <a:cubicBezTo>
                  <a:pt x="f400" y="f276"/>
                  <a:pt x="f408" y="f274"/>
                  <a:pt x="f1046" y="f277"/>
                </a:cubicBezTo>
                <a:cubicBezTo>
                  <a:pt x="f1047" y="f854"/>
                  <a:pt x="f350" y="f873"/>
                  <a:pt x="f1048" y="f467"/>
                </a:cubicBezTo>
                <a:cubicBezTo>
                  <a:pt x="f1049" y="f273"/>
                  <a:pt x="f345" y="f869"/>
                  <a:pt x="f345" y="f268"/>
                </a:cubicBezTo>
                <a:cubicBezTo>
                  <a:pt x="f1050" y="f1051"/>
                  <a:pt x="f412" y="f871"/>
                  <a:pt x="f1052" y="f270"/>
                </a:cubicBezTo>
                <a:cubicBezTo>
                  <a:pt x="f1053" y="f869"/>
                  <a:pt x="f413" y="f1054"/>
                  <a:pt x="f1055" y="f271"/>
                </a:cubicBezTo>
                <a:cubicBezTo>
                  <a:pt x="f886" y="f489"/>
                  <a:pt x="f1056" y="f473"/>
                  <a:pt x="f1056" y="f1035"/>
                </a:cubicBezTo>
                <a:cubicBezTo>
                  <a:pt x="f1057" y="f1058"/>
                  <a:pt x="f1059" y="f476"/>
                  <a:pt x="f1060" y="f262"/>
                </a:cubicBezTo>
                <a:cubicBezTo>
                  <a:pt x="f342" y="f262"/>
                  <a:pt x="f342" y="f480"/>
                  <a:pt x="f342" y="f483"/>
                </a:cubicBezTo>
                <a:cubicBezTo>
                  <a:pt x="f342" y="f259"/>
                  <a:pt x="f342" y="f485"/>
                  <a:pt x="f342" y="f1061"/>
                </a:cubicBezTo>
                <a:cubicBezTo>
                  <a:pt x="f319" y="f485"/>
                  <a:pt x="f322" y="f259"/>
                  <a:pt x="f883" y="f1022"/>
                </a:cubicBezTo>
                <a:cubicBezTo>
                  <a:pt x="f883" y="f1062"/>
                  <a:pt x="f315" y="f1063"/>
                  <a:pt x="f315" y="f253"/>
                </a:cubicBezTo>
                <a:cubicBezTo>
                  <a:pt x="f315" y="f252"/>
                  <a:pt x="f301" y="f250"/>
                  <a:pt x="f883" y="f249"/>
                </a:cubicBezTo>
                <a:cubicBezTo>
                  <a:pt x="f883" y="f247"/>
                  <a:pt x="f306" y="f992"/>
                  <a:pt x="f493" y="f1064"/>
                </a:cubicBezTo>
                <a:cubicBezTo>
                  <a:pt x="f315" y="f991"/>
                  <a:pt x="f305" y="f991"/>
                  <a:pt x="f312" y="f1065"/>
                </a:cubicBezTo>
                <a:cubicBezTo>
                  <a:pt x="f312" y="f986"/>
                  <a:pt x="f305" y="f1066"/>
                  <a:pt x="f301" y="f239"/>
                </a:cubicBezTo>
                <a:cubicBezTo>
                  <a:pt x="f308" y="f1067"/>
                  <a:pt x="f322" y="f1068"/>
                  <a:pt x="f448" y="f1069"/>
                </a:cubicBezTo>
                <a:cubicBezTo>
                  <a:pt x="f417" y="f1070"/>
                  <a:pt x="f416" y="f817"/>
                  <a:pt x="f1071" y="f819"/>
                </a:cubicBezTo>
                <a:cubicBezTo>
                  <a:pt x="f342" y="f814"/>
                  <a:pt x="f1072" y="f809"/>
                  <a:pt x="f1073" y="f1074"/>
                </a:cubicBezTo>
                <a:cubicBezTo>
                  <a:pt x="f420" y="f806"/>
                  <a:pt x="f448" y="f1074"/>
                  <a:pt x="f449" y="f809"/>
                </a:cubicBezTo>
                <a:cubicBezTo>
                  <a:pt x="f299" y="f814"/>
                  <a:pt x="f308" y="f818"/>
                  <a:pt x="f303" y="f1000"/>
                </a:cubicBezTo>
                <a:cubicBezTo>
                  <a:pt x="f296" y="f998"/>
                  <a:pt x="f1075" y="f982"/>
                  <a:pt x="f286" y="f927"/>
                </a:cubicBezTo>
                <a:cubicBezTo>
                  <a:pt x="f455" y="f983"/>
                  <a:pt x="f1076" y="f994"/>
                  <a:pt x="f1077" y="f1067"/>
                </a:cubicBezTo>
                <a:cubicBezTo>
                  <a:pt x="f284" y="f1078"/>
                  <a:pt x="f430" y="f1068"/>
                  <a:pt x="f1079" y="f233"/>
                </a:cubicBezTo>
                <a:cubicBezTo>
                  <a:pt x="f431" y="f234"/>
                  <a:pt x="f277" y="f994"/>
                  <a:pt x="f866" y="f1067"/>
                </a:cubicBezTo>
                <a:cubicBezTo>
                  <a:pt x="f1038" y="f235"/>
                  <a:pt x="f1054" y="f235"/>
                  <a:pt x="f489" y="f1067"/>
                </a:cubicBezTo>
                <a:cubicBezTo>
                  <a:pt x="f270" y="f994"/>
                  <a:pt x="f489" y="f927"/>
                  <a:pt x="f489" y="f1078"/>
                </a:cubicBezTo>
                <a:cubicBezTo>
                  <a:pt x="f1054" y="f998"/>
                  <a:pt x="f271" y="f818"/>
                  <a:pt x="f1080" y="f222"/>
                </a:cubicBezTo>
                <a:cubicBezTo>
                  <a:pt x="f1054" y="f222"/>
                  <a:pt x="f489" y="f810"/>
                  <a:pt x="f473" y="f810"/>
                </a:cubicBezTo>
                <a:cubicBezTo>
                  <a:pt x="f268" y="f72"/>
                  <a:pt x="f473" y="f813"/>
                  <a:pt x="f489" y="f77"/>
                </a:cubicBezTo>
                <a:cubicBezTo>
                  <a:pt x="f274" y="f826"/>
                  <a:pt x="f1081" y="f1082"/>
                  <a:pt x="f475" y="f797"/>
                </a:cubicBezTo>
                <a:cubicBezTo>
                  <a:pt x="f266" y="f968"/>
                  <a:pt x="f265" y="f968"/>
                  <a:pt x="f477" y="f796"/>
                </a:cubicBezTo>
                <a:cubicBezTo>
                  <a:pt x="f265" y="f1083"/>
                  <a:pt x="f489" y="f203"/>
                  <a:pt x="f470" y="f933"/>
                </a:cubicBezTo>
                <a:cubicBezTo>
                  <a:pt x="f271" y="f198"/>
                  <a:pt x="f1080" y="f1084"/>
                  <a:pt x="f470" y="f961"/>
                </a:cubicBezTo>
                <a:cubicBezTo>
                  <a:pt x="f873" y="f197"/>
                  <a:pt x="f1085" y="f960"/>
                  <a:pt x="f1086" y="f83"/>
                </a:cubicBezTo>
                <a:cubicBezTo>
                  <a:pt x="f1087" y="f1088"/>
                  <a:pt x="f1089" y="f776"/>
                  <a:pt x="f284" y="f841"/>
                </a:cubicBezTo>
                <a:cubicBezTo>
                  <a:pt x="f1089" y="f844"/>
                  <a:pt x="f1087" y="f770"/>
                  <a:pt x="f1086" y="f84"/>
                </a:cubicBezTo>
                <a:cubicBezTo>
                  <a:pt x="f1085" y="f192"/>
                  <a:pt x="f873" y="f186"/>
                  <a:pt x="f470" y="f936"/>
                </a:cubicBezTo>
                <a:cubicBezTo>
                  <a:pt x="f866" y="f162"/>
                  <a:pt x="f271" y="f949"/>
                  <a:pt x="f271" y="f86"/>
                </a:cubicBezTo>
                <a:cubicBezTo>
                  <a:pt x="f868" y="f1090"/>
                  <a:pt x="f273" y="f165"/>
                  <a:pt x="f1081" y="f1091"/>
                </a:cubicBezTo>
                <a:cubicBezTo>
                  <a:pt x="f1044" y="f1092"/>
                  <a:pt x="f280" y="f54"/>
                  <a:pt x="f282" y="f760"/>
                </a:cubicBezTo>
                <a:cubicBezTo>
                  <a:pt x="f279" y="f752"/>
                  <a:pt x="f1085" y="f750"/>
                  <a:pt x="f433" y="f148"/>
                </a:cubicBezTo>
                <a:cubicBezTo>
                  <a:pt x="f1077" y="f542"/>
                  <a:pt x="f1093" y="f109"/>
                  <a:pt x="f1087" y="f749"/>
                </a:cubicBezTo>
                <a:cubicBezTo>
                  <a:pt x="f1077" y="f117"/>
                  <a:pt x="f285" y="f143"/>
                  <a:pt x="f919" y="f538"/>
                </a:cubicBezTo>
                <a:cubicBezTo>
                  <a:pt x="f437" y="f536"/>
                  <a:pt x="f437" y="f746"/>
                  <a:pt x="f1094" y="f121"/>
                </a:cubicBezTo>
                <a:cubicBezTo>
                  <a:pt x="f289" y="f121"/>
                  <a:pt x="f1075" y="f121"/>
                  <a:pt x="f453" y="f115"/>
                </a:cubicBezTo>
                <a:cubicBezTo>
                  <a:pt x="f1095" y="f1096"/>
                  <a:pt x="f291" y="f554"/>
                  <a:pt x="f1095" y="f113"/>
                </a:cubicBezTo>
                <a:cubicBezTo>
                  <a:pt x="f296" y="f529"/>
                  <a:pt x="f443" y="f1097"/>
                  <a:pt x="f290" y="f136"/>
                </a:cubicBezTo>
                <a:cubicBezTo>
                  <a:pt x="f298" y="f508"/>
                  <a:pt x="f493" y="f1098"/>
                  <a:pt x="f1099" y="f1098"/>
                </a:cubicBezTo>
                <a:cubicBezTo>
                  <a:pt x="f448" y="f503"/>
                  <a:pt x="f448" y="f502"/>
                  <a:pt x="f320" y="f50"/>
                </a:cubicBezTo>
                <a:cubicBezTo>
                  <a:pt x="f1071" y="f502"/>
                  <a:pt x="f1059" y="f140"/>
                  <a:pt x="f1100" y="f1097"/>
                </a:cubicBezTo>
                <a:cubicBezTo>
                  <a:pt x="f1101" y="f1098"/>
                  <a:pt x="f495" y="f136"/>
                  <a:pt x="f1102" y="f136"/>
                </a:cubicBezTo>
                <a:cubicBezTo>
                  <a:pt x="f1103" y="f1098"/>
                  <a:pt x="f346" y="f1097"/>
                  <a:pt x="f410" y="f1104"/>
                </a:cubicBezTo>
                <a:cubicBezTo>
                  <a:pt x="f1046" y="f744"/>
                  <a:pt x="f403" y="f117"/>
                  <a:pt x="f1105" y="f119"/>
                </a:cubicBezTo>
                <a:cubicBezTo>
                  <a:pt x="f357" y="f750"/>
                  <a:pt x="f388" y="f101"/>
                  <a:pt x="f368" y="f54"/>
                </a:cubicBezTo>
                <a:cubicBezTo>
                  <a:pt x="f901" y="f94"/>
                  <a:pt x="f373" y="f103"/>
                  <a:pt x="f1043" y="f1106"/>
                </a:cubicBezTo>
                <a:cubicBezTo>
                  <a:pt x="f499" y="f1107"/>
                  <a:pt x="f898" y="f119"/>
                  <a:pt x="f501" y="f746"/>
                </a:cubicBezTo>
                <a:cubicBezTo>
                  <a:pt x="f910" y="f121"/>
                  <a:pt x="f1042" y="f1108"/>
                  <a:pt x="f375" y="f113"/>
                </a:cubicBezTo>
                <a:cubicBezTo>
                  <a:pt x="f371" y="f123"/>
                  <a:pt x="f395" y="f1097"/>
                  <a:pt x="f1109" y="f136"/>
                </a:cubicBezTo>
                <a:cubicBezTo>
                  <a:pt x="f343" y="f517"/>
                  <a:pt x="f449" y="f570"/>
                  <a:pt x="f1110" y="f630"/>
                </a:cubicBezTo>
                <a:cubicBezTo>
                  <a:pt x="f282" y="f593"/>
                  <a:pt x="f1111" y="f636"/>
                  <a:pt x="f1019" y="f1112"/>
                </a:cubicBezTo>
                <a:cubicBezTo>
                  <a:pt x="f1113" y="f1112"/>
                  <a:pt x="f487" y="f645"/>
                  <a:pt x="f1114" y="f1115"/>
                </a:cubicBezTo>
                <a:cubicBezTo>
                  <a:pt x="f926" y="f1116"/>
                  <a:pt x="f244" y="f1115"/>
                  <a:pt x="f987" y="f639"/>
                </a:cubicBezTo>
                <a:cubicBezTo>
                  <a:pt x="f234" y="f468"/>
                  <a:pt x="f817" y="f460"/>
                  <a:pt x="f1117" y="f462"/>
                </a:cubicBezTo>
                <a:cubicBezTo>
                  <a:pt x="f794" y="f691"/>
                  <a:pt x="f1118" y="f466"/>
                  <a:pt x="f167" y="f651"/>
                </a:cubicBezTo>
                <a:cubicBezTo>
                  <a:pt x="f55" y="f1119"/>
                  <a:pt x="f842" y="f1120"/>
                  <a:pt x="f182" y="f519"/>
                </a:cubicBezTo>
                <a:cubicBezTo>
                  <a:pt x="f55" y="f127"/>
                  <a:pt x="f83" y="f1121"/>
                  <a:pt x="f770" y="f548"/>
                </a:cubicBezTo>
                <a:cubicBezTo>
                  <a:pt x="f844" y="f1107"/>
                  <a:pt x="f842" y="f542"/>
                  <a:pt x="f195" y="f146"/>
                </a:cubicBezTo>
                <a:cubicBezTo>
                  <a:pt x="f81" y="f107"/>
                  <a:pt x="f203" y="f760"/>
                  <a:pt x="f203" y="f165"/>
                </a:cubicBezTo>
                <a:cubicBezTo>
                  <a:pt x="f1122" y="f936"/>
                  <a:pt x="f203" y="f842"/>
                  <a:pt x="f203" y="f1084"/>
                </a:cubicBezTo>
                <a:cubicBezTo>
                  <a:pt x="f832" y="f1084"/>
                  <a:pt x="f59" y="f1084"/>
                  <a:pt x="f933" y="f1084"/>
                </a:cubicBezTo>
                <a:cubicBezTo>
                  <a:pt x="f933" y="f1123"/>
                  <a:pt x="f933" y="f1123"/>
                  <a:pt x="f933" y="f961"/>
                </a:cubicBezTo>
                <a:cubicBezTo>
                  <a:pt x="f933" y="f774"/>
                  <a:pt x="f933" y="f767"/>
                  <a:pt x="f200" y="f1091"/>
                </a:cubicBezTo>
                <a:cubicBezTo>
                  <a:pt x="f1124" y="f94"/>
                  <a:pt x="f960" y="f106"/>
                  <a:pt x="f192" y="f150"/>
                </a:cubicBezTo>
                <a:cubicBezTo>
                  <a:pt x="f188" y="f1106"/>
                  <a:pt x="f936" y="f150"/>
                  <a:pt x="f767" y="f750"/>
                </a:cubicBezTo>
                <a:cubicBezTo>
                  <a:pt x="f949" y="f107"/>
                  <a:pt x="f182" y="f752"/>
                  <a:pt x="f159" y="f105"/>
                </a:cubicBezTo>
                <a:cubicBezTo>
                  <a:pt x="f766" y="f755"/>
                  <a:pt x="f157" y="f758"/>
                  <a:pt x="f167" y="f105"/>
                </a:cubicBezTo>
                <a:cubicBezTo>
                  <a:pt x="f1092" y="f150"/>
                  <a:pt x="f88" y="f147"/>
                  <a:pt x="f1091" y="f1107"/>
                </a:cubicBezTo>
                <a:cubicBezTo>
                  <a:pt x="f165" y="f109"/>
                  <a:pt x="f1090" y="f109"/>
                  <a:pt x="f159" y="f109"/>
                </a:cubicBezTo>
                <a:cubicBezTo>
                  <a:pt x="f936" y="f540"/>
                  <a:pt x="f194" y="f747"/>
                  <a:pt x="f194" y="f1096"/>
                </a:cubicBezTo>
                <a:cubicBezTo>
                  <a:pt x="f192" y="f1104"/>
                  <a:pt x="f162" y="f136"/>
                  <a:pt x="f1090" y="f125"/>
                </a:cubicBezTo>
                <a:cubicBezTo>
                  <a:pt x="f765" y="f502"/>
                  <a:pt x="f157" y="f136"/>
                  <a:pt x="f178" y="f1098"/>
                </a:cubicBezTo>
                <a:cubicBezTo>
                  <a:pt x="f90" y="f1097"/>
                  <a:pt x="f92" y="f123"/>
                  <a:pt x="f95" y="f123"/>
                </a:cubicBezTo>
                <a:cubicBezTo>
                  <a:pt x="f101" y="f529"/>
                  <a:pt x="f752" y="f1098"/>
                  <a:pt x="f752" y="f502"/>
                </a:cubicBezTo>
                <a:cubicBezTo>
                  <a:pt x="f106" y="f738"/>
                  <a:pt x="f755" y="f507"/>
                  <a:pt x="f1125" y="f517"/>
                </a:cubicBezTo>
                <a:cubicBezTo>
                  <a:pt x="f95" y="f505"/>
                  <a:pt x="f169" y="f516"/>
                  <a:pt x="f88" y="f516"/>
                </a:cubicBezTo>
                <a:cubicBezTo>
                  <a:pt x="f765" y="f516"/>
                  <a:pt x="f1126" y="f513"/>
                  <a:pt x="f1090" y="f734"/>
                </a:cubicBezTo>
                <a:cubicBezTo>
                  <a:pt x="f186" y="f611"/>
                  <a:pt x="f936" y="f645"/>
                  <a:pt x="f92" y="f691"/>
                </a:cubicBezTo>
                <a:cubicBezTo>
                  <a:pt x="f97" y="f1127"/>
                  <a:pt x="f99" y="f651"/>
                  <a:pt x="f1128" y="f651"/>
                </a:cubicBezTo>
                <a:cubicBezTo>
                  <a:pt x="f52" y="f699"/>
                  <a:pt x="f136" y="f696"/>
                  <a:pt x="f570" y="f696"/>
                </a:cubicBezTo>
                <a:cubicBezTo>
                  <a:pt x="f1129" y="f457"/>
                  <a:pt x="f486" y="f457"/>
                  <a:pt x="f1130" y="f454"/>
                </a:cubicBezTo>
                <a:cubicBezTo>
                  <a:pt x="f447" y="f58"/>
                  <a:pt x="f67" y="f56"/>
                  <a:pt x="f1131" y="f56"/>
                </a:cubicBezTo>
                <a:cubicBezTo>
                  <a:pt x="f1132" y="f46"/>
                  <a:pt x="f434" y="f56"/>
                  <a:pt x="f411" y="f459"/>
                </a:cubicBezTo>
                <a:cubicBezTo>
                  <a:pt x="f1133" y="f468"/>
                  <a:pt x="f19" y="f460"/>
                  <a:pt x="f35" y="f462"/>
                </a:cubicBezTo>
                <a:cubicBezTo>
                  <a:pt x="f35" y="f468"/>
                  <a:pt x="f35" y="f459"/>
                  <a:pt x="f35" y="f486"/>
                </a:cubicBezTo>
                <a:cubicBezTo>
                  <a:pt x="f35" y="f486"/>
                  <a:pt x="f71" y="f486"/>
                  <a:pt x="f36" y="f486"/>
                </a:cubicBezTo>
                <a:cubicBezTo>
                  <a:pt x="f1134" y="f474"/>
                  <a:pt x="f1135" y="f486"/>
                  <a:pt x="f67" y="f474"/>
                </a:cubicBezTo>
                <a:cubicBezTo>
                  <a:pt x="f26" y="f472"/>
                  <a:pt x="f38" y="f684"/>
                  <a:pt x="f1136" y="f1137"/>
                </a:cubicBezTo>
                <a:cubicBezTo>
                  <a:pt x="f1138" y="f665"/>
                  <a:pt x="f1136" y="f645"/>
                  <a:pt x="f42" y="f1119"/>
                </a:cubicBezTo>
                <a:cubicBezTo>
                  <a:pt x="f38" y="f1139"/>
                  <a:pt x="f1140" y="f1141"/>
                  <a:pt x="f34" y="f1129"/>
                </a:cubicBezTo>
                <a:cubicBezTo>
                  <a:pt x="f67" y="f596"/>
                  <a:pt x="f43" y="f632"/>
                  <a:pt x="f1142" y="f590"/>
                </a:cubicBezTo>
                <a:cubicBezTo>
                  <a:pt x="f28" y="f1129"/>
                  <a:pt x="f1143" y="f590"/>
                  <a:pt x="f62" y="f719"/>
                </a:cubicBezTo>
                <a:cubicBezTo>
                  <a:pt x="f709" y="f592"/>
                  <a:pt x="f56" y="f1144"/>
                  <a:pt x="f456" y="f579"/>
                </a:cubicBezTo>
                <a:cubicBezTo>
                  <a:pt x="f481" y="f579"/>
                  <a:pt x="f667" y="f579"/>
                  <a:pt x="f490" y="f614"/>
                </a:cubicBezTo>
                <a:cubicBezTo>
                  <a:pt x="f645" y="f625"/>
                  <a:pt x="f647" y="f566"/>
                  <a:pt x="f669" y="f507"/>
                </a:cubicBezTo>
                <a:cubicBezTo>
                  <a:pt x="f647" y="f511"/>
                  <a:pt x="f1115" y="f508"/>
                  <a:pt x="f607" y="f125"/>
                </a:cubicBezTo>
                <a:cubicBezTo>
                  <a:pt x="f1119" y="f140"/>
                  <a:pt x="f1116" y="f129"/>
                  <a:pt x="f599" y="f529"/>
                </a:cubicBezTo>
                <a:cubicBezTo>
                  <a:pt x="f1145" y="f531"/>
                  <a:pt x="f596" y="f1121"/>
                  <a:pt x="f590" y="f746"/>
                </a:cubicBezTo>
                <a:cubicBezTo>
                  <a:pt x="f633" y="f143"/>
                  <a:pt x="f1129" y="f1146"/>
                  <a:pt x="f636" y="f109"/>
                </a:cubicBezTo>
                <a:cubicBezTo>
                  <a:pt x="f592" y="f103"/>
                  <a:pt x="f630" y="f760"/>
                  <a:pt x="f1147" y="f1090"/>
                </a:cubicBezTo>
                <a:cubicBezTo>
                  <a:pt x="f723" y="f86"/>
                  <a:pt x="f1145" y="f767"/>
                  <a:pt x="f1115" y="f949"/>
                </a:cubicBezTo>
                <a:cubicBezTo>
                  <a:pt x="f645" y="f949"/>
                  <a:pt x="f641" y="f767"/>
                  <a:pt x="f47" y="f767"/>
                </a:cubicBezTo>
                <a:cubicBezTo>
                  <a:pt x="f669" y="f162"/>
                  <a:pt x="f472" y="f769"/>
                  <a:pt x="f459" y="f936"/>
                </a:cubicBezTo>
                <a:cubicBezTo>
                  <a:pt x="f481" y="f162"/>
                  <a:pt x="f658" y="f182"/>
                  <a:pt x="f653" y="f159"/>
                </a:cubicBezTo>
                <a:cubicBezTo>
                  <a:pt x="f46" y="f1090"/>
                  <a:pt x="f1148" y="f766"/>
                  <a:pt x="f44" y="f165"/>
                </a:cubicBezTo>
                <a:cubicBezTo>
                  <a:pt x="f65" y="f765"/>
                  <a:pt x="f30" y="f765"/>
                  <a:pt x="f24" y="f1091"/>
                </a:cubicBezTo>
                <a:cubicBezTo>
                  <a:pt x="f1149" y="f1091"/>
                  <a:pt x="f1150" y="f1091"/>
                  <a:pt x="f1135" y="f1091"/>
                </a:cubicBezTo>
                <a:cubicBezTo>
                  <a:pt x="f1150" y="f186"/>
                  <a:pt x="f1151" y="f842"/>
                  <a:pt x="f1152" y="f195"/>
                </a:cubicBezTo>
                <a:cubicBezTo>
                  <a:pt x="f1153" y="f837"/>
                  <a:pt x="f486" y="f82"/>
                  <a:pt x="f1115" y="f197"/>
                </a:cubicBezTo>
                <a:cubicBezTo>
                  <a:pt x="f598" y="f961"/>
                  <a:pt x="f632" y="f1124"/>
                  <a:pt x="f719" y="f1122"/>
                </a:cubicBezTo>
                <a:cubicBezTo>
                  <a:pt x="f634" y="f791"/>
                  <a:pt x="f596" y="f1083"/>
                  <a:pt x="f636" y="f206"/>
                </a:cubicBezTo>
                <a:cubicBezTo>
                  <a:pt x="f492" y="f931"/>
                  <a:pt x="f634" y="f794"/>
                  <a:pt x="f592" y="f1154"/>
                </a:cubicBezTo>
                <a:cubicBezTo>
                  <a:pt x="f581" y="f798"/>
                  <a:pt x="f1155" y="f64"/>
                  <a:pt x="f572" y="f813"/>
                </a:cubicBezTo>
                <a:cubicBezTo>
                  <a:pt x="f1156" y="f72"/>
                  <a:pt x="f570" y="f811"/>
                  <a:pt x="f628" y="f811"/>
                </a:cubicBezTo>
                <a:cubicBezTo>
                  <a:pt x="f1157" y="f811"/>
                  <a:pt x="f1147" y="f73"/>
                  <a:pt x="f727" y="f811"/>
                </a:cubicBezTo>
                <a:cubicBezTo>
                  <a:pt x="f579" y="f809"/>
                  <a:pt x="f1158" y="f809"/>
                  <a:pt x="f597" y="f809"/>
                </a:cubicBezTo>
                <a:cubicBezTo>
                  <a:pt x="f1145" y="f809"/>
                  <a:pt x="f1145" y="f1159"/>
                  <a:pt x="f636" y="f1159"/>
                </a:cubicBezTo>
                <a:cubicBezTo>
                  <a:pt x="f1129" y="f1006"/>
                  <a:pt x="f633" y="f1070"/>
                  <a:pt x="f595" y="f1160"/>
                </a:cubicBezTo>
                <a:cubicBezTo>
                  <a:pt x="f592" y="f927"/>
                  <a:pt x="f590" y="f994"/>
                  <a:pt x="f597" y="f235"/>
                </a:cubicBezTo>
                <a:cubicBezTo>
                  <a:pt x="f1139" y="f237"/>
                  <a:pt x="f1139" y="f237"/>
                  <a:pt x="f1161" y="f242"/>
                </a:cubicBezTo>
                <a:cubicBezTo>
                  <a:pt x="f603" y="f245"/>
                  <a:pt x="f603" y="f1015"/>
                  <a:pt x="f1162" y="f1163"/>
                </a:cubicBezTo>
                <a:cubicBezTo>
                  <a:pt x="f607" y="f1164"/>
                  <a:pt x="f1116" y="f1113"/>
                  <a:pt x="f637" y="f1165"/>
                </a:cubicBezTo>
                <a:cubicBezTo>
                  <a:pt x="f669" y="f1020"/>
                  <a:pt x="f460" y="f252"/>
                  <a:pt x="f1153" y="f250"/>
                </a:cubicBezTo>
                <a:cubicBezTo>
                  <a:pt x="f709" y="f1113"/>
                  <a:pt x="f709" y="f1166"/>
                  <a:pt x="f653" y="f255"/>
                </a:cubicBezTo>
                <a:cubicBezTo>
                  <a:pt x="f53" y="f1019"/>
                  <a:pt x="f1143" y="f250"/>
                  <a:pt x="f38" y="f249"/>
                </a:cubicBezTo>
                <a:cubicBezTo>
                  <a:pt x="f28" y="f1017"/>
                  <a:pt x="f1140" y="f926"/>
                  <a:pt x="f32" y="f1017"/>
                </a:cubicBezTo>
                <a:cubicBezTo>
                  <a:pt x="f34" y="f249"/>
                  <a:pt x="f1142" y="f1167"/>
                  <a:pt x="f1150" y="f247"/>
                </a:cubicBezTo>
                <a:cubicBezTo>
                  <a:pt x="f69" y="f1065"/>
                  <a:pt x="f1168" y="f1169"/>
                  <a:pt x="f33" y="f927"/>
                </a:cubicBezTo>
                <a:cubicBezTo>
                  <a:pt x="f424" y="f1069"/>
                  <a:pt x="f414" y="f1000"/>
                  <a:pt x="f27" y="f224"/>
                </a:cubicBezTo>
                <a:cubicBezTo>
                  <a:pt x="f407" y="f809"/>
                  <a:pt x="f1170" y="f810"/>
                  <a:pt x="f406" y="f222"/>
                </a:cubicBezTo>
                <a:cubicBezTo>
                  <a:pt x="f1171" y="f1074"/>
                  <a:pt x="f23" y="f819"/>
                  <a:pt x="f1172" y="f817"/>
                </a:cubicBezTo>
                <a:cubicBezTo>
                  <a:pt x="f1173" y="f1174"/>
                  <a:pt x="f74" y="f1175"/>
                  <a:pt x="f17" y="f994"/>
                </a:cubicBezTo>
                <a:cubicBezTo>
                  <a:pt x="f1176" y="f1169"/>
                  <a:pt x="f1177" y="f988"/>
                  <a:pt x="f1178" y="f244"/>
                </a:cubicBezTo>
                <a:cubicBezTo>
                  <a:pt x="f407" y="f1179"/>
                  <a:pt x="f27" y="f245"/>
                  <a:pt x="f1177" y="f1163"/>
                </a:cubicBezTo>
                <a:cubicBezTo>
                  <a:pt x="f1180" y="f926"/>
                  <a:pt x="f409" y="f1167"/>
                  <a:pt x="f411" y="f249"/>
                </a:cubicBezTo>
                <a:cubicBezTo>
                  <a:pt x="f411" y="f249"/>
                  <a:pt x="f1181" y="f853"/>
                  <a:pt x="f1181" y="f1164"/>
                </a:cubicBezTo>
                <a:cubicBezTo>
                  <a:pt x="f1180" y="f853"/>
                  <a:pt x="f27" y="f249"/>
                  <a:pt x="f1178" y="f1167"/>
                </a:cubicBezTo>
                <a:cubicBezTo>
                  <a:pt x="f25" y="f1015"/>
                  <a:pt x="f406" y="f1064"/>
                  <a:pt x="f1182" y="f244"/>
                </a:cubicBezTo>
                <a:cubicBezTo>
                  <a:pt x="f1183" y="f1184"/>
                  <a:pt x="f1185" y="f991"/>
                  <a:pt x="f89" y="f243"/>
                </a:cubicBezTo>
                <a:cubicBezTo>
                  <a:pt x="f91" y="f990"/>
                  <a:pt x="f76" y="f1169"/>
                  <a:pt x="f9" y="f237"/>
                </a:cubicBezTo>
                <a:cubicBezTo>
                  <a:pt x="f13" y="f1078"/>
                  <a:pt x="f102" y="f982"/>
                  <a:pt x="f392" y="f996"/>
                </a:cubicBezTo>
                <a:cubicBezTo>
                  <a:pt x="f1186" y="f1160"/>
                  <a:pt x="f1187" y="f981"/>
                  <a:pt x="f1188" y="f1069"/>
                </a:cubicBezTo>
                <a:cubicBezTo>
                  <a:pt x="f1189" y="f1069"/>
                  <a:pt x="f160" y="f1174"/>
                  <a:pt x="f1190" y="f1000"/>
                </a:cubicBezTo>
                <a:cubicBezTo>
                  <a:pt x="f1190" y="f1191"/>
                  <a:pt x="f139" y="f226"/>
                  <a:pt x="f158" y="f819"/>
                </a:cubicBezTo>
                <a:cubicBezTo>
                  <a:pt x="f141" y="f1074"/>
                  <a:pt x="f144" y="f810"/>
                  <a:pt x="f1192" y="f75"/>
                </a:cubicBezTo>
                <a:cubicBezTo>
                  <a:pt x="f358" y="f1193"/>
                  <a:pt x="f354" y="f73"/>
                  <a:pt x="f356" y="f68"/>
                </a:cubicBezTo>
                <a:cubicBezTo>
                  <a:pt x="f358" y="f1194"/>
                  <a:pt x="f356" y="f802"/>
                  <a:pt x="f356" y="f64"/>
                </a:cubicBezTo>
                <a:cubicBezTo>
                  <a:pt x="f354" y="f213"/>
                  <a:pt x="f354" y="f1082"/>
                  <a:pt x="f168" y="f968"/>
                </a:cubicBezTo>
                <a:cubicBezTo>
                  <a:pt x="f352" y="f794"/>
                  <a:pt x="f1195" y="f60"/>
                  <a:pt x="f1196" y="f209"/>
                </a:cubicBezTo>
                <a:cubicBezTo>
                  <a:pt x="f344" y="f1083"/>
                  <a:pt x="f1197" y="f59"/>
                  <a:pt x="f1197" y="f779"/>
                </a:cubicBezTo>
                <a:cubicBezTo>
                  <a:pt x="f1197" y="f961"/>
                  <a:pt x="f1198" y="f960"/>
                  <a:pt x="f174" y="f83"/>
                </a:cubicBezTo>
                <a:cubicBezTo>
                  <a:pt x="f1199" y="f774"/>
                  <a:pt x="f331" y="f770"/>
                  <a:pt x="f341" y="f188"/>
                </a:cubicBezTo>
                <a:cubicBezTo>
                  <a:pt x="f352" y="f948"/>
                  <a:pt x="f354" y="f167"/>
                  <a:pt x="f338" y="f758"/>
                </a:cubicBezTo>
                <a:cubicBezTo>
                  <a:pt x="f349" y="f749"/>
                  <a:pt x="f340" y="f531"/>
                  <a:pt x="f358" y="f1200"/>
                </a:cubicBezTo>
                <a:cubicBezTo>
                  <a:pt x="f1201" y="f561"/>
                  <a:pt x="f1201" y="f727"/>
                  <a:pt x="f1192" y="f586"/>
                </a:cubicBezTo>
                <a:cubicBezTo>
                  <a:pt x="f1192" y="f1202"/>
                  <a:pt x="f166" y="f719"/>
                  <a:pt x="f356" y="f633"/>
                </a:cubicBezTo>
                <a:cubicBezTo>
                  <a:pt x="f168" y="f1145"/>
                  <a:pt x="f170" y="f599"/>
                  <a:pt x="f1195" y="f637"/>
                </a:cubicBezTo>
                <a:cubicBezTo>
                  <a:pt x="f1195" y="f1162"/>
                  <a:pt x="f168" y="f1112"/>
                  <a:pt x="f358" y="f645"/>
                </a:cubicBezTo>
                <a:cubicBezTo>
                  <a:pt x="f166" y="f637"/>
                  <a:pt x="f1203" y="f1139"/>
                  <a:pt x="f152" y="f599"/>
                </a:cubicBezTo>
                <a:cubicBezTo>
                  <a:pt x="f1190" y="f636"/>
                  <a:pt x="f135" y="f633"/>
                  <a:pt x="f1204" y="f593"/>
                </a:cubicBezTo>
                <a:cubicBezTo>
                  <a:pt x="f378" y="f588"/>
                  <a:pt x="f1205" y="f579"/>
                  <a:pt x="f1206" y="f630"/>
                </a:cubicBezTo>
                <a:cubicBezTo>
                  <a:pt x="f1207" y="f1147"/>
                  <a:pt x="f1208" y="f496"/>
                  <a:pt x="f3" y="f628"/>
                </a:cubicBezTo>
                <a:cubicBezTo>
                  <a:pt x="f1209" y="f1157"/>
                  <a:pt x="f138" y="f1157"/>
                  <a:pt x="f160" y="f1147"/>
                </a:cubicBezTo>
                <a:cubicBezTo>
                  <a:pt x="f158" y="f559"/>
                  <a:pt x="f1210" y="f738"/>
                  <a:pt x="f128" y="f125"/>
                </a:cubicBezTo>
                <a:cubicBezTo>
                  <a:pt x="f126" y="f125"/>
                  <a:pt x="f1211" y="f50"/>
                  <a:pt x="f1212" y="f508"/>
                </a:cubicBezTo>
                <a:cubicBezTo>
                  <a:pt x="f122" y="f507"/>
                  <a:pt x="f380" y="f516"/>
                  <a:pt x="f1213" y="f566"/>
                </a:cubicBezTo>
                <a:cubicBezTo>
                  <a:pt x="f390" y="f625"/>
                  <a:pt x="f1214" y="f628"/>
                  <a:pt x="f1215" y="f577"/>
                </a:cubicBezTo>
                <a:cubicBezTo>
                  <a:pt x="f102" y="f634"/>
                  <a:pt x="f11" y="f637"/>
                  <a:pt x="f76" y="f667"/>
                </a:cubicBezTo>
                <a:cubicBezTo>
                  <a:pt x="f1216" y="f459"/>
                  <a:pt x="f23" y="f459"/>
                  <a:pt x="f1173" y="f669"/>
                </a:cubicBezTo>
                <a:cubicBezTo>
                  <a:pt x="f17" y="f459"/>
                  <a:pt x="f428" y="f466"/>
                  <a:pt x="f27" y="f58"/>
                </a:cubicBezTo>
                <a:cubicBezTo>
                  <a:pt x="f27" y="f450"/>
                  <a:pt x="f407" y="f2"/>
                  <a:pt x="f74" y="f1130"/>
                </a:cubicBezTo>
                <a:cubicBezTo>
                  <a:pt x="f1204" y="f1217"/>
                  <a:pt x="f326" y="f436"/>
                  <a:pt x="f293" y="f74"/>
                </a:cubicBezTo>
                <a:cubicBezTo>
                  <a:pt x="f214" y="f429"/>
                  <a:pt x="f287" y="f1218"/>
                  <a:pt x="f261" y="f23"/>
                </a:cubicBezTo>
                <a:cubicBezTo>
                  <a:pt x="f267" y="f87"/>
                  <a:pt x="f275" y="f1183"/>
                  <a:pt x="f6" y="f1185"/>
                </a:cubicBezTo>
                <a:cubicBezTo>
                  <a:pt x="f6" y="f1219"/>
                  <a:pt x="f6" y="f76"/>
                  <a:pt x="f6" y="f9"/>
                </a:cubicBezTo>
                <a:close/>
                <a:moveTo>
                  <a:pt x="f621" y="f502"/>
                </a:moveTo>
                <a:cubicBezTo>
                  <a:pt x="f1220" y="f747"/>
                  <a:pt x="f591" y="f548"/>
                  <a:pt x="f602" y="f755"/>
                </a:cubicBezTo>
                <a:cubicBezTo>
                  <a:pt x="f1221" y="f94"/>
                  <a:pt x="f939" y="f54"/>
                  <a:pt x="f1222" y="f167"/>
                </a:cubicBezTo>
                <a:cubicBezTo>
                  <a:pt x="f1223" y="f1091"/>
                  <a:pt x="f657" y="f165"/>
                  <a:pt x="f1224" y="f155"/>
                </a:cubicBezTo>
                <a:cubicBezTo>
                  <a:pt x="f934" y="f99"/>
                  <a:pt x="f1225" y="f105"/>
                  <a:pt x="f1226" y="f542"/>
                </a:cubicBezTo>
                <a:cubicBezTo>
                  <a:pt x="f1226" y="f542"/>
                  <a:pt x="f664" y="f1107"/>
                  <a:pt x="f664" y="f1107"/>
                </a:cubicBezTo>
                <a:cubicBezTo>
                  <a:pt x="f1227" y="f1107"/>
                  <a:pt x="f661" y="f548"/>
                  <a:pt x="f934" y="f1107"/>
                </a:cubicBezTo>
                <a:cubicBezTo>
                  <a:pt x="f659" y="f148"/>
                  <a:pt x="f1228" y="f546"/>
                  <a:pt x="f654" y="f119"/>
                </a:cubicBezTo>
                <a:cubicBezTo>
                  <a:pt x="f649" y="f746"/>
                  <a:pt x="f644" y="f554"/>
                  <a:pt x="f640" y="f1108"/>
                </a:cubicBezTo>
                <a:cubicBezTo>
                  <a:pt x="f629" y="f1108"/>
                  <a:pt x="f623" y="f131"/>
                  <a:pt x="f627" y="f529"/>
                </a:cubicBezTo>
                <a:cubicBezTo>
                  <a:pt x="f631" y="f1097"/>
                  <a:pt x="f617" y="f140"/>
                  <a:pt x="f621" y="f502"/>
                </a:cubicBezTo>
                <a:close/>
                <a:moveTo>
                  <a:pt x="f929" y="f1218"/>
                </a:moveTo>
                <a:cubicBezTo>
                  <a:pt x="f1003" y="f1170"/>
                  <a:pt x="f1229" y="f407"/>
                  <a:pt x="f1159" y="f409"/>
                </a:cubicBezTo>
                <a:cubicBezTo>
                  <a:pt x="f222" y="f1132"/>
                  <a:pt x="f1193" y="f1134"/>
                  <a:pt x="f72" y="f1142"/>
                </a:cubicBezTo>
                <a:cubicBezTo>
                  <a:pt x="f70" y="f1140"/>
                  <a:pt x="f803" y="f40"/>
                  <a:pt x="f66" y="f2"/>
                </a:cubicBezTo>
                <a:cubicBezTo>
                  <a:pt x="f930" y="f53"/>
                  <a:pt x="f930" y="f46"/>
                  <a:pt x="f68" y="f56"/>
                </a:cubicBezTo>
                <a:cubicBezTo>
                  <a:pt x="f811" y="f452"/>
                  <a:pt x="f224" y="f454"/>
                  <a:pt x="f1000" y="f709"/>
                </a:cubicBezTo>
                <a:cubicBezTo>
                  <a:pt x="f1000" y="f452"/>
                  <a:pt x="f1000" y="f56"/>
                  <a:pt x="f817" y="f46"/>
                </a:cubicBezTo>
                <a:cubicBezTo>
                  <a:pt x="f818" y="f38"/>
                  <a:pt x="f226" y="f446"/>
                  <a:pt x="f1230" y="f438"/>
                </a:cubicBezTo>
                <a:cubicBezTo>
                  <a:pt x="f228" y="f418"/>
                  <a:pt x="f1230" y="f407"/>
                  <a:pt x="f929" y="f1218"/>
                </a:cubicBezTo>
                <a:close/>
                <a:moveTo>
                  <a:pt x="f845" y="f767"/>
                </a:moveTo>
                <a:cubicBezTo>
                  <a:pt x="f845" y="f951"/>
                  <a:pt x="f845" y="f949"/>
                  <a:pt x="f845" y="f161"/>
                </a:cubicBezTo>
                <a:cubicBezTo>
                  <a:pt x="f1231" y="f1126"/>
                  <a:pt x="f681" y="f1126"/>
                  <a:pt x="f680" y="f92"/>
                </a:cubicBezTo>
                <a:cubicBezTo>
                  <a:pt x="f680" y="f171"/>
                  <a:pt x="f680" y="f99"/>
                  <a:pt x="f679" y="f1128"/>
                </a:cubicBezTo>
                <a:cubicBezTo>
                  <a:pt x="f1232" y="f154"/>
                  <a:pt x="f677" y="f106"/>
                  <a:pt x="f850" y="f147"/>
                </a:cubicBezTo>
                <a:cubicBezTo>
                  <a:pt x="f1226" y="f154"/>
                  <a:pt x="f1225" y="f95"/>
                  <a:pt x="f1233" y="f1092"/>
                </a:cubicBezTo>
                <a:cubicBezTo>
                  <a:pt x="f660" y="f165"/>
                  <a:pt x="f1234" y="f159"/>
                  <a:pt x="f663" y="f86"/>
                </a:cubicBezTo>
                <a:cubicBezTo>
                  <a:pt x="f670" y="f161"/>
                  <a:pt x="f1235" y="f949"/>
                  <a:pt x="f845" y="f767"/>
                </a:cubicBezTo>
                <a:close/>
                <a:moveTo>
                  <a:pt x="f1236" y="f1146"/>
                </a:moveTo>
                <a:cubicBezTo>
                  <a:pt x="f957" y="f1107"/>
                  <a:pt x="f1237" y="f150"/>
                  <a:pt x="f975" y="f103"/>
                </a:cubicBezTo>
                <a:cubicBezTo>
                  <a:pt x="f537" y="f749"/>
                  <a:pt x="f958" y="f117"/>
                  <a:pt x="f1238" y="f121"/>
                </a:cubicBezTo>
                <a:cubicBezTo>
                  <a:pt x="f1239" y="f117"/>
                  <a:pt x="f1240" y="f538"/>
                  <a:pt x="f1236" y="f1146"/>
                </a:cubicBezTo>
                <a:close/>
                <a:moveTo>
                  <a:pt x="f820" y="f835"/>
                </a:moveTo>
                <a:cubicBezTo>
                  <a:pt x="f705" y="f835"/>
                  <a:pt x="f706" y="f781"/>
                  <a:pt x="f706" y="f781"/>
                </a:cubicBezTo>
                <a:cubicBezTo>
                  <a:pt x="f1241" y="f1123"/>
                  <a:pt x="f707" y="f197"/>
                  <a:pt x="f708" y="f82"/>
                </a:cubicBezTo>
                <a:cubicBezTo>
                  <a:pt x="f710" y="f837"/>
                  <a:pt x="f711" y="f841"/>
                  <a:pt x="f1242" y="f55"/>
                </a:cubicBezTo>
                <a:cubicBezTo>
                  <a:pt x="f708" y="f956"/>
                  <a:pt x="f705" y="f956"/>
                  <a:pt x="f704" y="f770"/>
                </a:cubicBezTo>
                <a:cubicBezTo>
                  <a:pt x="f704" y="f837"/>
                  <a:pt x="f825" y="f844"/>
                  <a:pt x="f1243" y="f841"/>
                </a:cubicBezTo>
                <a:cubicBezTo>
                  <a:pt x="f829" y="f1123"/>
                  <a:pt x="f1244" y="f197"/>
                  <a:pt x="f820" y="f835"/>
                </a:cubicBezTo>
                <a:close/>
                <a:moveTo>
                  <a:pt x="f708" y="f734"/>
                </a:moveTo>
                <a:cubicBezTo>
                  <a:pt x="f1245" y="f561"/>
                  <a:pt x="f823" y="f559"/>
                  <a:pt x="f702" y="f559"/>
                </a:cubicBezTo>
                <a:cubicBezTo>
                  <a:pt x="f829" y="f559"/>
                  <a:pt x="f700" y="f734"/>
                  <a:pt x="f1246" y="f563"/>
                </a:cubicBezTo>
                <a:cubicBezTo>
                  <a:pt x="f1246" y="f566"/>
                  <a:pt x="f1246" y="f498"/>
                  <a:pt x="f1246" y="f513"/>
                </a:cubicBezTo>
                <a:cubicBezTo>
                  <a:pt x="f1243" y="f498"/>
                  <a:pt x="f703" y="f566"/>
                  <a:pt x="f708" y="f734"/>
                </a:cubicBezTo>
                <a:close/>
                <a:moveTo>
                  <a:pt x="f758" y="f125"/>
                </a:moveTo>
                <a:cubicBezTo>
                  <a:pt x="f95" y="f136"/>
                  <a:pt x="f54" y="f136"/>
                  <a:pt x="f178" y="f511"/>
                </a:cubicBezTo>
                <a:cubicBezTo>
                  <a:pt x="f54" y="f508"/>
                  <a:pt x="f99" y="f50"/>
                  <a:pt x="f758" y="f125"/>
                </a:cubicBezTo>
                <a:close/>
              </a:path>
            </a:pathLst>
          </a:custGeom>
          <a:solidFill>
            <a:srgbClr val="A72424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4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grpSp>
        <p:nvGrpSpPr>
          <p:cNvPr id="8" name="Grupo 6">
            <a:extLst>
              <a:ext uri="{FF2B5EF4-FFF2-40B4-BE49-F238E27FC236}">
                <a16:creationId xmlns:a16="http://schemas.microsoft.com/office/drawing/2014/main" id="{6C1A92BB-36E5-C7CE-FF99-D0C16F62FEED}"/>
              </a:ext>
            </a:extLst>
          </p:cNvPr>
          <p:cNvGrpSpPr/>
          <p:nvPr/>
        </p:nvGrpSpPr>
        <p:grpSpPr>
          <a:xfrm>
            <a:off x="107515" y="4376638"/>
            <a:ext cx="520475" cy="722018"/>
            <a:chOff x="107515" y="4376638"/>
            <a:chExt cx="520475" cy="722018"/>
          </a:xfrm>
        </p:grpSpPr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771DDC3A-16C3-CE2C-F9EC-B0D240F9F3B6}"/>
                </a:ext>
              </a:extLst>
            </p:cNvPr>
            <p:cNvSpPr/>
            <p:nvPr/>
          </p:nvSpPr>
          <p:spPr>
            <a:xfrm>
              <a:off x="334816" y="4452295"/>
              <a:ext cx="293174" cy="646361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1"/>
                <a:gd name="f7" fmla="val 334"/>
                <a:gd name="f8" fmla="val 150"/>
                <a:gd name="f9" fmla="val 7"/>
                <a:gd name="f10" fmla="val 13"/>
                <a:gd name="f11" fmla="val 19"/>
                <a:gd name="f12" fmla="val 40"/>
                <a:gd name="f13" fmla="val 62"/>
                <a:gd name="f14" fmla="val 149"/>
                <a:gd name="f15" fmla="val 84"/>
                <a:gd name="f16" fmla="val 148"/>
                <a:gd name="f17" fmla="val 104"/>
                <a:gd name="f18" fmla="val 140"/>
                <a:gd name="f19" fmla="val 123"/>
                <a:gd name="f20" fmla="val 124"/>
                <a:gd name="f21" fmla="val 138"/>
                <a:gd name="f22" fmla="val 117"/>
                <a:gd name="f23" fmla="val 144"/>
                <a:gd name="f24" fmla="val 110"/>
                <a:gd name="f25" fmla="val 158"/>
                <a:gd name="f26" fmla="val 94"/>
                <a:gd name="f27" fmla="val 167"/>
                <a:gd name="f28" fmla="val 88"/>
                <a:gd name="f29" fmla="val 179"/>
                <a:gd name="f30" fmla="val 193"/>
                <a:gd name="f31" fmla="val 86"/>
                <a:gd name="f32" fmla="val 232"/>
                <a:gd name="f33" fmla="val 271"/>
                <a:gd name="f34" fmla="val 82"/>
                <a:gd name="f35" fmla="val 310"/>
                <a:gd name="f36" fmla="val 312"/>
                <a:gd name="f37" fmla="val 313"/>
                <a:gd name="f38" fmla="val 315"/>
                <a:gd name="f39" fmla="val 105"/>
                <a:gd name="f40" fmla="val 319"/>
                <a:gd name="f41" fmla="val 127"/>
                <a:gd name="f42" fmla="val 322"/>
                <a:gd name="f43" fmla="val 326"/>
                <a:gd name="f44" fmla="val 141"/>
                <a:gd name="f45" fmla="val 333"/>
                <a:gd name="f46" fmla="val 22"/>
                <a:gd name="f47" fmla="val 327"/>
                <a:gd name="f48" fmla="val 3"/>
                <a:gd name="f49" fmla="val 4"/>
                <a:gd name="f50" fmla="val 6"/>
                <a:gd name="f51" fmla="val 325"/>
                <a:gd name="f52" fmla="val 25"/>
                <a:gd name="f53" fmla="val 45"/>
                <a:gd name="f54" fmla="val 64"/>
                <a:gd name="f55" fmla="val 316"/>
                <a:gd name="f56" fmla="val 66"/>
                <a:gd name="f57" fmla="val 70"/>
                <a:gd name="f58" fmla="val 311"/>
                <a:gd name="f59" fmla="val 68"/>
                <a:gd name="f60" fmla="val 231"/>
                <a:gd name="f61" fmla="val 190"/>
                <a:gd name="f62" fmla="val 63"/>
                <a:gd name="f63" fmla="val 175"/>
                <a:gd name="f64" fmla="val 54"/>
                <a:gd name="f65" fmla="val 163"/>
                <a:gd name="f66" fmla="val 43"/>
                <a:gd name="f67" fmla="val 153"/>
                <a:gd name="f68" fmla="val 35"/>
                <a:gd name="f69" fmla="val 145"/>
                <a:gd name="f70" fmla="val 27"/>
                <a:gd name="f71" fmla="val 137"/>
                <a:gd name="f72" fmla="val 20"/>
                <a:gd name="f73" fmla="val 129"/>
                <a:gd name="f74" fmla="val 8"/>
                <a:gd name="f75" fmla="val 115"/>
                <a:gd name="f76" fmla="val 97"/>
                <a:gd name="f77" fmla="val 79"/>
                <a:gd name="f78" fmla="val 2"/>
                <a:gd name="f79" fmla="val 30"/>
                <a:gd name="f80" fmla="val 1"/>
                <a:gd name="f81" fmla="val 53"/>
                <a:gd name="f82" fmla="val 100"/>
                <a:gd name="f83" fmla="val 146"/>
                <a:gd name="f84" fmla="val 147"/>
                <a:gd name="f85" fmla="val 125"/>
                <a:gd name="f86" fmla="val 52"/>
                <a:gd name="f87" fmla="val 103"/>
                <a:gd name="f88" fmla="val 116"/>
                <a:gd name="f89" fmla="val 120"/>
                <a:gd name="f90" fmla="val 101"/>
                <a:gd name="f91" fmla="val 132"/>
                <a:gd name="f92" fmla="val 85"/>
                <a:gd name="f93" fmla="val 142"/>
                <a:gd name="f94" fmla="val 90"/>
                <a:gd name="f95" fmla="val 126"/>
                <a:gd name="f96" fmla="val 113"/>
                <a:gd name="f97" fmla="val 96"/>
                <a:gd name="f98" fmla="val 143"/>
                <a:gd name="f99" fmla="val 74"/>
                <a:gd name="f100" fmla="val 98"/>
                <a:gd name="f101" fmla="val 17"/>
                <a:gd name="f102" fmla="val 26"/>
                <a:gd name="f103" fmla="val 47"/>
                <a:gd name="f104" fmla="+- 0 0 -90"/>
                <a:gd name="f105" fmla="*/ f3 1 151"/>
                <a:gd name="f106" fmla="*/ f4 1 334"/>
                <a:gd name="f107" fmla="val f5"/>
                <a:gd name="f108" fmla="val f6"/>
                <a:gd name="f109" fmla="val f7"/>
                <a:gd name="f110" fmla="*/ f104 f0 1"/>
                <a:gd name="f111" fmla="+- f109 0 f107"/>
                <a:gd name="f112" fmla="+- f108 0 f107"/>
                <a:gd name="f113" fmla="*/ f110 1 f2"/>
                <a:gd name="f114" fmla="*/ f112 1 151"/>
                <a:gd name="f115" fmla="*/ f111 1 334"/>
                <a:gd name="f116" fmla="*/ 150 f112 1"/>
                <a:gd name="f117" fmla="*/ 0 f111 1"/>
                <a:gd name="f118" fmla="*/ 19 f111 1"/>
                <a:gd name="f119" fmla="*/ 149 f112 1"/>
                <a:gd name="f120" fmla="*/ 84 f111 1"/>
                <a:gd name="f121" fmla="*/ 124 f112 1"/>
                <a:gd name="f122" fmla="*/ 138 f111 1"/>
                <a:gd name="f123" fmla="*/ 104 f112 1"/>
                <a:gd name="f124" fmla="*/ 158 f111 1"/>
                <a:gd name="f125" fmla="*/ 88 f112 1"/>
                <a:gd name="f126" fmla="*/ 193 f111 1"/>
                <a:gd name="f127" fmla="*/ 82 f112 1"/>
                <a:gd name="f128" fmla="*/ 310 f111 1"/>
                <a:gd name="f129" fmla="*/ 315 f111 1"/>
                <a:gd name="f130" fmla="*/ 151 f112 1"/>
                <a:gd name="f131" fmla="*/ 326 f111 1"/>
                <a:gd name="f132" fmla="*/ 0 f112 1"/>
                <a:gd name="f133" fmla="*/ 327 f111 1"/>
                <a:gd name="f134" fmla="*/ 6 f112 1"/>
                <a:gd name="f135" fmla="*/ 325 f111 1"/>
                <a:gd name="f136" fmla="*/ 64 f112 1"/>
                <a:gd name="f137" fmla="*/ 316 f111 1"/>
                <a:gd name="f138" fmla="*/ 70 f112 1"/>
                <a:gd name="f139" fmla="*/ 311 f111 1"/>
                <a:gd name="f140" fmla="*/ 190 f111 1"/>
                <a:gd name="f141" fmla="*/ 43 f112 1"/>
                <a:gd name="f142" fmla="*/ 153 f111 1"/>
                <a:gd name="f143" fmla="*/ 20 f112 1"/>
                <a:gd name="f144" fmla="*/ 129 f111 1"/>
                <a:gd name="f145" fmla="*/ 3 f112 1"/>
                <a:gd name="f146" fmla="*/ 79 f111 1"/>
                <a:gd name="f147" fmla="*/ 1 f112 1"/>
                <a:gd name="f148" fmla="*/ 6 f111 1"/>
                <a:gd name="f149" fmla="*/ 7 f112 1"/>
                <a:gd name="f150" fmla="*/ 146 f112 1"/>
                <a:gd name="f151" fmla="*/ 125 f112 1"/>
                <a:gd name="f152" fmla="*/ 35 f111 1"/>
                <a:gd name="f153" fmla="*/ 101 f112 1"/>
                <a:gd name="f154" fmla="*/ 132 f111 1"/>
                <a:gd name="f155" fmla="*/ 79 f112 1"/>
                <a:gd name="f156" fmla="*/ 146 f111 1"/>
                <a:gd name="f157" fmla="*/ 115 f112 1"/>
                <a:gd name="f158" fmla="*/ 137 f111 1"/>
                <a:gd name="f159" fmla="*/ 141 f112 1"/>
                <a:gd name="f160" fmla="*/ 96 f111 1"/>
                <a:gd name="f161" fmla="*/ 144 f112 1"/>
                <a:gd name="f162" fmla="*/ 63 f111 1"/>
                <a:gd name="f163" fmla="*/ 8 f111 1"/>
                <a:gd name="f164" fmla="*/ 8 f112 1"/>
                <a:gd name="f165" fmla="+- f113 0 f1"/>
                <a:gd name="f166" fmla="*/ f116 1 151"/>
                <a:gd name="f167" fmla="*/ f117 1 334"/>
                <a:gd name="f168" fmla="*/ f118 1 334"/>
                <a:gd name="f169" fmla="*/ f119 1 151"/>
                <a:gd name="f170" fmla="*/ f120 1 334"/>
                <a:gd name="f171" fmla="*/ f121 1 151"/>
                <a:gd name="f172" fmla="*/ f122 1 334"/>
                <a:gd name="f173" fmla="*/ f123 1 151"/>
                <a:gd name="f174" fmla="*/ f124 1 334"/>
                <a:gd name="f175" fmla="*/ f125 1 151"/>
                <a:gd name="f176" fmla="*/ f126 1 334"/>
                <a:gd name="f177" fmla="*/ f127 1 151"/>
                <a:gd name="f178" fmla="*/ f128 1 334"/>
                <a:gd name="f179" fmla="*/ f129 1 334"/>
                <a:gd name="f180" fmla="*/ f130 1 151"/>
                <a:gd name="f181" fmla="*/ f131 1 334"/>
                <a:gd name="f182" fmla="*/ f132 1 151"/>
                <a:gd name="f183" fmla="*/ f133 1 334"/>
                <a:gd name="f184" fmla="*/ f134 1 151"/>
                <a:gd name="f185" fmla="*/ f135 1 334"/>
                <a:gd name="f186" fmla="*/ f136 1 151"/>
                <a:gd name="f187" fmla="*/ f137 1 334"/>
                <a:gd name="f188" fmla="*/ f138 1 151"/>
                <a:gd name="f189" fmla="*/ f139 1 334"/>
                <a:gd name="f190" fmla="*/ f140 1 334"/>
                <a:gd name="f191" fmla="*/ f141 1 151"/>
                <a:gd name="f192" fmla="*/ f142 1 334"/>
                <a:gd name="f193" fmla="*/ f143 1 151"/>
                <a:gd name="f194" fmla="*/ f144 1 334"/>
                <a:gd name="f195" fmla="*/ f145 1 151"/>
                <a:gd name="f196" fmla="*/ f146 1 334"/>
                <a:gd name="f197" fmla="*/ f147 1 151"/>
                <a:gd name="f198" fmla="*/ f148 1 334"/>
                <a:gd name="f199" fmla="*/ f149 1 151"/>
                <a:gd name="f200" fmla="*/ f150 1 151"/>
                <a:gd name="f201" fmla="*/ f151 1 151"/>
                <a:gd name="f202" fmla="*/ f152 1 334"/>
                <a:gd name="f203" fmla="*/ f153 1 151"/>
                <a:gd name="f204" fmla="*/ f154 1 334"/>
                <a:gd name="f205" fmla="*/ f155 1 151"/>
                <a:gd name="f206" fmla="*/ f156 1 334"/>
                <a:gd name="f207" fmla="*/ f157 1 151"/>
                <a:gd name="f208" fmla="*/ f158 1 334"/>
                <a:gd name="f209" fmla="*/ f159 1 151"/>
                <a:gd name="f210" fmla="*/ f160 1 334"/>
                <a:gd name="f211" fmla="*/ f161 1 151"/>
                <a:gd name="f212" fmla="*/ f162 1 334"/>
                <a:gd name="f213" fmla="*/ f163 1 334"/>
                <a:gd name="f214" fmla="*/ f164 1 151"/>
                <a:gd name="f215" fmla="*/ 0 1 f114"/>
                <a:gd name="f216" fmla="*/ f108 1 f114"/>
                <a:gd name="f217" fmla="*/ 0 1 f115"/>
                <a:gd name="f218" fmla="*/ f109 1 f115"/>
                <a:gd name="f219" fmla="*/ f166 1 f114"/>
                <a:gd name="f220" fmla="*/ f167 1 f115"/>
                <a:gd name="f221" fmla="*/ f168 1 f115"/>
                <a:gd name="f222" fmla="*/ f169 1 f114"/>
                <a:gd name="f223" fmla="*/ f170 1 f115"/>
                <a:gd name="f224" fmla="*/ f171 1 f114"/>
                <a:gd name="f225" fmla="*/ f172 1 f115"/>
                <a:gd name="f226" fmla="*/ f173 1 f114"/>
                <a:gd name="f227" fmla="*/ f174 1 f115"/>
                <a:gd name="f228" fmla="*/ f175 1 f114"/>
                <a:gd name="f229" fmla="*/ f176 1 f115"/>
                <a:gd name="f230" fmla="*/ f177 1 f114"/>
                <a:gd name="f231" fmla="*/ f178 1 f115"/>
                <a:gd name="f232" fmla="*/ f179 1 f115"/>
                <a:gd name="f233" fmla="*/ f180 1 f114"/>
                <a:gd name="f234" fmla="*/ f181 1 f115"/>
                <a:gd name="f235" fmla="*/ f182 1 f114"/>
                <a:gd name="f236" fmla="*/ f183 1 f115"/>
                <a:gd name="f237" fmla="*/ f184 1 f114"/>
                <a:gd name="f238" fmla="*/ f185 1 f115"/>
                <a:gd name="f239" fmla="*/ f186 1 f114"/>
                <a:gd name="f240" fmla="*/ f187 1 f115"/>
                <a:gd name="f241" fmla="*/ f188 1 f114"/>
                <a:gd name="f242" fmla="*/ f189 1 f115"/>
                <a:gd name="f243" fmla="*/ f190 1 f115"/>
                <a:gd name="f244" fmla="*/ f191 1 f114"/>
                <a:gd name="f245" fmla="*/ f192 1 f115"/>
                <a:gd name="f246" fmla="*/ f193 1 f114"/>
                <a:gd name="f247" fmla="*/ f194 1 f115"/>
                <a:gd name="f248" fmla="*/ f195 1 f114"/>
                <a:gd name="f249" fmla="*/ f196 1 f115"/>
                <a:gd name="f250" fmla="*/ f197 1 f114"/>
                <a:gd name="f251" fmla="*/ f198 1 f115"/>
                <a:gd name="f252" fmla="*/ f199 1 f114"/>
                <a:gd name="f253" fmla="*/ f200 1 f114"/>
                <a:gd name="f254" fmla="*/ f201 1 f114"/>
                <a:gd name="f255" fmla="*/ f202 1 f115"/>
                <a:gd name="f256" fmla="*/ f203 1 f114"/>
                <a:gd name="f257" fmla="*/ f204 1 f115"/>
                <a:gd name="f258" fmla="*/ f205 1 f114"/>
                <a:gd name="f259" fmla="*/ f206 1 f115"/>
                <a:gd name="f260" fmla="*/ f207 1 f114"/>
                <a:gd name="f261" fmla="*/ f208 1 f115"/>
                <a:gd name="f262" fmla="*/ f209 1 f114"/>
                <a:gd name="f263" fmla="*/ f210 1 f115"/>
                <a:gd name="f264" fmla="*/ f211 1 f114"/>
                <a:gd name="f265" fmla="*/ f212 1 f115"/>
                <a:gd name="f266" fmla="*/ f213 1 f115"/>
                <a:gd name="f267" fmla="*/ f214 1 f114"/>
                <a:gd name="f268" fmla="*/ f215 f105 1"/>
                <a:gd name="f269" fmla="*/ f216 f105 1"/>
                <a:gd name="f270" fmla="*/ f218 f106 1"/>
                <a:gd name="f271" fmla="*/ f217 f106 1"/>
                <a:gd name="f272" fmla="*/ f219 f105 1"/>
                <a:gd name="f273" fmla="*/ f220 f106 1"/>
                <a:gd name="f274" fmla="*/ f221 f106 1"/>
                <a:gd name="f275" fmla="*/ f222 f105 1"/>
                <a:gd name="f276" fmla="*/ f223 f106 1"/>
                <a:gd name="f277" fmla="*/ f224 f105 1"/>
                <a:gd name="f278" fmla="*/ f225 f106 1"/>
                <a:gd name="f279" fmla="*/ f226 f105 1"/>
                <a:gd name="f280" fmla="*/ f227 f106 1"/>
                <a:gd name="f281" fmla="*/ f228 f105 1"/>
                <a:gd name="f282" fmla="*/ f229 f106 1"/>
                <a:gd name="f283" fmla="*/ f230 f105 1"/>
                <a:gd name="f284" fmla="*/ f231 f106 1"/>
                <a:gd name="f285" fmla="*/ f232 f106 1"/>
                <a:gd name="f286" fmla="*/ f233 f105 1"/>
                <a:gd name="f287" fmla="*/ f234 f106 1"/>
                <a:gd name="f288" fmla="*/ f235 f105 1"/>
                <a:gd name="f289" fmla="*/ f236 f106 1"/>
                <a:gd name="f290" fmla="*/ f237 f105 1"/>
                <a:gd name="f291" fmla="*/ f238 f106 1"/>
                <a:gd name="f292" fmla="*/ f239 f105 1"/>
                <a:gd name="f293" fmla="*/ f240 f106 1"/>
                <a:gd name="f294" fmla="*/ f241 f105 1"/>
                <a:gd name="f295" fmla="*/ f242 f106 1"/>
                <a:gd name="f296" fmla="*/ f243 f106 1"/>
                <a:gd name="f297" fmla="*/ f244 f105 1"/>
                <a:gd name="f298" fmla="*/ f245 f106 1"/>
                <a:gd name="f299" fmla="*/ f246 f105 1"/>
                <a:gd name="f300" fmla="*/ f247 f106 1"/>
                <a:gd name="f301" fmla="*/ f248 f105 1"/>
                <a:gd name="f302" fmla="*/ f249 f106 1"/>
                <a:gd name="f303" fmla="*/ f250 f105 1"/>
                <a:gd name="f304" fmla="*/ f251 f106 1"/>
                <a:gd name="f305" fmla="*/ f252 f105 1"/>
                <a:gd name="f306" fmla="*/ f253 f105 1"/>
                <a:gd name="f307" fmla="*/ f254 f105 1"/>
                <a:gd name="f308" fmla="*/ f255 f106 1"/>
                <a:gd name="f309" fmla="*/ f256 f105 1"/>
                <a:gd name="f310" fmla="*/ f257 f106 1"/>
                <a:gd name="f311" fmla="*/ f258 f105 1"/>
                <a:gd name="f312" fmla="*/ f259 f106 1"/>
                <a:gd name="f313" fmla="*/ f260 f105 1"/>
                <a:gd name="f314" fmla="*/ f261 f106 1"/>
                <a:gd name="f315" fmla="*/ f262 f105 1"/>
                <a:gd name="f316" fmla="*/ f263 f106 1"/>
                <a:gd name="f317" fmla="*/ f264 f105 1"/>
                <a:gd name="f318" fmla="*/ f265 f106 1"/>
                <a:gd name="f319" fmla="*/ f266 f106 1"/>
                <a:gd name="f320" fmla="*/ f267 f10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65">
                  <a:pos x="f272" y="f273"/>
                </a:cxn>
                <a:cxn ang="f165">
                  <a:pos x="f272" y="f274"/>
                </a:cxn>
                <a:cxn ang="f165">
                  <a:pos x="f275" y="f276"/>
                </a:cxn>
                <a:cxn ang="f165">
                  <a:pos x="f277" y="f278"/>
                </a:cxn>
                <a:cxn ang="f165">
                  <a:pos x="f279" y="f280"/>
                </a:cxn>
                <a:cxn ang="f165">
                  <a:pos x="f281" y="f282"/>
                </a:cxn>
                <a:cxn ang="f165">
                  <a:pos x="f283" y="f284"/>
                </a:cxn>
                <a:cxn ang="f165">
                  <a:pos x="f283" y="f285"/>
                </a:cxn>
                <a:cxn ang="f165">
                  <a:pos x="f286" y="f287"/>
                </a:cxn>
                <a:cxn ang="f165">
                  <a:pos x="f288" y="f289"/>
                </a:cxn>
                <a:cxn ang="f165">
                  <a:pos x="f290" y="f291"/>
                </a:cxn>
                <a:cxn ang="f165">
                  <a:pos x="f292" y="f293"/>
                </a:cxn>
                <a:cxn ang="f165">
                  <a:pos x="f294" y="f295"/>
                </a:cxn>
                <a:cxn ang="f165">
                  <a:pos x="f292" y="f296"/>
                </a:cxn>
                <a:cxn ang="f165">
                  <a:pos x="f297" y="f298"/>
                </a:cxn>
                <a:cxn ang="f165">
                  <a:pos x="f299" y="f300"/>
                </a:cxn>
                <a:cxn ang="f165">
                  <a:pos x="f301" y="f302"/>
                </a:cxn>
                <a:cxn ang="f165">
                  <a:pos x="f303" y="f304"/>
                </a:cxn>
                <a:cxn ang="f165">
                  <a:pos x="f305" y="f273"/>
                </a:cxn>
                <a:cxn ang="f165">
                  <a:pos x="f306" y="f273"/>
                </a:cxn>
                <a:cxn ang="f165">
                  <a:pos x="f272" y="f273"/>
                </a:cxn>
                <a:cxn ang="f165">
                  <a:pos x="f307" y="f308"/>
                </a:cxn>
                <a:cxn ang="f165">
                  <a:pos x="f277" y="f276"/>
                </a:cxn>
                <a:cxn ang="f165">
                  <a:pos x="f309" y="f310"/>
                </a:cxn>
                <a:cxn ang="f165">
                  <a:pos x="f311" y="f312"/>
                </a:cxn>
                <a:cxn ang="f165">
                  <a:pos x="f313" y="f314"/>
                </a:cxn>
                <a:cxn ang="f165">
                  <a:pos x="f315" y="f316"/>
                </a:cxn>
                <a:cxn ang="f165">
                  <a:pos x="f317" y="f318"/>
                </a:cxn>
                <a:cxn ang="f165">
                  <a:pos x="f317" y="f319"/>
                </a:cxn>
                <a:cxn ang="f165">
                  <a:pos x="f320" y="f319"/>
                </a:cxn>
                <a:cxn ang="f165">
                  <a:pos x="f320" y="f308"/>
                </a:cxn>
                <a:cxn ang="f165">
                  <a:pos x="f307" y="f308"/>
                </a:cxn>
              </a:cxnLst>
              <a:rect l="f268" t="f271" r="f269" b="f270"/>
              <a:pathLst>
                <a:path w="151" h="334">
                  <a:moveTo>
                    <a:pt x="f8" y="f5"/>
                  </a:moveTo>
                  <a:cubicBezTo>
                    <a:pt x="f8" y="f9"/>
                    <a:pt x="f8" y="f10"/>
                    <a:pt x="f8" y="f11"/>
                  </a:cubicBezTo>
                  <a:cubicBezTo>
                    <a:pt x="f8" y="f12"/>
                    <a:pt x="f8" y="f13"/>
                    <a:pt x="f14" y="f15"/>
                  </a:cubicBezTo>
                  <a:cubicBezTo>
                    <a:pt x="f16" y="f17"/>
                    <a:pt x="f18" y="f19"/>
                    <a:pt x="f20" y="f21"/>
                  </a:cubicBezTo>
                  <a:cubicBezTo>
                    <a:pt x="f22" y="f23"/>
                    <a:pt x="f24" y="f6"/>
                    <a:pt x="f17" y="f25"/>
                  </a:cubicBezTo>
                  <a:cubicBezTo>
                    <a:pt x="f26" y="f27"/>
                    <a:pt x="f28" y="f29"/>
                    <a:pt x="f28" y="f30"/>
                  </a:cubicBezTo>
                  <a:cubicBezTo>
                    <a:pt x="f31" y="f32"/>
                    <a:pt x="f15" y="f33"/>
                    <a:pt x="f34" y="f35"/>
                  </a:cubicBezTo>
                  <a:cubicBezTo>
                    <a:pt x="f34" y="f36"/>
                    <a:pt x="f34" y="f37"/>
                    <a:pt x="f34" y="f38"/>
                  </a:cubicBezTo>
                  <a:cubicBezTo>
                    <a:pt x="f39" y="f40"/>
                    <a:pt x="f41" y="f42"/>
                    <a:pt x="f6" y="f43"/>
                  </a:cubicBezTo>
                  <a:cubicBezTo>
                    <a:pt x="f44" y="f45"/>
                    <a:pt x="f46" y="f7"/>
                    <a:pt x="f5" y="f47"/>
                  </a:cubicBezTo>
                  <a:cubicBezTo>
                    <a:pt x="f48" y="f47"/>
                    <a:pt x="f49" y="f43"/>
                    <a:pt x="f50" y="f51"/>
                  </a:cubicBezTo>
                  <a:cubicBezTo>
                    <a:pt x="f52" y="f42"/>
                    <a:pt x="f53" y="f40"/>
                    <a:pt x="f54" y="f55"/>
                  </a:cubicBezTo>
                  <a:cubicBezTo>
                    <a:pt x="f56" y="f55"/>
                    <a:pt x="f57" y="f37"/>
                    <a:pt x="f57" y="f58"/>
                  </a:cubicBezTo>
                  <a:cubicBezTo>
                    <a:pt x="f59" y="f33"/>
                    <a:pt x="f56" y="f60"/>
                    <a:pt x="f54" y="f61"/>
                  </a:cubicBezTo>
                  <a:cubicBezTo>
                    <a:pt x="f62" y="f63"/>
                    <a:pt x="f64" y="f65"/>
                    <a:pt x="f66" y="f67"/>
                  </a:cubicBezTo>
                  <a:cubicBezTo>
                    <a:pt x="f68" y="f69"/>
                    <a:pt x="f70" y="f71"/>
                    <a:pt x="f72" y="f73"/>
                  </a:cubicBezTo>
                  <a:cubicBezTo>
                    <a:pt x="f74" y="f75"/>
                    <a:pt x="f48" y="f76"/>
                    <a:pt x="f48" y="f77"/>
                  </a:cubicBezTo>
                  <a:cubicBezTo>
                    <a:pt x="f78" y="f64"/>
                    <a:pt x="f78" y="f79"/>
                    <a:pt x="f80" y="f50"/>
                  </a:cubicBezTo>
                  <a:cubicBezTo>
                    <a:pt x="f80" y="f78"/>
                    <a:pt x="f78" y="f5"/>
                    <a:pt x="f9" y="f5"/>
                  </a:cubicBezTo>
                  <a:cubicBezTo>
                    <a:pt x="f81" y="f5"/>
                    <a:pt x="f82" y="f5"/>
                    <a:pt x="f83" y="f5"/>
                  </a:cubicBezTo>
                  <a:cubicBezTo>
                    <a:pt x="f84" y="f5"/>
                    <a:pt x="f16" y="f5"/>
                    <a:pt x="f8" y="f5"/>
                  </a:cubicBezTo>
                  <a:close/>
                  <a:moveTo>
                    <a:pt x="f85" y="f68"/>
                  </a:moveTo>
                  <a:cubicBezTo>
                    <a:pt x="f85" y="f86"/>
                    <a:pt x="f85" y="f59"/>
                    <a:pt x="f20" y="f15"/>
                  </a:cubicBezTo>
                  <a:cubicBezTo>
                    <a:pt x="f19" y="f87"/>
                    <a:pt x="f88" y="f89"/>
                    <a:pt x="f90" y="f91"/>
                  </a:cubicBezTo>
                  <a:cubicBezTo>
                    <a:pt x="f26" y="f21"/>
                    <a:pt x="f92" y="f93"/>
                    <a:pt x="f77" y="f83"/>
                  </a:cubicBezTo>
                  <a:cubicBezTo>
                    <a:pt x="f94" y="f83"/>
                    <a:pt x="f17" y="f83"/>
                    <a:pt x="f75" y="f71"/>
                  </a:cubicBezTo>
                  <a:cubicBezTo>
                    <a:pt x="f73" y="f95"/>
                    <a:pt x="f21" y="f96"/>
                    <a:pt x="f44" y="f97"/>
                  </a:cubicBezTo>
                  <a:cubicBezTo>
                    <a:pt x="f98" y="f92"/>
                    <a:pt x="f23" y="f99"/>
                    <a:pt x="f23" y="f62"/>
                  </a:cubicBezTo>
                  <a:cubicBezTo>
                    <a:pt x="f69" y="f53"/>
                    <a:pt x="f23" y="f70"/>
                    <a:pt x="f23" y="f74"/>
                  </a:cubicBezTo>
                  <a:cubicBezTo>
                    <a:pt x="f100" y="f74"/>
                    <a:pt x="f81" y="f74"/>
                    <a:pt x="f74" y="f74"/>
                  </a:cubicBezTo>
                  <a:cubicBezTo>
                    <a:pt x="f74" y="f101"/>
                    <a:pt x="f74" y="f102"/>
                    <a:pt x="f74" y="f68"/>
                  </a:cubicBezTo>
                  <a:cubicBezTo>
                    <a:pt x="f103" y="f68"/>
                    <a:pt x="f31" y="f68"/>
                    <a:pt x="f85" y="f68"/>
                  </a:cubicBezTo>
                  <a:close/>
                </a:path>
              </a:pathLst>
            </a:custGeom>
            <a:solidFill>
              <a:srgbClr val="A72424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s-ES" sz="1400" b="0" i="0" u="none" strike="noStrike" kern="0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CAECA44-6C14-9356-4154-7264377E4C7F}"/>
                </a:ext>
              </a:extLst>
            </p:cNvPr>
            <p:cNvSpPr/>
            <p:nvPr/>
          </p:nvSpPr>
          <p:spPr>
            <a:xfrm>
              <a:off x="107515" y="4376638"/>
              <a:ext cx="322527" cy="718105"/>
            </a:xfrm>
            <a:custGeom>
              <a:avLst/>
              <a:gdLst>
                <a:gd name="f0" fmla="val 10800000"/>
                <a:gd name="f1" fmla="val 5400000"/>
                <a:gd name="f2" fmla="val 360"/>
                <a:gd name="f3" fmla="val 180"/>
                <a:gd name="f4" fmla="val w"/>
                <a:gd name="f5" fmla="val h"/>
                <a:gd name="f6" fmla="val 0"/>
                <a:gd name="f7" fmla="val 166"/>
                <a:gd name="f8" fmla="val 371"/>
                <a:gd name="f9" fmla="val 1"/>
                <a:gd name="f10" fmla="val 56"/>
                <a:gd name="f11" fmla="val 111"/>
                <a:gd name="f12" fmla="val 8"/>
                <a:gd name="f13" fmla="val 15"/>
                <a:gd name="f14" fmla="val 23"/>
                <a:gd name="f15" fmla="val 145"/>
                <a:gd name="f16" fmla="val 125"/>
                <a:gd name="f17" fmla="val 103"/>
                <a:gd name="f18" fmla="val 34"/>
                <a:gd name="f19" fmla="val 44"/>
                <a:gd name="f20" fmla="val 55"/>
                <a:gd name="f21" fmla="val 74"/>
                <a:gd name="f22" fmla="val 45"/>
                <a:gd name="f23" fmla="val 16"/>
                <a:gd name="f24" fmla="val 75"/>
                <a:gd name="f25" fmla="val 14"/>
                <a:gd name="f26" fmla="val 94"/>
                <a:gd name="f27" fmla="val 20"/>
                <a:gd name="f28" fmla="val 113"/>
                <a:gd name="f29" fmla="val 27"/>
                <a:gd name="f30" fmla="val 134"/>
                <a:gd name="f31" fmla="val 40"/>
                <a:gd name="f32" fmla="val 152"/>
                <a:gd name="f33" fmla="val 63"/>
                <a:gd name="f34" fmla="val 156"/>
                <a:gd name="f35" fmla="val 76"/>
                <a:gd name="f36" fmla="val 158"/>
                <a:gd name="f37" fmla="val 90"/>
                <a:gd name="f38" fmla="val 106"/>
                <a:gd name="f39" fmla="val 108"/>
                <a:gd name="f40" fmla="val 155"/>
                <a:gd name="f41" fmla="val 114"/>
                <a:gd name="f42" fmla="val 160"/>
                <a:gd name="f43" fmla="val 116"/>
                <a:gd name="f44" fmla="val 165"/>
                <a:gd name="f45" fmla="val 119"/>
                <a:gd name="f46" fmla="val 171"/>
                <a:gd name="f47" fmla="val 172"/>
                <a:gd name="f48" fmla="val 101"/>
                <a:gd name="f49" fmla="val 188"/>
                <a:gd name="f50" fmla="val 96"/>
                <a:gd name="f51" fmla="val 209"/>
                <a:gd name="f52" fmla="val 95"/>
                <a:gd name="f53" fmla="val 232"/>
                <a:gd name="f54" fmla="val 271"/>
                <a:gd name="f55" fmla="val 92"/>
                <a:gd name="f56" fmla="val 310"/>
                <a:gd name="f57" fmla="val 349"/>
                <a:gd name="f58" fmla="val 350"/>
                <a:gd name="f59" fmla="val 351"/>
                <a:gd name="f60" fmla="val 352"/>
                <a:gd name="f61" fmla="val 353"/>
                <a:gd name="f62" fmla="val 99"/>
                <a:gd name="f63" fmla="val 354"/>
                <a:gd name="f64" fmla="val 104"/>
                <a:gd name="f65" fmla="val 355"/>
                <a:gd name="f66" fmla="val 102"/>
                <a:gd name="f67" fmla="val 364"/>
                <a:gd name="f68" fmla="val 100"/>
                <a:gd name="f69" fmla="val 370"/>
                <a:gd name="f70" fmla="val 67"/>
                <a:gd name="f71" fmla="val 367"/>
                <a:gd name="f72" fmla="val 366"/>
                <a:gd name="f73" fmla="val 365"/>
                <a:gd name="f74" fmla="val 26"/>
                <a:gd name="f75" fmla="val 51"/>
                <a:gd name="f76" fmla="val 356"/>
                <a:gd name="f77" fmla="val 77"/>
                <a:gd name="f78" fmla="val 333"/>
                <a:gd name="f79" fmla="val 314"/>
                <a:gd name="f80" fmla="val 295"/>
                <a:gd name="f81" fmla="val 73"/>
                <a:gd name="f82" fmla="val 72"/>
                <a:gd name="f83" fmla="val 246"/>
                <a:gd name="f84" fmla="val 71"/>
                <a:gd name="f85" fmla="val 222"/>
                <a:gd name="f86" fmla="val 204"/>
                <a:gd name="f87" fmla="val 65"/>
                <a:gd name="f88" fmla="val 52"/>
                <a:gd name="f89" fmla="val 175"/>
                <a:gd name="f90" fmla="val 168"/>
                <a:gd name="f91" fmla="val 37"/>
                <a:gd name="f92" fmla="val 161"/>
                <a:gd name="f93" fmla="val 29"/>
                <a:gd name="f94" fmla="val 154"/>
                <a:gd name="f95" fmla="val 9"/>
                <a:gd name="f96" fmla="val 135"/>
                <a:gd name="f97" fmla="val 2"/>
                <a:gd name="f98" fmla="val 85"/>
                <a:gd name="f99" fmla="val 58"/>
                <a:gd name="f100" fmla="val 31"/>
                <a:gd name="f101" fmla="val 4"/>
                <a:gd name="f102" fmla="val 3"/>
                <a:gd name="f103" fmla="+- 0 0 -90"/>
                <a:gd name="f104" fmla="*/ f4 1 166"/>
                <a:gd name="f105" fmla="*/ f5 1 371"/>
                <a:gd name="f106" fmla="val f6"/>
                <a:gd name="f107" fmla="val f7"/>
                <a:gd name="f108" fmla="val f8"/>
                <a:gd name="f109" fmla="*/ f103 f0 1"/>
                <a:gd name="f110" fmla="+- f108 0 f106"/>
                <a:gd name="f111" fmla="+- f107 0 f106"/>
                <a:gd name="f112" fmla="*/ f109 1 f3"/>
                <a:gd name="f113" fmla="*/ f111 1 166"/>
                <a:gd name="f114" fmla="*/ f110 1 371"/>
                <a:gd name="f115" fmla="*/ 1 f111 1"/>
                <a:gd name="f116" fmla="*/ 0 f110 1"/>
                <a:gd name="f117" fmla="*/ 166 f111 1"/>
                <a:gd name="f118" fmla="*/ 23 f110 1"/>
                <a:gd name="f119" fmla="*/ 103 f111 1"/>
                <a:gd name="f120" fmla="*/ 55 f110 1"/>
                <a:gd name="f121" fmla="*/ 16 f111 1"/>
                <a:gd name="f122" fmla="*/ 20 f111 1"/>
                <a:gd name="f123" fmla="*/ 113 f110 1"/>
                <a:gd name="f124" fmla="*/ 63 f111 1"/>
                <a:gd name="f125" fmla="*/ 156 f110 1"/>
                <a:gd name="f126" fmla="*/ 111 f111 1"/>
                <a:gd name="f127" fmla="*/ 155 f110 1"/>
                <a:gd name="f128" fmla="*/ 119 f111 1"/>
                <a:gd name="f129" fmla="*/ 171 f110 1"/>
                <a:gd name="f130" fmla="*/ 172 f110 1"/>
                <a:gd name="f131" fmla="*/ 95 f111 1"/>
                <a:gd name="f132" fmla="*/ 232 f110 1"/>
                <a:gd name="f133" fmla="*/ 90 f111 1"/>
                <a:gd name="f134" fmla="*/ 349 f110 1"/>
                <a:gd name="f135" fmla="*/ 352 f110 1"/>
                <a:gd name="f136" fmla="*/ 104 f111 1"/>
                <a:gd name="f137" fmla="*/ 355 f110 1"/>
                <a:gd name="f138" fmla="*/ 100 f111 1"/>
                <a:gd name="f139" fmla="*/ 370 f110 1"/>
                <a:gd name="f140" fmla="*/ 0 f111 1"/>
                <a:gd name="f141" fmla="*/ 367 f110 1"/>
                <a:gd name="f142" fmla="*/ 364 f110 1"/>
                <a:gd name="f143" fmla="*/ 77 f111 1"/>
                <a:gd name="f144" fmla="*/ 75 f111 1"/>
                <a:gd name="f145" fmla="*/ 295 f110 1"/>
                <a:gd name="f146" fmla="*/ 71 f111 1"/>
                <a:gd name="f147" fmla="*/ 222 f110 1"/>
                <a:gd name="f148" fmla="*/ 52 f111 1"/>
                <a:gd name="f149" fmla="*/ 175 f110 1"/>
                <a:gd name="f150" fmla="*/ 29 f111 1"/>
                <a:gd name="f151" fmla="*/ 154 f110 1"/>
                <a:gd name="f152" fmla="*/ 85 f110 1"/>
                <a:gd name="f153" fmla="*/ 4 f110 1"/>
                <a:gd name="f154" fmla="+- f112 0 f1"/>
                <a:gd name="f155" fmla="*/ f115 1 166"/>
                <a:gd name="f156" fmla="*/ f116 1 371"/>
                <a:gd name="f157" fmla="*/ f117 1 166"/>
                <a:gd name="f158" fmla="*/ f118 1 371"/>
                <a:gd name="f159" fmla="*/ f119 1 166"/>
                <a:gd name="f160" fmla="*/ f120 1 371"/>
                <a:gd name="f161" fmla="*/ f121 1 166"/>
                <a:gd name="f162" fmla="*/ f122 1 166"/>
                <a:gd name="f163" fmla="*/ f123 1 371"/>
                <a:gd name="f164" fmla="*/ f124 1 166"/>
                <a:gd name="f165" fmla="*/ f125 1 371"/>
                <a:gd name="f166" fmla="*/ f126 1 166"/>
                <a:gd name="f167" fmla="*/ f127 1 371"/>
                <a:gd name="f168" fmla="*/ f128 1 166"/>
                <a:gd name="f169" fmla="*/ f129 1 371"/>
                <a:gd name="f170" fmla="*/ f130 1 371"/>
                <a:gd name="f171" fmla="*/ f131 1 166"/>
                <a:gd name="f172" fmla="*/ f132 1 371"/>
                <a:gd name="f173" fmla="*/ f133 1 166"/>
                <a:gd name="f174" fmla="*/ f134 1 371"/>
                <a:gd name="f175" fmla="*/ f135 1 371"/>
                <a:gd name="f176" fmla="*/ f136 1 166"/>
                <a:gd name="f177" fmla="*/ f137 1 371"/>
                <a:gd name="f178" fmla="*/ f138 1 166"/>
                <a:gd name="f179" fmla="*/ f139 1 371"/>
                <a:gd name="f180" fmla="*/ f140 1 166"/>
                <a:gd name="f181" fmla="*/ f141 1 371"/>
                <a:gd name="f182" fmla="*/ f142 1 371"/>
                <a:gd name="f183" fmla="*/ f143 1 166"/>
                <a:gd name="f184" fmla="*/ f144 1 166"/>
                <a:gd name="f185" fmla="*/ f145 1 371"/>
                <a:gd name="f186" fmla="*/ f146 1 166"/>
                <a:gd name="f187" fmla="*/ f147 1 371"/>
                <a:gd name="f188" fmla="*/ f148 1 166"/>
                <a:gd name="f189" fmla="*/ f149 1 371"/>
                <a:gd name="f190" fmla="*/ f150 1 166"/>
                <a:gd name="f191" fmla="*/ f151 1 371"/>
                <a:gd name="f192" fmla="*/ f152 1 371"/>
                <a:gd name="f193" fmla="*/ f153 1 371"/>
                <a:gd name="f194" fmla="*/ 0 1 f113"/>
                <a:gd name="f195" fmla="*/ f107 1 f113"/>
                <a:gd name="f196" fmla="*/ 0 1 f114"/>
                <a:gd name="f197" fmla="*/ f108 1 f114"/>
                <a:gd name="f198" fmla="*/ f155 1 f113"/>
                <a:gd name="f199" fmla="*/ f156 1 f114"/>
                <a:gd name="f200" fmla="*/ f157 1 f113"/>
                <a:gd name="f201" fmla="*/ f158 1 f114"/>
                <a:gd name="f202" fmla="*/ f159 1 f113"/>
                <a:gd name="f203" fmla="*/ f160 1 f114"/>
                <a:gd name="f204" fmla="*/ f161 1 f113"/>
                <a:gd name="f205" fmla="*/ f162 1 f113"/>
                <a:gd name="f206" fmla="*/ f163 1 f114"/>
                <a:gd name="f207" fmla="*/ f164 1 f113"/>
                <a:gd name="f208" fmla="*/ f165 1 f114"/>
                <a:gd name="f209" fmla="*/ f166 1 f113"/>
                <a:gd name="f210" fmla="*/ f167 1 f114"/>
                <a:gd name="f211" fmla="*/ f168 1 f113"/>
                <a:gd name="f212" fmla="*/ f169 1 f114"/>
                <a:gd name="f213" fmla="*/ f170 1 f114"/>
                <a:gd name="f214" fmla="*/ f171 1 f113"/>
                <a:gd name="f215" fmla="*/ f172 1 f114"/>
                <a:gd name="f216" fmla="*/ f173 1 f113"/>
                <a:gd name="f217" fmla="*/ f174 1 f114"/>
                <a:gd name="f218" fmla="*/ f175 1 f114"/>
                <a:gd name="f219" fmla="*/ f176 1 f113"/>
                <a:gd name="f220" fmla="*/ f177 1 f114"/>
                <a:gd name="f221" fmla="*/ f178 1 f113"/>
                <a:gd name="f222" fmla="*/ f179 1 f114"/>
                <a:gd name="f223" fmla="*/ f180 1 f113"/>
                <a:gd name="f224" fmla="*/ f181 1 f114"/>
                <a:gd name="f225" fmla="*/ f182 1 f114"/>
                <a:gd name="f226" fmla="*/ f183 1 f113"/>
                <a:gd name="f227" fmla="*/ f184 1 f113"/>
                <a:gd name="f228" fmla="*/ f185 1 f114"/>
                <a:gd name="f229" fmla="*/ f186 1 f113"/>
                <a:gd name="f230" fmla="*/ f187 1 f114"/>
                <a:gd name="f231" fmla="*/ f188 1 f113"/>
                <a:gd name="f232" fmla="*/ f189 1 f114"/>
                <a:gd name="f233" fmla="*/ f190 1 f113"/>
                <a:gd name="f234" fmla="*/ f191 1 f114"/>
                <a:gd name="f235" fmla="*/ f192 1 f114"/>
                <a:gd name="f236" fmla="*/ f193 1 f114"/>
                <a:gd name="f237" fmla="*/ f194 f104 1"/>
                <a:gd name="f238" fmla="*/ f195 f104 1"/>
                <a:gd name="f239" fmla="*/ f197 f105 1"/>
                <a:gd name="f240" fmla="*/ f196 f105 1"/>
                <a:gd name="f241" fmla="*/ f198 f104 1"/>
                <a:gd name="f242" fmla="*/ f199 f105 1"/>
                <a:gd name="f243" fmla="*/ f200 f104 1"/>
                <a:gd name="f244" fmla="*/ f201 f105 1"/>
                <a:gd name="f245" fmla="*/ f202 f104 1"/>
                <a:gd name="f246" fmla="*/ f203 f105 1"/>
                <a:gd name="f247" fmla="*/ f204 f104 1"/>
                <a:gd name="f248" fmla="*/ f205 f104 1"/>
                <a:gd name="f249" fmla="*/ f206 f105 1"/>
                <a:gd name="f250" fmla="*/ f207 f104 1"/>
                <a:gd name="f251" fmla="*/ f208 f105 1"/>
                <a:gd name="f252" fmla="*/ f209 f104 1"/>
                <a:gd name="f253" fmla="*/ f210 f105 1"/>
                <a:gd name="f254" fmla="*/ f211 f104 1"/>
                <a:gd name="f255" fmla="*/ f212 f105 1"/>
                <a:gd name="f256" fmla="*/ f213 f105 1"/>
                <a:gd name="f257" fmla="*/ f214 f104 1"/>
                <a:gd name="f258" fmla="*/ f215 f105 1"/>
                <a:gd name="f259" fmla="*/ f216 f104 1"/>
                <a:gd name="f260" fmla="*/ f217 f105 1"/>
                <a:gd name="f261" fmla="*/ f218 f105 1"/>
                <a:gd name="f262" fmla="*/ f219 f104 1"/>
                <a:gd name="f263" fmla="*/ f220 f105 1"/>
                <a:gd name="f264" fmla="*/ f221 f104 1"/>
                <a:gd name="f265" fmla="*/ f222 f105 1"/>
                <a:gd name="f266" fmla="*/ f223 f104 1"/>
                <a:gd name="f267" fmla="*/ f224 f105 1"/>
                <a:gd name="f268" fmla="*/ f225 f105 1"/>
                <a:gd name="f269" fmla="*/ f226 f104 1"/>
                <a:gd name="f270" fmla="*/ f227 f104 1"/>
                <a:gd name="f271" fmla="*/ f228 f105 1"/>
                <a:gd name="f272" fmla="*/ f229 f104 1"/>
                <a:gd name="f273" fmla="*/ f230 f105 1"/>
                <a:gd name="f274" fmla="*/ f231 f104 1"/>
                <a:gd name="f275" fmla="*/ f232 f105 1"/>
                <a:gd name="f276" fmla="*/ f233 f104 1"/>
                <a:gd name="f277" fmla="*/ f234 f105 1"/>
                <a:gd name="f278" fmla="*/ f235 f105 1"/>
                <a:gd name="f279" fmla="*/ f236 f10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54">
                  <a:pos x="f241" y="f242"/>
                </a:cxn>
                <a:cxn ang="f154">
                  <a:pos x="f243" y="f242"/>
                </a:cxn>
                <a:cxn ang="f154">
                  <a:pos x="f243" y="f244"/>
                </a:cxn>
                <a:cxn ang="f154">
                  <a:pos x="f245" y="f244"/>
                </a:cxn>
                <a:cxn ang="f154">
                  <a:pos x="f245" y="f246"/>
                </a:cxn>
                <a:cxn ang="f154">
                  <a:pos x="f247" y="f246"/>
                </a:cxn>
                <a:cxn ang="f154">
                  <a:pos x="f248" y="f249"/>
                </a:cxn>
                <a:cxn ang="f154">
                  <a:pos x="f250" y="f251"/>
                </a:cxn>
                <a:cxn ang="f154">
                  <a:pos x="f245" y="f251"/>
                </a:cxn>
                <a:cxn ang="f154">
                  <a:pos x="f252" y="f253"/>
                </a:cxn>
                <a:cxn ang="f154">
                  <a:pos x="f254" y="f255"/>
                </a:cxn>
                <a:cxn ang="f154">
                  <a:pos x="f254" y="f256"/>
                </a:cxn>
                <a:cxn ang="f154">
                  <a:pos x="f257" y="f258"/>
                </a:cxn>
                <a:cxn ang="f154">
                  <a:pos x="f259" y="f260"/>
                </a:cxn>
                <a:cxn ang="f154">
                  <a:pos x="f259" y="f261"/>
                </a:cxn>
                <a:cxn ang="f154">
                  <a:pos x="f262" y="f263"/>
                </a:cxn>
                <a:cxn ang="f154">
                  <a:pos x="f264" y="f265"/>
                </a:cxn>
                <a:cxn ang="f154">
                  <a:pos x="f266" y="f267"/>
                </a:cxn>
                <a:cxn ang="f154">
                  <a:pos x="f266" y="f268"/>
                </a:cxn>
                <a:cxn ang="f154">
                  <a:pos x="f269" y="f261"/>
                </a:cxn>
                <a:cxn ang="f154">
                  <a:pos x="f270" y="f271"/>
                </a:cxn>
                <a:cxn ang="f154">
                  <a:pos x="f272" y="f273"/>
                </a:cxn>
                <a:cxn ang="f154">
                  <a:pos x="f274" y="f275"/>
                </a:cxn>
                <a:cxn ang="f154">
                  <a:pos x="f276" y="f277"/>
                </a:cxn>
                <a:cxn ang="f154">
                  <a:pos x="f241" y="f278"/>
                </a:cxn>
                <a:cxn ang="f154">
                  <a:pos x="f241" y="f279"/>
                </a:cxn>
                <a:cxn ang="f154">
                  <a:pos x="f241" y="f242"/>
                </a:cxn>
              </a:cxnLst>
              <a:rect l="f237" t="f240" r="f238" b="f239"/>
              <a:pathLst>
                <a:path w="166" h="371">
                  <a:moveTo>
                    <a:pt x="f9" y="f6"/>
                  </a:moveTo>
                  <a:cubicBezTo>
                    <a:pt x="f10" y="f6"/>
                    <a:pt x="f11" y="f6"/>
                    <a:pt x="f7" y="f6"/>
                  </a:cubicBezTo>
                  <a:cubicBezTo>
                    <a:pt x="f7" y="f12"/>
                    <a:pt x="f7" y="f13"/>
                    <a:pt x="f7" y="f14"/>
                  </a:cubicBezTo>
                  <a:cubicBezTo>
                    <a:pt x="f15" y="f14"/>
                    <a:pt x="f16" y="f14"/>
                    <a:pt x="f17" y="f14"/>
                  </a:cubicBezTo>
                  <a:cubicBezTo>
                    <a:pt x="f17" y="f18"/>
                    <a:pt x="f17" y="f19"/>
                    <a:pt x="f17" y="f20"/>
                  </a:cubicBezTo>
                  <a:cubicBezTo>
                    <a:pt x="f21" y="f20"/>
                    <a:pt x="f22" y="f20"/>
                    <a:pt x="f23" y="f20"/>
                  </a:cubicBezTo>
                  <a:cubicBezTo>
                    <a:pt x="f13" y="f24"/>
                    <a:pt x="f25" y="f26"/>
                    <a:pt x="f27" y="f28"/>
                  </a:cubicBezTo>
                  <a:cubicBezTo>
                    <a:pt x="f29" y="f30"/>
                    <a:pt x="f31" y="f32"/>
                    <a:pt x="f33" y="f34"/>
                  </a:cubicBezTo>
                  <a:cubicBezTo>
                    <a:pt x="f35" y="f36"/>
                    <a:pt x="f37" y="f34"/>
                    <a:pt x="f17" y="f34"/>
                  </a:cubicBezTo>
                  <a:cubicBezTo>
                    <a:pt x="f38" y="f34"/>
                    <a:pt x="f39" y="f40"/>
                    <a:pt x="f11" y="f40"/>
                  </a:cubicBezTo>
                  <a:cubicBezTo>
                    <a:pt x="f41" y="f42"/>
                    <a:pt x="f43" y="f44"/>
                    <a:pt x="f45" y="f46"/>
                  </a:cubicBezTo>
                  <a:cubicBezTo>
                    <a:pt x="f45" y="f46"/>
                    <a:pt x="f45" y="f46"/>
                    <a:pt x="f45" y="f47"/>
                  </a:cubicBezTo>
                  <a:cubicBezTo>
                    <a:pt x="f48" y="f49"/>
                    <a:pt x="f50" y="f51"/>
                    <a:pt x="f52" y="f53"/>
                  </a:cubicBezTo>
                  <a:cubicBezTo>
                    <a:pt x="f26" y="f54"/>
                    <a:pt x="f55" y="f56"/>
                    <a:pt x="f37" y="f57"/>
                  </a:cubicBezTo>
                  <a:cubicBezTo>
                    <a:pt x="f37" y="f58"/>
                    <a:pt x="f37" y="f59"/>
                    <a:pt x="f37" y="f60"/>
                  </a:cubicBezTo>
                  <a:cubicBezTo>
                    <a:pt x="f52" y="f61"/>
                    <a:pt x="f62" y="f63"/>
                    <a:pt x="f64" y="f65"/>
                  </a:cubicBezTo>
                  <a:cubicBezTo>
                    <a:pt x="f17" y="f2"/>
                    <a:pt x="f66" y="f67"/>
                    <a:pt x="f68" y="f69"/>
                  </a:cubicBezTo>
                  <a:cubicBezTo>
                    <a:pt x="f70" y="f8"/>
                    <a:pt x="f18" y="f8"/>
                    <a:pt x="f6" y="f71"/>
                  </a:cubicBezTo>
                  <a:cubicBezTo>
                    <a:pt x="f6" y="f72"/>
                    <a:pt x="f6" y="f73"/>
                    <a:pt x="f6" y="f67"/>
                  </a:cubicBezTo>
                  <a:cubicBezTo>
                    <a:pt x="f74" y="f2"/>
                    <a:pt x="f75" y="f76"/>
                    <a:pt x="f77" y="f60"/>
                  </a:cubicBezTo>
                  <a:cubicBezTo>
                    <a:pt x="f35" y="f78"/>
                    <a:pt x="f35" y="f79"/>
                    <a:pt x="f24" y="f80"/>
                  </a:cubicBezTo>
                  <a:cubicBezTo>
                    <a:pt x="f81" y="f54"/>
                    <a:pt x="f82" y="f83"/>
                    <a:pt x="f84" y="f85"/>
                  </a:cubicBezTo>
                  <a:cubicBezTo>
                    <a:pt x="f84" y="f86"/>
                    <a:pt x="f87" y="f49"/>
                    <a:pt x="f88" y="f89"/>
                  </a:cubicBezTo>
                  <a:cubicBezTo>
                    <a:pt x="f19" y="f90"/>
                    <a:pt x="f91" y="f92"/>
                    <a:pt x="f93" y="f94"/>
                  </a:cubicBezTo>
                  <a:cubicBezTo>
                    <a:pt x="f95" y="f96"/>
                    <a:pt x="f97" y="f11"/>
                    <a:pt x="f9" y="f98"/>
                  </a:cubicBezTo>
                  <a:cubicBezTo>
                    <a:pt x="f6" y="f99"/>
                    <a:pt x="f9" y="f100"/>
                    <a:pt x="f9" y="f101"/>
                  </a:cubicBezTo>
                  <a:cubicBezTo>
                    <a:pt x="f9" y="f102"/>
                    <a:pt x="f9" y="f97"/>
                    <a:pt x="f9" y="f6"/>
                  </a:cubicBezTo>
                  <a:close/>
                </a:path>
              </a:pathLst>
            </a:custGeom>
            <a:solidFill>
              <a:srgbClr val="A72424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s-ES" sz="1400" b="0" i="0" u="none" strike="noStrike" kern="0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11" name="Elipse 9">
            <a:extLst>
              <a:ext uri="{FF2B5EF4-FFF2-40B4-BE49-F238E27FC236}">
                <a16:creationId xmlns:a16="http://schemas.microsoft.com/office/drawing/2014/main" id="{38C2D159-10F0-0927-5EA6-8D39BC815412}"/>
              </a:ext>
            </a:extLst>
          </p:cNvPr>
          <p:cNvSpPr/>
          <p:nvPr/>
        </p:nvSpPr>
        <p:spPr>
          <a:xfrm>
            <a:off x="398971" y="5027828"/>
            <a:ext cx="8665467" cy="85725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A72424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400" b="0" i="0" u="none" strike="noStrike" kern="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2" name="Picture 2" descr="arbol de uvas">
            <a:extLst>
              <a:ext uri="{FF2B5EF4-FFF2-40B4-BE49-F238E27FC236}">
                <a16:creationId xmlns:a16="http://schemas.microsoft.com/office/drawing/2014/main" id="{836B86DB-CEC6-F6D2-61CB-A28A808A442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715000" y="0"/>
            <a:ext cx="3429000" cy="5143499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5583978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0218" y="1662176"/>
            <a:ext cx="8568542" cy="26877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250" indent="-95250">
              <a:lnSpc>
                <a:spcPct val="100000"/>
              </a:lnSpc>
              <a:spcBef>
                <a:spcPts val="100"/>
              </a:spcBef>
              <a:buAutoNum type="arabicPlain"/>
              <a:tabLst>
                <a:tab pos="95885" algn="l"/>
              </a:tabLst>
            </a:pPr>
            <a:r>
              <a:rPr sz="1200" dirty="0">
                <a:latin typeface="Century Gothic"/>
                <a:cs typeface="Century Gothic"/>
              </a:rPr>
              <a:t>–</a:t>
            </a:r>
            <a:r>
              <a:rPr sz="1200" spc="5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Modifier</a:t>
            </a:r>
            <a:r>
              <a:rPr sz="1100" spc="1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les</a:t>
            </a:r>
            <a:r>
              <a:rPr sz="1100" spc="30" dirty="0">
                <a:latin typeface="Century Gothic"/>
                <a:cs typeface="Century Gothic"/>
              </a:rPr>
              <a:t> </a:t>
            </a:r>
            <a:r>
              <a:rPr sz="1100" b="1" spc="100" dirty="0">
                <a:latin typeface="Calibri"/>
                <a:cs typeface="Calibri"/>
              </a:rPr>
              <a:t>‘</a:t>
            </a:r>
            <a:r>
              <a:rPr sz="1100" b="1" spc="100" dirty="0" err="1">
                <a:latin typeface="Calibri"/>
                <a:cs typeface="Calibri"/>
              </a:rPr>
              <a:t>sku</a:t>
            </a:r>
            <a:r>
              <a:rPr sz="1100" b="1" spc="100" dirty="0">
                <a:latin typeface="Calibri"/>
                <a:cs typeface="Calibri"/>
              </a:rPr>
              <a:t>’</a:t>
            </a:r>
            <a:r>
              <a:rPr lang="fr-FR" sz="1100" b="1" spc="100" dirty="0">
                <a:latin typeface="Calibri"/>
                <a:cs typeface="Calibri"/>
              </a:rPr>
              <a:t> </a:t>
            </a:r>
            <a:r>
              <a:rPr sz="1100" dirty="0">
                <a:latin typeface="Century Gothic"/>
                <a:cs typeface="Century Gothic"/>
              </a:rPr>
              <a:t>des</a:t>
            </a:r>
            <a:r>
              <a:rPr sz="1100" spc="2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articles</a:t>
            </a:r>
            <a:r>
              <a:rPr sz="1100" spc="3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qui</a:t>
            </a:r>
            <a:r>
              <a:rPr sz="1100" spc="4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ne</a:t>
            </a:r>
            <a:r>
              <a:rPr sz="1100" spc="4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respectent</a:t>
            </a:r>
            <a:r>
              <a:rPr sz="1100" spc="2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pas</a:t>
            </a:r>
            <a:r>
              <a:rPr sz="1100" spc="3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la</a:t>
            </a:r>
            <a:r>
              <a:rPr sz="1100" spc="4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règle</a:t>
            </a:r>
            <a:r>
              <a:rPr sz="1100" spc="15" dirty="0">
                <a:latin typeface="Century Gothic"/>
                <a:cs typeface="Century Gothic"/>
              </a:rPr>
              <a:t> </a:t>
            </a:r>
            <a:r>
              <a:rPr sz="1100" spc="-20" dirty="0">
                <a:latin typeface="Century Gothic"/>
                <a:cs typeface="Century Gothic"/>
              </a:rPr>
              <a:t>de</a:t>
            </a:r>
            <a:r>
              <a:rPr sz="1100" spc="3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codification</a:t>
            </a:r>
            <a:r>
              <a:rPr sz="1100" spc="5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(=</a:t>
            </a:r>
            <a:r>
              <a:rPr sz="1100" spc="60" dirty="0">
                <a:latin typeface="Century Gothic"/>
                <a:cs typeface="Century Gothic"/>
              </a:rPr>
              <a:t> </a:t>
            </a:r>
            <a:r>
              <a:rPr sz="1100" b="1" dirty="0">
                <a:latin typeface="Calibri"/>
                <a:cs typeface="Calibri"/>
              </a:rPr>
              <a:t>‘13127-</a:t>
            </a:r>
            <a:r>
              <a:rPr sz="1100" b="1" spc="-30" dirty="0">
                <a:latin typeface="Calibri"/>
                <a:cs typeface="Calibri"/>
              </a:rPr>
              <a:t>1’</a:t>
            </a:r>
            <a:r>
              <a:rPr sz="1100" b="1" spc="100" dirty="0">
                <a:latin typeface="Calibri"/>
                <a:cs typeface="Calibri"/>
              </a:rPr>
              <a:t> </a:t>
            </a:r>
            <a:r>
              <a:rPr sz="1100" dirty="0">
                <a:latin typeface="Century Gothic"/>
                <a:cs typeface="Century Gothic"/>
              </a:rPr>
              <a:t>et</a:t>
            </a:r>
            <a:r>
              <a:rPr sz="1100" spc="40" dirty="0">
                <a:latin typeface="Century Gothic"/>
                <a:cs typeface="Century Gothic"/>
              </a:rPr>
              <a:t> </a:t>
            </a:r>
            <a:r>
              <a:rPr sz="1100" b="1" spc="110" dirty="0">
                <a:latin typeface="Calibri"/>
                <a:cs typeface="Calibri"/>
              </a:rPr>
              <a:t>‘bon-</a:t>
            </a:r>
            <a:r>
              <a:rPr sz="1100" b="1" spc="145" dirty="0">
                <a:latin typeface="Calibri"/>
                <a:cs typeface="Calibri"/>
              </a:rPr>
              <a:t>cadeau-</a:t>
            </a:r>
            <a:r>
              <a:rPr sz="1100" b="1" spc="85" dirty="0">
                <a:latin typeface="Calibri"/>
                <a:cs typeface="Calibri"/>
              </a:rPr>
              <a:t>25-</a:t>
            </a:r>
            <a:r>
              <a:rPr sz="1100" b="1" spc="75" dirty="0">
                <a:latin typeface="Calibri"/>
                <a:cs typeface="Calibri"/>
              </a:rPr>
              <a:t>euros’</a:t>
            </a:r>
            <a:r>
              <a:rPr sz="1100" spc="75" dirty="0">
                <a:latin typeface="Century Gothic"/>
                <a:cs typeface="Century Gothic"/>
              </a:rPr>
              <a:t>)</a:t>
            </a:r>
            <a:endParaRPr sz="1100" dirty="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AutoNum type="arabicPlain"/>
            </a:pPr>
            <a:endParaRPr sz="1500" dirty="0">
              <a:latin typeface="Century Gothic"/>
              <a:cs typeface="Century Gothic"/>
            </a:endParaRPr>
          </a:p>
          <a:p>
            <a:pPr marL="115570" indent="-116205">
              <a:lnSpc>
                <a:spcPct val="100000"/>
              </a:lnSpc>
              <a:spcBef>
                <a:spcPts val="5"/>
              </a:spcBef>
              <a:buAutoNum type="arabicPlain"/>
              <a:tabLst>
                <a:tab pos="116205" algn="l"/>
              </a:tabLst>
            </a:pPr>
            <a:r>
              <a:rPr sz="1100" dirty="0">
                <a:latin typeface="Century Gothic"/>
                <a:cs typeface="Century Gothic"/>
              </a:rPr>
              <a:t>–</a:t>
            </a:r>
            <a:r>
              <a:rPr sz="1100" spc="1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Modifier</a:t>
            </a:r>
            <a:r>
              <a:rPr sz="1100" spc="-15" dirty="0">
                <a:latin typeface="Century Gothic"/>
                <a:cs typeface="Century Gothic"/>
              </a:rPr>
              <a:t> </a:t>
            </a:r>
            <a:r>
              <a:rPr sz="1100" spc="65" dirty="0">
                <a:latin typeface="Century Gothic"/>
                <a:cs typeface="Century Gothic"/>
              </a:rPr>
              <a:t>l’</a:t>
            </a:r>
            <a:r>
              <a:rPr sz="1100" b="1" spc="65" dirty="0">
                <a:latin typeface="Calibri"/>
                <a:cs typeface="Calibri"/>
              </a:rPr>
              <a:t>’id_web’</a:t>
            </a:r>
            <a:r>
              <a:rPr sz="1100" b="1" spc="420" dirty="0">
                <a:latin typeface="Calibri"/>
                <a:cs typeface="Calibri"/>
              </a:rPr>
              <a:t> </a:t>
            </a:r>
            <a:r>
              <a:rPr sz="1100" spc="-20" dirty="0">
                <a:latin typeface="Century Gothic"/>
                <a:cs typeface="Century Gothic"/>
              </a:rPr>
              <a:t>de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l’article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qui</a:t>
            </a:r>
            <a:r>
              <a:rPr sz="1100" spc="1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ne</a:t>
            </a:r>
            <a:r>
              <a:rPr sz="1100" spc="2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respecte</a:t>
            </a:r>
            <a:r>
              <a:rPr sz="1100" spc="-1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pas</a:t>
            </a:r>
            <a:r>
              <a:rPr sz="1100" spc="1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la</a:t>
            </a:r>
            <a:r>
              <a:rPr sz="1100" spc="1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règle</a:t>
            </a:r>
            <a:r>
              <a:rPr sz="1100" spc="-10" dirty="0">
                <a:latin typeface="Century Gothic"/>
                <a:cs typeface="Century Gothic"/>
              </a:rPr>
              <a:t> </a:t>
            </a:r>
            <a:r>
              <a:rPr sz="1100" spc="-20" dirty="0">
                <a:latin typeface="Century Gothic"/>
                <a:cs typeface="Century Gothic"/>
              </a:rPr>
              <a:t>de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codification</a:t>
            </a:r>
            <a:r>
              <a:rPr sz="1100" spc="2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(=</a:t>
            </a:r>
            <a:r>
              <a:rPr sz="1100" spc="35" dirty="0">
                <a:latin typeface="Century Gothic"/>
                <a:cs typeface="Century Gothic"/>
              </a:rPr>
              <a:t> </a:t>
            </a:r>
            <a:r>
              <a:rPr sz="1100" b="1" spc="90" dirty="0">
                <a:latin typeface="Calibri"/>
                <a:cs typeface="Calibri"/>
              </a:rPr>
              <a:t>‘14680-</a:t>
            </a:r>
            <a:r>
              <a:rPr sz="1100" b="1" spc="-25" dirty="0">
                <a:latin typeface="Calibri"/>
                <a:cs typeface="Calibri"/>
              </a:rPr>
              <a:t>1’</a:t>
            </a:r>
            <a:r>
              <a:rPr sz="1100" spc="-25" dirty="0">
                <a:latin typeface="Century Gothic"/>
                <a:cs typeface="Century Gothic"/>
              </a:rPr>
              <a:t>)</a:t>
            </a:r>
            <a:endParaRPr lang="fr-FR" sz="1100" spc="-25" dirty="0">
              <a:latin typeface="Century Gothic"/>
              <a:cs typeface="Century Gothic"/>
            </a:endParaRPr>
          </a:p>
          <a:p>
            <a:pPr marL="115570" indent="-116205">
              <a:lnSpc>
                <a:spcPct val="100000"/>
              </a:lnSpc>
              <a:spcBef>
                <a:spcPts val="5"/>
              </a:spcBef>
              <a:buAutoNum type="arabicPlain"/>
              <a:tabLst>
                <a:tab pos="116205" algn="l"/>
              </a:tabLst>
            </a:pPr>
            <a:endParaRPr lang="fr-FR" sz="1100" spc="-25" dirty="0">
              <a:latin typeface="Century Gothic"/>
              <a:cs typeface="Century Gothic"/>
            </a:endParaRPr>
          </a:p>
          <a:p>
            <a:pPr marL="115570" indent="-116205">
              <a:spcBef>
                <a:spcPts val="5"/>
              </a:spcBef>
              <a:buFont typeface="Arial"/>
              <a:buAutoNum type="arabicPlain"/>
              <a:tabLst>
                <a:tab pos="116205" algn="l"/>
              </a:tabLst>
            </a:pPr>
            <a:r>
              <a:rPr lang="fr-FR" sz="1100" dirty="0">
                <a:latin typeface="Century Gothic"/>
                <a:cs typeface="Century Gothic"/>
              </a:rPr>
              <a:t>–</a:t>
            </a:r>
            <a:r>
              <a:rPr lang="fr-FR" sz="1100" spc="45" dirty="0">
                <a:latin typeface="Century Gothic"/>
                <a:cs typeface="Century Gothic"/>
              </a:rPr>
              <a:t> </a:t>
            </a:r>
            <a:r>
              <a:rPr lang="fr-FR" sz="1100" spc="50" dirty="0">
                <a:latin typeface="Century Gothic"/>
                <a:cs typeface="Century Gothic"/>
              </a:rPr>
              <a:t>Tenter</a:t>
            </a:r>
            <a:r>
              <a:rPr lang="fr-FR" sz="1100" spc="40" dirty="0">
                <a:latin typeface="Century Gothic"/>
                <a:cs typeface="Century Gothic"/>
              </a:rPr>
              <a:t> </a:t>
            </a:r>
            <a:r>
              <a:rPr lang="fr-FR" sz="1100" spc="-30" dirty="0">
                <a:latin typeface="Century Gothic"/>
                <a:cs typeface="Century Gothic"/>
              </a:rPr>
              <a:t>de</a:t>
            </a:r>
            <a:r>
              <a:rPr lang="fr-FR" sz="1100" spc="35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renseigner</a:t>
            </a:r>
            <a:r>
              <a:rPr lang="fr-FR" sz="1100" spc="5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les</a:t>
            </a:r>
            <a:r>
              <a:rPr lang="fr-FR" sz="1100" spc="35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données</a:t>
            </a:r>
            <a:r>
              <a:rPr lang="fr-FR" sz="1100" spc="40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manquantes</a:t>
            </a:r>
            <a:r>
              <a:rPr lang="fr-FR" sz="1100" spc="55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des</a:t>
            </a:r>
            <a:r>
              <a:rPr lang="fr-FR" sz="1100" spc="60" dirty="0">
                <a:latin typeface="Century Gothic"/>
                <a:cs typeface="Century Gothic"/>
              </a:rPr>
              <a:t> </a:t>
            </a:r>
            <a:r>
              <a:rPr lang="fr-FR" sz="1100" b="1" spc="-10" dirty="0">
                <a:latin typeface="Calibri"/>
                <a:cs typeface="Calibri"/>
              </a:rPr>
              <a:t>611</a:t>
            </a:r>
            <a:r>
              <a:rPr lang="fr-FR" sz="1100" b="1" spc="105" dirty="0">
                <a:latin typeface="Calibri"/>
                <a:cs typeface="Calibri"/>
              </a:rPr>
              <a:t> </a:t>
            </a:r>
            <a:r>
              <a:rPr lang="fr-FR" sz="1100" b="1" spc="114" dirty="0">
                <a:latin typeface="Calibri"/>
                <a:cs typeface="Calibri"/>
              </a:rPr>
              <a:t>articles</a:t>
            </a:r>
            <a:r>
              <a:rPr lang="fr-FR" sz="1100" b="1" spc="65" dirty="0">
                <a:latin typeface="Calibri"/>
                <a:cs typeface="Calibri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ayant</a:t>
            </a:r>
            <a:r>
              <a:rPr lang="fr-FR" sz="1100" spc="75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pour</a:t>
            </a:r>
            <a:r>
              <a:rPr lang="fr-FR" sz="1100" spc="25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statut</a:t>
            </a:r>
            <a:r>
              <a:rPr lang="fr-FR" sz="1100" spc="90" dirty="0">
                <a:latin typeface="Century Gothic"/>
                <a:cs typeface="Century Gothic"/>
              </a:rPr>
              <a:t> </a:t>
            </a:r>
            <a:r>
              <a:rPr lang="fr-FR" sz="1100" b="1" spc="90" dirty="0">
                <a:latin typeface="Calibri"/>
                <a:cs typeface="Calibri"/>
              </a:rPr>
              <a:t>‘</a:t>
            </a:r>
            <a:r>
              <a:rPr lang="fr-FR" sz="1100" b="1" spc="90" dirty="0" err="1">
                <a:latin typeface="Calibri"/>
                <a:cs typeface="Calibri"/>
              </a:rPr>
              <a:t>both</a:t>
            </a:r>
            <a:r>
              <a:rPr lang="fr-FR" sz="1100" b="1" spc="90" dirty="0">
                <a:latin typeface="Calibri"/>
                <a:cs typeface="Calibri"/>
              </a:rPr>
              <a:t>’</a:t>
            </a:r>
            <a:r>
              <a:rPr lang="fr-FR" sz="1100" b="1" spc="135" dirty="0">
                <a:latin typeface="Calibri"/>
                <a:cs typeface="Calibri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dans</a:t>
            </a:r>
            <a:r>
              <a:rPr lang="fr-FR" sz="1100" spc="65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la</a:t>
            </a:r>
            <a:r>
              <a:rPr lang="fr-FR" sz="1100" spc="50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colonne</a:t>
            </a:r>
            <a:r>
              <a:rPr lang="fr-FR" sz="1100" spc="45" dirty="0">
                <a:latin typeface="Century Gothic"/>
                <a:cs typeface="Century Gothic"/>
              </a:rPr>
              <a:t> </a:t>
            </a:r>
            <a:r>
              <a:rPr lang="fr-FR" sz="1100" b="1" spc="105" dirty="0">
                <a:latin typeface="Calibri"/>
                <a:cs typeface="Calibri"/>
              </a:rPr>
              <a:t>‘_merge’</a:t>
            </a:r>
            <a:r>
              <a:rPr lang="fr-FR" sz="1100" b="1" spc="135" dirty="0">
                <a:latin typeface="Calibri"/>
                <a:cs typeface="Calibri"/>
              </a:rPr>
              <a:t> </a:t>
            </a:r>
            <a:r>
              <a:rPr lang="fr-FR" sz="1100" spc="-25" dirty="0">
                <a:latin typeface="Century Gothic"/>
                <a:cs typeface="Century Gothic"/>
              </a:rPr>
              <a:t>du </a:t>
            </a:r>
            <a:r>
              <a:rPr lang="fr-FR" sz="1100" dirty="0">
                <a:latin typeface="Century Gothic"/>
                <a:cs typeface="Century Gothic"/>
              </a:rPr>
              <a:t>fichier</a:t>
            </a:r>
            <a:r>
              <a:rPr lang="fr-FR" sz="1100" spc="50" dirty="0">
                <a:latin typeface="Century Gothic"/>
                <a:cs typeface="Century Gothic"/>
              </a:rPr>
              <a:t> </a:t>
            </a:r>
            <a:r>
              <a:rPr lang="fr-FR" sz="1100" spc="55" dirty="0">
                <a:latin typeface="Century Gothic"/>
                <a:cs typeface="Century Gothic"/>
              </a:rPr>
              <a:t>«</a:t>
            </a:r>
            <a:r>
              <a:rPr lang="fr-FR" sz="1100" spc="75" dirty="0">
                <a:latin typeface="Century Gothic"/>
                <a:cs typeface="Century Gothic"/>
              </a:rPr>
              <a:t> </a:t>
            </a:r>
            <a:r>
              <a:rPr lang="fr-FR" sz="1100" b="1" spc="120" dirty="0" err="1">
                <a:latin typeface="Calibri"/>
                <a:cs typeface="Calibri"/>
              </a:rPr>
              <a:t>df_merge</a:t>
            </a:r>
            <a:r>
              <a:rPr lang="fr-FR" sz="1100" b="1" spc="120" dirty="0">
                <a:latin typeface="Calibri"/>
                <a:cs typeface="Calibri"/>
              </a:rPr>
              <a:t>.</a:t>
            </a:r>
            <a:r>
              <a:rPr lang="fr-FR" sz="1100" b="1" spc="140" dirty="0">
                <a:latin typeface="Calibri"/>
                <a:cs typeface="Calibri"/>
              </a:rPr>
              <a:t> </a:t>
            </a:r>
            <a:r>
              <a:rPr lang="fr-FR" sz="1100" b="1" spc="125" dirty="0">
                <a:latin typeface="Calibri"/>
                <a:cs typeface="Calibri"/>
              </a:rPr>
              <a:t>xlsx</a:t>
            </a:r>
            <a:r>
              <a:rPr lang="fr-FR" sz="1100" b="1" spc="114" dirty="0">
                <a:latin typeface="Calibri"/>
                <a:cs typeface="Calibri"/>
              </a:rPr>
              <a:t> </a:t>
            </a:r>
            <a:r>
              <a:rPr lang="fr-FR" sz="1100" spc="55" dirty="0">
                <a:latin typeface="Century Gothic"/>
                <a:cs typeface="Century Gothic"/>
              </a:rPr>
              <a:t>»</a:t>
            </a:r>
            <a:r>
              <a:rPr lang="fr-FR" sz="1100" spc="70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en</a:t>
            </a:r>
            <a:r>
              <a:rPr lang="fr-FR" sz="1100" spc="45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réalisant</a:t>
            </a:r>
            <a:r>
              <a:rPr lang="fr-FR" sz="1100" spc="65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des</a:t>
            </a:r>
            <a:r>
              <a:rPr lang="fr-FR" sz="1100" spc="70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recherches</a:t>
            </a:r>
            <a:r>
              <a:rPr lang="fr-FR" sz="1100" spc="20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ou</a:t>
            </a:r>
            <a:r>
              <a:rPr lang="fr-FR" sz="1100" spc="55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en</a:t>
            </a:r>
            <a:r>
              <a:rPr lang="fr-FR" sz="1100" spc="45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effectuant</a:t>
            </a:r>
            <a:r>
              <a:rPr lang="fr-FR" sz="1100" spc="80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des</a:t>
            </a:r>
            <a:r>
              <a:rPr lang="fr-FR" sz="1100" spc="55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comparaisons</a:t>
            </a:r>
            <a:r>
              <a:rPr lang="fr-FR" sz="1100" spc="35" dirty="0">
                <a:latin typeface="Century Gothic"/>
                <a:cs typeface="Century Gothic"/>
              </a:rPr>
              <a:t> </a:t>
            </a:r>
            <a:r>
              <a:rPr lang="fr-FR" sz="1100" spc="-75" dirty="0">
                <a:latin typeface="Century Gothic"/>
                <a:cs typeface="Century Gothic"/>
              </a:rPr>
              <a:t>avec</a:t>
            </a:r>
            <a:r>
              <a:rPr lang="fr-FR" sz="1100" spc="55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les</a:t>
            </a:r>
            <a:r>
              <a:rPr lang="fr-FR" sz="1100" spc="50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articles</a:t>
            </a:r>
            <a:r>
              <a:rPr lang="fr-FR" sz="1100" spc="55" dirty="0">
                <a:latin typeface="Century Gothic"/>
                <a:cs typeface="Century Gothic"/>
              </a:rPr>
              <a:t> </a:t>
            </a:r>
            <a:r>
              <a:rPr lang="fr-FR" sz="1100" spc="60" dirty="0">
                <a:latin typeface="Century Gothic"/>
                <a:cs typeface="Century Gothic"/>
              </a:rPr>
              <a:t>similaires</a:t>
            </a:r>
            <a:r>
              <a:rPr lang="fr-FR" sz="1100" spc="35" dirty="0">
                <a:latin typeface="Century Gothic"/>
                <a:cs typeface="Century Gothic"/>
              </a:rPr>
              <a:t> </a:t>
            </a:r>
            <a:r>
              <a:rPr lang="fr-FR" sz="1100" spc="-20" dirty="0">
                <a:latin typeface="Century Gothic"/>
                <a:cs typeface="Century Gothic"/>
              </a:rPr>
              <a:t>déjà </a:t>
            </a:r>
            <a:r>
              <a:rPr lang="fr-FR" sz="1100" spc="-10" dirty="0">
                <a:latin typeface="Century Gothic"/>
                <a:cs typeface="Century Gothic"/>
              </a:rPr>
              <a:t>existants.</a:t>
            </a:r>
          </a:p>
          <a:p>
            <a:pPr marL="115570" indent="-116205">
              <a:spcBef>
                <a:spcPts val="5"/>
              </a:spcBef>
              <a:buFont typeface="Arial"/>
              <a:buAutoNum type="arabicPlain"/>
              <a:tabLst>
                <a:tab pos="116205" algn="l"/>
              </a:tabLst>
            </a:pPr>
            <a:endParaRPr lang="fr-FR" sz="1100" spc="-10" dirty="0">
              <a:latin typeface="Century Gothic"/>
              <a:cs typeface="Century Gothic"/>
            </a:endParaRPr>
          </a:p>
          <a:p>
            <a:pPr marL="115570" indent="-116205">
              <a:spcBef>
                <a:spcPts val="5"/>
              </a:spcBef>
              <a:buFont typeface="Arial"/>
              <a:buAutoNum type="arabicPlain"/>
              <a:tabLst>
                <a:tab pos="116205" algn="l"/>
              </a:tabLst>
            </a:pPr>
            <a:r>
              <a:rPr lang="fr-FR" sz="1100" dirty="0">
                <a:latin typeface="Century Gothic"/>
                <a:cs typeface="Century Gothic"/>
              </a:rPr>
              <a:t>– </a:t>
            </a:r>
            <a:r>
              <a:rPr lang="fr-FR" sz="1100" spc="50" dirty="0">
                <a:latin typeface="Century Gothic"/>
                <a:cs typeface="Century Gothic"/>
              </a:rPr>
              <a:t>Tenter</a:t>
            </a:r>
            <a:r>
              <a:rPr lang="fr-FR" sz="1100" spc="65" dirty="0">
                <a:latin typeface="Century Gothic"/>
                <a:cs typeface="Century Gothic"/>
              </a:rPr>
              <a:t> </a:t>
            </a:r>
            <a:r>
              <a:rPr lang="fr-FR" sz="1100" spc="-20" dirty="0">
                <a:latin typeface="Century Gothic"/>
                <a:cs typeface="Century Gothic"/>
              </a:rPr>
              <a:t>de</a:t>
            </a:r>
            <a:r>
              <a:rPr lang="fr-FR" sz="1100" spc="65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renseigner</a:t>
            </a:r>
            <a:r>
              <a:rPr lang="fr-FR" sz="1100" spc="30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les</a:t>
            </a:r>
            <a:r>
              <a:rPr lang="fr-FR" sz="1100" spc="65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données</a:t>
            </a:r>
            <a:r>
              <a:rPr lang="fr-FR" sz="1100" spc="60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manquantes</a:t>
            </a:r>
            <a:r>
              <a:rPr lang="fr-FR" sz="1100" spc="75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des</a:t>
            </a:r>
            <a:r>
              <a:rPr lang="fr-FR" sz="1100" spc="60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articles</a:t>
            </a:r>
            <a:r>
              <a:rPr lang="fr-FR" sz="1100" spc="65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ayant</a:t>
            </a:r>
            <a:r>
              <a:rPr lang="fr-FR" sz="1100" spc="100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pour</a:t>
            </a:r>
            <a:r>
              <a:rPr lang="fr-FR" sz="1100" spc="50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statut</a:t>
            </a:r>
            <a:r>
              <a:rPr lang="fr-FR" sz="1100" spc="155" dirty="0">
                <a:latin typeface="Century Gothic"/>
                <a:cs typeface="Century Gothic"/>
              </a:rPr>
              <a:t> </a:t>
            </a:r>
            <a:r>
              <a:rPr lang="fr-FR" sz="1100" b="1" spc="75" dirty="0">
                <a:latin typeface="Calibri"/>
                <a:cs typeface="Calibri"/>
              </a:rPr>
              <a:t>‘</a:t>
            </a:r>
            <a:r>
              <a:rPr lang="fr-FR" sz="1100" b="1" spc="75" dirty="0" err="1">
                <a:latin typeface="Calibri"/>
                <a:cs typeface="Calibri"/>
              </a:rPr>
              <a:t>left_only</a:t>
            </a:r>
            <a:r>
              <a:rPr lang="fr-FR" sz="1100" b="1" spc="75" dirty="0">
                <a:latin typeface="Calibri"/>
                <a:cs typeface="Calibri"/>
              </a:rPr>
              <a:t>’</a:t>
            </a:r>
            <a:r>
              <a:rPr lang="fr-FR" sz="1100" b="1" spc="130" dirty="0">
                <a:latin typeface="Calibri"/>
                <a:cs typeface="Calibri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dans</a:t>
            </a:r>
            <a:r>
              <a:rPr lang="fr-FR" sz="1100" spc="90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la</a:t>
            </a:r>
            <a:r>
              <a:rPr lang="fr-FR" sz="1100" spc="75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colonne</a:t>
            </a:r>
            <a:r>
              <a:rPr lang="fr-FR" sz="1100" spc="70" dirty="0">
                <a:latin typeface="Century Gothic"/>
                <a:cs typeface="Century Gothic"/>
              </a:rPr>
              <a:t> </a:t>
            </a:r>
            <a:r>
              <a:rPr lang="fr-FR" sz="1100" b="1" spc="105" dirty="0">
                <a:latin typeface="Calibri"/>
                <a:cs typeface="Calibri"/>
              </a:rPr>
              <a:t>‘_merge’</a:t>
            </a:r>
            <a:r>
              <a:rPr lang="fr-FR" sz="1100" b="1" spc="150" dirty="0">
                <a:latin typeface="Calibri"/>
                <a:cs typeface="Calibri"/>
              </a:rPr>
              <a:t> </a:t>
            </a:r>
            <a:r>
              <a:rPr lang="fr-FR" sz="1100" spc="-25" dirty="0">
                <a:latin typeface="Century Gothic"/>
                <a:cs typeface="Century Gothic"/>
              </a:rPr>
              <a:t>et </a:t>
            </a:r>
            <a:r>
              <a:rPr lang="fr-FR" sz="1100" spc="60" dirty="0">
                <a:latin typeface="Century Gothic"/>
                <a:cs typeface="Century Gothic"/>
              </a:rPr>
              <a:t>filtrer</a:t>
            </a:r>
            <a:r>
              <a:rPr lang="fr-FR" sz="1100" spc="10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en</a:t>
            </a:r>
            <a:r>
              <a:rPr lang="fr-FR" sz="1100" spc="5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ne</a:t>
            </a:r>
            <a:r>
              <a:rPr lang="fr-FR" sz="1100" spc="30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gardant</a:t>
            </a:r>
            <a:r>
              <a:rPr lang="fr-FR" sz="1100" spc="35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que</a:t>
            </a:r>
            <a:r>
              <a:rPr lang="fr-FR" sz="1100" spc="15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les</a:t>
            </a:r>
            <a:r>
              <a:rPr lang="fr-FR" sz="1100" spc="15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articles</a:t>
            </a:r>
            <a:r>
              <a:rPr lang="fr-FR" sz="1100" spc="10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possédant</a:t>
            </a:r>
            <a:r>
              <a:rPr lang="fr-FR" sz="1100" spc="25" dirty="0">
                <a:latin typeface="Century Gothic"/>
                <a:cs typeface="Century Gothic"/>
              </a:rPr>
              <a:t> </a:t>
            </a:r>
            <a:r>
              <a:rPr lang="fr-FR" sz="1100" spc="70" dirty="0">
                <a:latin typeface="Century Gothic"/>
                <a:cs typeface="Century Gothic"/>
              </a:rPr>
              <a:t>un</a:t>
            </a:r>
            <a:r>
              <a:rPr lang="fr-FR" sz="1100" spc="40" dirty="0">
                <a:latin typeface="Century Gothic"/>
                <a:cs typeface="Century Gothic"/>
              </a:rPr>
              <a:t> </a:t>
            </a:r>
            <a:r>
              <a:rPr lang="fr-FR" sz="1100" b="1" spc="100" dirty="0">
                <a:latin typeface="Calibri"/>
                <a:cs typeface="Calibri"/>
              </a:rPr>
              <a:t>‘</a:t>
            </a:r>
            <a:r>
              <a:rPr lang="fr-FR" sz="1100" b="1" spc="100" dirty="0" err="1">
                <a:latin typeface="Calibri"/>
                <a:cs typeface="Calibri"/>
              </a:rPr>
              <a:t>sku</a:t>
            </a:r>
            <a:r>
              <a:rPr lang="fr-FR" sz="1100" b="1" spc="100" dirty="0">
                <a:latin typeface="Calibri"/>
                <a:cs typeface="Calibri"/>
              </a:rPr>
              <a:t>’</a:t>
            </a:r>
            <a:r>
              <a:rPr lang="fr-FR" sz="1100" b="1" spc="95" dirty="0">
                <a:latin typeface="Calibri"/>
                <a:cs typeface="Calibri"/>
              </a:rPr>
              <a:t> </a:t>
            </a:r>
            <a:r>
              <a:rPr lang="fr-FR" sz="1100" b="1" spc="80" dirty="0">
                <a:latin typeface="Calibri"/>
                <a:cs typeface="Calibri"/>
              </a:rPr>
              <a:t>(=</a:t>
            </a:r>
            <a:r>
              <a:rPr lang="fr-FR" sz="1100" b="1" spc="105" dirty="0">
                <a:latin typeface="Calibri"/>
                <a:cs typeface="Calibri"/>
              </a:rPr>
              <a:t> </a:t>
            </a:r>
            <a:r>
              <a:rPr lang="fr-FR" sz="1100" b="1" spc="130" dirty="0">
                <a:latin typeface="Calibri"/>
                <a:cs typeface="Calibri"/>
              </a:rPr>
              <a:t>exclure</a:t>
            </a:r>
            <a:r>
              <a:rPr lang="fr-FR" sz="1100" b="1" spc="80" dirty="0">
                <a:latin typeface="Calibri"/>
                <a:cs typeface="Calibri"/>
              </a:rPr>
              <a:t> </a:t>
            </a:r>
            <a:r>
              <a:rPr lang="fr-FR" sz="1100" b="1" spc="114" dirty="0">
                <a:latin typeface="Calibri"/>
                <a:cs typeface="Calibri"/>
              </a:rPr>
              <a:t>les</a:t>
            </a:r>
            <a:r>
              <a:rPr lang="fr-FR" sz="1100" b="1" spc="95" dirty="0">
                <a:latin typeface="Calibri"/>
                <a:cs typeface="Calibri"/>
              </a:rPr>
              <a:t> </a:t>
            </a:r>
            <a:r>
              <a:rPr lang="fr-FR" sz="1100" b="1" spc="90" dirty="0">
                <a:latin typeface="Calibri"/>
                <a:cs typeface="Calibri"/>
              </a:rPr>
              <a:t>‘Vides’)</a:t>
            </a:r>
            <a:r>
              <a:rPr lang="fr-FR" sz="1100" b="1" spc="100" dirty="0">
                <a:latin typeface="Calibri"/>
                <a:cs typeface="Calibri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dans</a:t>
            </a:r>
            <a:r>
              <a:rPr lang="fr-FR" sz="1100" spc="35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le</a:t>
            </a:r>
            <a:r>
              <a:rPr lang="fr-FR" sz="1100" spc="20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fichier</a:t>
            </a:r>
            <a:r>
              <a:rPr lang="fr-FR" sz="1100" spc="20" dirty="0">
                <a:latin typeface="Century Gothic"/>
                <a:cs typeface="Century Gothic"/>
              </a:rPr>
              <a:t> </a:t>
            </a:r>
            <a:r>
              <a:rPr lang="fr-FR" sz="1100" spc="55" dirty="0">
                <a:latin typeface="Century Gothic"/>
                <a:cs typeface="Century Gothic"/>
              </a:rPr>
              <a:t>«</a:t>
            </a:r>
            <a:r>
              <a:rPr lang="fr-FR" sz="1100" spc="35" dirty="0">
                <a:latin typeface="Century Gothic"/>
                <a:cs typeface="Century Gothic"/>
              </a:rPr>
              <a:t> </a:t>
            </a:r>
            <a:r>
              <a:rPr lang="fr-FR" sz="1100" b="1" spc="120" dirty="0" err="1">
                <a:latin typeface="Calibri"/>
                <a:cs typeface="Calibri"/>
              </a:rPr>
              <a:t>df_merge</a:t>
            </a:r>
            <a:r>
              <a:rPr lang="fr-FR" sz="1100" b="1" spc="120" dirty="0">
                <a:latin typeface="Calibri"/>
                <a:cs typeface="Calibri"/>
              </a:rPr>
              <a:t>.</a:t>
            </a:r>
            <a:r>
              <a:rPr lang="fr-FR" sz="1100" b="1" spc="80" dirty="0">
                <a:latin typeface="Calibri"/>
                <a:cs typeface="Calibri"/>
              </a:rPr>
              <a:t> </a:t>
            </a:r>
            <a:r>
              <a:rPr lang="fr-FR" sz="1100" b="1" spc="125" dirty="0">
                <a:latin typeface="Calibri"/>
                <a:cs typeface="Calibri"/>
              </a:rPr>
              <a:t>xlsx</a:t>
            </a:r>
            <a:r>
              <a:rPr lang="fr-FR" sz="1100" b="1" spc="70" dirty="0">
                <a:latin typeface="Calibri"/>
                <a:cs typeface="Calibri"/>
              </a:rPr>
              <a:t> </a:t>
            </a:r>
            <a:r>
              <a:rPr lang="fr-FR" sz="1100" spc="55" dirty="0">
                <a:latin typeface="Century Gothic"/>
                <a:cs typeface="Century Gothic"/>
              </a:rPr>
              <a:t>»</a:t>
            </a:r>
            <a:r>
              <a:rPr lang="fr-FR" sz="1100" spc="25" dirty="0">
                <a:latin typeface="Century Gothic"/>
                <a:cs typeface="Century Gothic"/>
              </a:rPr>
              <a:t> </a:t>
            </a:r>
            <a:r>
              <a:rPr lang="fr-FR" sz="1100" spc="-80" dirty="0">
                <a:latin typeface="Century Gothic"/>
                <a:cs typeface="Century Gothic"/>
              </a:rPr>
              <a:t>,</a:t>
            </a:r>
            <a:r>
              <a:rPr lang="fr-FR" sz="1100" spc="35" dirty="0">
                <a:latin typeface="Century Gothic"/>
                <a:cs typeface="Century Gothic"/>
              </a:rPr>
              <a:t> </a:t>
            </a:r>
            <a:r>
              <a:rPr lang="fr-FR" sz="1100" spc="55" dirty="0">
                <a:latin typeface="Century Gothic"/>
                <a:cs typeface="Century Gothic"/>
              </a:rPr>
              <a:t>soit</a:t>
            </a:r>
            <a:r>
              <a:rPr lang="fr-FR" sz="1100" spc="10" dirty="0">
                <a:latin typeface="Century Gothic"/>
                <a:cs typeface="Century Gothic"/>
              </a:rPr>
              <a:t> </a:t>
            </a:r>
            <a:r>
              <a:rPr lang="fr-FR" sz="1100" b="1" spc="25" dirty="0">
                <a:latin typeface="Calibri"/>
                <a:cs typeface="Calibri"/>
              </a:rPr>
              <a:t>103 </a:t>
            </a:r>
            <a:r>
              <a:rPr lang="fr-FR" sz="1100" b="1" spc="114" dirty="0">
                <a:latin typeface="Calibri"/>
                <a:cs typeface="Calibri"/>
              </a:rPr>
              <a:t>articles</a:t>
            </a:r>
            <a:r>
              <a:rPr lang="fr-FR" sz="1100" b="1" spc="465" dirty="0">
                <a:latin typeface="Calibri"/>
                <a:cs typeface="Calibri"/>
              </a:rPr>
              <a:t> </a:t>
            </a:r>
            <a:r>
              <a:rPr lang="fr-FR" sz="1100" spc="60" dirty="0">
                <a:latin typeface="Century Gothic"/>
                <a:cs typeface="Century Gothic"/>
              </a:rPr>
              <a:t>puis</a:t>
            </a:r>
            <a:r>
              <a:rPr lang="fr-FR" sz="1100" spc="80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réaliser</a:t>
            </a:r>
            <a:r>
              <a:rPr lang="fr-FR" sz="1100" spc="25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des</a:t>
            </a:r>
            <a:r>
              <a:rPr lang="fr-FR" sz="1100" spc="60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recherches</a:t>
            </a:r>
            <a:r>
              <a:rPr lang="fr-FR" sz="1100" spc="50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ou</a:t>
            </a:r>
            <a:r>
              <a:rPr lang="fr-FR" sz="1100" spc="60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effectuer</a:t>
            </a:r>
            <a:r>
              <a:rPr lang="fr-FR" sz="1100" spc="25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des</a:t>
            </a:r>
            <a:r>
              <a:rPr lang="fr-FR" sz="1100" spc="80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comparaisons</a:t>
            </a:r>
            <a:r>
              <a:rPr lang="fr-FR" sz="1100" spc="30" dirty="0">
                <a:latin typeface="Century Gothic"/>
                <a:cs typeface="Century Gothic"/>
              </a:rPr>
              <a:t> </a:t>
            </a:r>
            <a:r>
              <a:rPr lang="fr-FR" sz="1100" spc="-65" dirty="0">
                <a:latin typeface="Century Gothic"/>
                <a:cs typeface="Century Gothic"/>
              </a:rPr>
              <a:t>avec</a:t>
            </a:r>
            <a:r>
              <a:rPr lang="fr-FR" sz="1100" spc="80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les</a:t>
            </a:r>
            <a:r>
              <a:rPr lang="fr-FR" sz="1100" spc="60" dirty="0">
                <a:latin typeface="Century Gothic"/>
                <a:cs typeface="Century Gothic"/>
              </a:rPr>
              <a:t> </a:t>
            </a:r>
            <a:r>
              <a:rPr lang="fr-FR" sz="1100" dirty="0">
                <a:latin typeface="Century Gothic"/>
                <a:cs typeface="Century Gothic"/>
              </a:rPr>
              <a:t>articles</a:t>
            </a:r>
            <a:r>
              <a:rPr lang="fr-FR" sz="1100" spc="60" dirty="0">
                <a:latin typeface="Century Gothic"/>
                <a:cs typeface="Century Gothic"/>
              </a:rPr>
              <a:t> similaires</a:t>
            </a:r>
            <a:r>
              <a:rPr lang="fr-FR" sz="1100" spc="25" dirty="0">
                <a:latin typeface="Century Gothic"/>
                <a:cs typeface="Century Gothic"/>
              </a:rPr>
              <a:t> </a:t>
            </a:r>
            <a:r>
              <a:rPr lang="fr-FR" sz="1100" spc="-10" dirty="0">
                <a:latin typeface="Century Gothic"/>
                <a:cs typeface="Century Gothic"/>
              </a:rPr>
              <a:t>déjà</a:t>
            </a:r>
            <a:r>
              <a:rPr lang="fr-FR" sz="1100" spc="65" dirty="0">
                <a:latin typeface="Century Gothic"/>
                <a:cs typeface="Century Gothic"/>
              </a:rPr>
              <a:t> </a:t>
            </a:r>
            <a:r>
              <a:rPr lang="fr-FR" sz="1100" spc="-10" dirty="0">
                <a:latin typeface="Century Gothic"/>
                <a:cs typeface="Century Gothic"/>
              </a:rPr>
              <a:t>existants.</a:t>
            </a:r>
            <a:endParaRPr lang="fr-FR" sz="1100" dirty="0">
              <a:latin typeface="Century Gothic"/>
              <a:cs typeface="Century Gothic"/>
            </a:endParaRPr>
          </a:p>
          <a:p>
            <a:pPr marL="115570" indent="-116205">
              <a:spcBef>
                <a:spcPts val="5"/>
              </a:spcBef>
              <a:buFont typeface="Arial"/>
              <a:buAutoNum type="arabicPlain"/>
              <a:tabLst>
                <a:tab pos="116205" algn="l"/>
              </a:tabLst>
            </a:pPr>
            <a:endParaRPr lang="fr-FR" sz="1100" dirty="0">
              <a:latin typeface="Century Gothic"/>
              <a:cs typeface="Century Gothic"/>
            </a:endParaRPr>
          </a:p>
          <a:p>
            <a:pPr marL="11430" marR="5080">
              <a:lnSpc>
                <a:spcPct val="114999"/>
              </a:lnSpc>
              <a:tabLst>
                <a:tab pos="127635" algn="l"/>
              </a:tabLst>
            </a:pPr>
            <a:r>
              <a:rPr lang="fr-FR" sz="1100" dirty="0">
                <a:latin typeface="Century Gothic"/>
                <a:cs typeface="Century Gothic"/>
              </a:rPr>
              <a:t>5 </a:t>
            </a:r>
            <a:r>
              <a:rPr sz="1100" dirty="0">
                <a:latin typeface="Century Gothic"/>
                <a:cs typeface="Century Gothic"/>
              </a:rPr>
              <a:t>–</a:t>
            </a:r>
            <a:r>
              <a:rPr sz="1100" spc="40" dirty="0">
                <a:latin typeface="Century Gothic"/>
                <a:cs typeface="Century Gothic"/>
              </a:rPr>
              <a:t> </a:t>
            </a:r>
            <a:r>
              <a:rPr sz="1100" spc="50" dirty="0">
                <a:latin typeface="Century Gothic"/>
                <a:cs typeface="Century Gothic"/>
              </a:rPr>
              <a:t>Tenter</a:t>
            </a:r>
            <a:r>
              <a:rPr sz="1100" spc="2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d’identifier</a:t>
            </a:r>
            <a:r>
              <a:rPr sz="1100" spc="4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les</a:t>
            </a:r>
            <a:r>
              <a:rPr sz="1100" spc="2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articles</a:t>
            </a:r>
            <a:r>
              <a:rPr sz="1100" spc="7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ayant</a:t>
            </a:r>
            <a:r>
              <a:rPr sz="1100" spc="5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pour</a:t>
            </a:r>
            <a:r>
              <a:rPr sz="1100" spc="3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statut</a:t>
            </a:r>
            <a:r>
              <a:rPr sz="1100" spc="90" dirty="0">
                <a:latin typeface="Century Gothic"/>
                <a:cs typeface="Century Gothic"/>
              </a:rPr>
              <a:t> </a:t>
            </a:r>
            <a:r>
              <a:rPr sz="1100" b="1" spc="75" dirty="0">
                <a:latin typeface="Calibri"/>
                <a:cs typeface="Calibri"/>
              </a:rPr>
              <a:t>‘left_only’</a:t>
            </a:r>
            <a:r>
              <a:rPr sz="1100" b="1" spc="80" dirty="0">
                <a:latin typeface="Calibri"/>
                <a:cs typeface="Calibri"/>
              </a:rPr>
              <a:t> </a:t>
            </a:r>
            <a:r>
              <a:rPr sz="1100" dirty="0">
                <a:latin typeface="Century Gothic"/>
                <a:cs typeface="Century Gothic"/>
              </a:rPr>
              <a:t>dans</a:t>
            </a:r>
            <a:r>
              <a:rPr sz="1100" spc="5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la</a:t>
            </a:r>
            <a:r>
              <a:rPr sz="1100" spc="4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colonne</a:t>
            </a:r>
            <a:r>
              <a:rPr sz="1100" spc="40" dirty="0">
                <a:latin typeface="Century Gothic"/>
                <a:cs typeface="Century Gothic"/>
              </a:rPr>
              <a:t> </a:t>
            </a:r>
            <a:r>
              <a:rPr sz="1100" b="1" spc="105" dirty="0">
                <a:latin typeface="Calibri"/>
                <a:cs typeface="Calibri"/>
              </a:rPr>
              <a:t>‘_merge’</a:t>
            </a:r>
            <a:r>
              <a:rPr sz="1100" b="1" spc="125" dirty="0">
                <a:latin typeface="Calibri"/>
                <a:cs typeface="Calibri"/>
              </a:rPr>
              <a:t> </a:t>
            </a:r>
            <a:r>
              <a:rPr sz="1100" dirty="0">
                <a:latin typeface="Century Gothic"/>
                <a:cs typeface="Century Gothic"/>
              </a:rPr>
              <a:t>et</a:t>
            </a:r>
            <a:r>
              <a:rPr sz="1100" spc="25" dirty="0">
                <a:latin typeface="Century Gothic"/>
                <a:cs typeface="Century Gothic"/>
              </a:rPr>
              <a:t> </a:t>
            </a:r>
            <a:r>
              <a:rPr sz="1100" spc="60" dirty="0">
                <a:latin typeface="Century Gothic"/>
                <a:cs typeface="Century Gothic"/>
              </a:rPr>
              <a:t>filtrer</a:t>
            </a:r>
            <a:r>
              <a:rPr sz="1100" spc="2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en</a:t>
            </a:r>
            <a:r>
              <a:rPr sz="1100" spc="4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ne</a:t>
            </a:r>
            <a:r>
              <a:rPr sz="1100" spc="3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gardant</a:t>
            </a:r>
            <a:r>
              <a:rPr sz="1100" spc="5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que</a:t>
            </a:r>
            <a:r>
              <a:rPr sz="1100" spc="35" dirty="0">
                <a:latin typeface="Century Gothic"/>
                <a:cs typeface="Century Gothic"/>
              </a:rPr>
              <a:t> </a:t>
            </a:r>
            <a:r>
              <a:rPr sz="1100" spc="-25" dirty="0">
                <a:latin typeface="Century Gothic"/>
                <a:cs typeface="Century Gothic"/>
              </a:rPr>
              <a:t>les</a:t>
            </a:r>
            <a:r>
              <a:rPr sz="1100" spc="500" dirty="0">
                <a:latin typeface="Century Gothic"/>
                <a:cs typeface="Century Gothic"/>
              </a:rPr>
              <a:t>  </a:t>
            </a:r>
            <a:r>
              <a:rPr sz="1100" dirty="0">
                <a:latin typeface="Century Gothic"/>
                <a:cs typeface="Century Gothic"/>
              </a:rPr>
              <a:t>articles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ne</a:t>
            </a:r>
            <a:r>
              <a:rPr sz="1100" spc="2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possédant</a:t>
            </a:r>
            <a:r>
              <a:rPr sz="1100" spc="2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pas</a:t>
            </a:r>
            <a:r>
              <a:rPr sz="1100" spc="2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de</a:t>
            </a:r>
            <a:r>
              <a:rPr sz="1100" spc="35" dirty="0">
                <a:latin typeface="Century Gothic"/>
                <a:cs typeface="Century Gothic"/>
              </a:rPr>
              <a:t> </a:t>
            </a:r>
            <a:r>
              <a:rPr sz="1100" b="1" spc="100" dirty="0">
                <a:latin typeface="Calibri"/>
                <a:cs typeface="Calibri"/>
              </a:rPr>
              <a:t>‘sku’</a:t>
            </a:r>
            <a:r>
              <a:rPr sz="1100" b="1" spc="95" dirty="0">
                <a:latin typeface="Calibri"/>
                <a:cs typeface="Calibri"/>
              </a:rPr>
              <a:t> </a:t>
            </a:r>
            <a:r>
              <a:rPr sz="1100" b="1" spc="80" dirty="0">
                <a:latin typeface="Calibri"/>
                <a:cs typeface="Calibri"/>
              </a:rPr>
              <a:t>(=</a:t>
            </a:r>
            <a:r>
              <a:rPr sz="1100" b="1" spc="100" dirty="0">
                <a:latin typeface="Calibri"/>
                <a:cs typeface="Calibri"/>
              </a:rPr>
              <a:t> </a:t>
            </a:r>
            <a:r>
              <a:rPr sz="1100" b="1" spc="150" dirty="0">
                <a:latin typeface="Calibri"/>
                <a:cs typeface="Calibri"/>
              </a:rPr>
              <a:t>ne</a:t>
            </a:r>
            <a:r>
              <a:rPr sz="1100" b="1" spc="90" dirty="0">
                <a:latin typeface="Calibri"/>
                <a:cs typeface="Calibri"/>
              </a:rPr>
              <a:t> </a:t>
            </a:r>
            <a:r>
              <a:rPr sz="1100" b="1" spc="145" dirty="0">
                <a:latin typeface="Calibri"/>
                <a:cs typeface="Calibri"/>
              </a:rPr>
              <a:t>cocher</a:t>
            </a:r>
            <a:r>
              <a:rPr sz="1100" b="1" spc="120" dirty="0">
                <a:latin typeface="Calibri"/>
                <a:cs typeface="Calibri"/>
              </a:rPr>
              <a:t> </a:t>
            </a:r>
            <a:r>
              <a:rPr sz="1100" b="1" spc="155" dirty="0">
                <a:latin typeface="Calibri"/>
                <a:cs typeface="Calibri"/>
              </a:rPr>
              <a:t>que</a:t>
            </a:r>
            <a:r>
              <a:rPr sz="1100" b="1" spc="105" dirty="0">
                <a:latin typeface="Calibri"/>
                <a:cs typeface="Calibri"/>
              </a:rPr>
              <a:t> </a:t>
            </a:r>
            <a:r>
              <a:rPr sz="1100" b="1" spc="114" dirty="0">
                <a:latin typeface="Calibri"/>
                <a:cs typeface="Calibri"/>
              </a:rPr>
              <a:t>les</a:t>
            </a:r>
            <a:r>
              <a:rPr sz="1100" b="1" spc="105" dirty="0">
                <a:latin typeface="Calibri"/>
                <a:cs typeface="Calibri"/>
              </a:rPr>
              <a:t> </a:t>
            </a:r>
            <a:r>
              <a:rPr sz="1100" b="1" spc="90" dirty="0">
                <a:latin typeface="Calibri"/>
                <a:cs typeface="Calibri"/>
              </a:rPr>
              <a:t>‘Vides’) </a:t>
            </a:r>
            <a:r>
              <a:rPr sz="1100" dirty="0">
                <a:latin typeface="Century Gothic"/>
                <a:cs typeface="Century Gothic"/>
              </a:rPr>
              <a:t>dans</a:t>
            </a:r>
            <a:r>
              <a:rPr sz="1100" spc="3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le</a:t>
            </a:r>
            <a:r>
              <a:rPr sz="1100" spc="3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fichier</a:t>
            </a:r>
            <a:r>
              <a:rPr sz="1100" spc="10" dirty="0">
                <a:latin typeface="Century Gothic"/>
                <a:cs typeface="Century Gothic"/>
              </a:rPr>
              <a:t> </a:t>
            </a:r>
            <a:r>
              <a:rPr sz="1100" spc="55" dirty="0">
                <a:latin typeface="Century Gothic"/>
                <a:cs typeface="Century Gothic"/>
              </a:rPr>
              <a:t>«</a:t>
            </a:r>
            <a:r>
              <a:rPr sz="1100" spc="30" dirty="0">
                <a:latin typeface="Century Gothic"/>
                <a:cs typeface="Century Gothic"/>
              </a:rPr>
              <a:t> </a:t>
            </a:r>
            <a:r>
              <a:rPr sz="1100" b="1" spc="120" dirty="0">
                <a:latin typeface="Calibri"/>
                <a:cs typeface="Calibri"/>
              </a:rPr>
              <a:t>df_merge.</a:t>
            </a:r>
            <a:r>
              <a:rPr sz="1100" b="1" spc="75" dirty="0">
                <a:latin typeface="Calibri"/>
                <a:cs typeface="Calibri"/>
              </a:rPr>
              <a:t> </a:t>
            </a:r>
            <a:r>
              <a:rPr sz="1100" b="1" spc="125" dirty="0">
                <a:latin typeface="Calibri"/>
                <a:cs typeface="Calibri"/>
              </a:rPr>
              <a:t>xlsx</a:t>
            </a:r>
            <a:r>
              <a:rPr sz="1100" b="1" spc="80" dirty="0">
                <a:latin typeface="Calibri"/>
                <a:cs typeface="Calibri"/>
              </a:rPr>
              <a:t> </a:t>
            </a:r>
            <a:r>
              <a:rPr sz="1100" dirty="0">
                <a:latin typeface="Century Gothic"/>
                <a:cs typeface="Century Gothic"/>
              </a:rPr>
              <a:t>»,</a:t>
            </a:r>
            <a:r>
              <a:rPr sz="1100" spc="15" dirty="0">
                <a:latin typeface="Century Gothic"/>
                <a:cs typeface="Century Gothic"/>
              </a:rPr>
              <a:t> </a:t>
            </a:r>
            <a:r>
              <a:rPr sz="1100" spc="55" dirty="0">
                <a:latin typeface="Century Gothic"/>
                <a:cs typeface="Century Gothic"/>
              </a:rPr>
              <a:t>soit</a:t>
            </a:r>
            <a:r>
              <a:rPr sz="1100" spc="20" dirty="0">
                <a:latin typeface="Century Gothic"/>
                <a:cs typeface="Century Gothic"/>
              </a:rPr>
              <a:t> </a:t>
            </a:r>
            <a:r>
              <a:rPr sz="1100" spc="-225" dirty="0">
                <a:latin typeface="Century Gothic"/>
                <a:cs typeface="Century Gothic"/>
              </a:rPr>
              <a:t>111</a:t>
            </a:r>
            <a:r>
              <a:rPr sz="1100" spc="2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articles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possédant </a:t>
            </a:r>
            <a:r>
              <a:rPr sz="1100" spc="70" dirty="0">
                <a:latin typeface="Century Gothic"/>
                <a:cs typeface="Century Gothic"/>
              </a:rPr>
              <a:t>un</a:t>
            </a:r>
            <a:r>
              <a:rPr sz="1100" spc="4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‘product_id’</a:t>
            </a:r>
            <a:r>
              <a:rPr sz="1100" spc="55" dirty="0">
                <a:latin typeface="Century Gothic"/>
                <a:cs typeface="Century Gothic"/>
              </a:rPr>
              <a:t> </a:t>
            </a:r>
            <a:r>
              <a:rPr sz="1100" spc="50" dirty="0">
                <a:latin typeface="Century Gothic"/>
                <a:cs typeface="Century Gothic"/>
              </a:rPr>
              <a:t>mais</a:t>
            </a:r>
            <a:r>
              <a:rPr sz="1100" spc="20" dirty="0">
                <a:latin typeface="Century Gothic"/>
                <a:cs typeface="Century Gothic"/>
              </a:rPr>
              <a:t> </a:t>
            </a:r>
            <a:r>
              <a:rPr sz="1100" spc="-20" dirty="0">
                <a:latin typeface="Century Gothic"/>
                <a:cs typeface="Century Gothic"/>
              </a:rPr>
              <a:t>n’ayant</a:t>
            </a:r>
            <a:r>
              <a:rPr sz="1100" spc="7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aucunes</a:t>
            </a:r>
            <a:r>
              <a:rPr sz="1100" spc="30" dirty="0">
                <a:latin typeface="Century Gothic"/>
                <a:cs typeface="Century Gothic"/>
              </a:rPr>
              <a:t> </a:t>
            </a:r>
            <a:r>
              <a:rPr sz="1100" spc="45" dirty="0">
                <a:latin typeface="Century Gothic"/>
                <a:cs typeface="Century Gothic"/>
              </a:rPr>
              <a:t>informations</a:t>
            </a:r>
            <a:r>
              <a:rPr sz="1100" spc="1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concernant</a:t>
            </a:r>
            <a:r>
              <a:rPr sz="1100" spc="4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le</a:t>
            </a:r>
            <a:r>
              <a:rPr sz="1100" spc="5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produit</a:t>
            </a:r>
            <a:r>
              <a:rPr sz="1100" spc="3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ou</a:t>
            </a:r>
            <a:r>
              <a:rPr sz="1100" spc="3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les</a:t>
            </a:r>
            <a:r>
              <a:rPr sz="1100" spc="3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ventes</a:t>
            </a:r>
            <a:r>
              <a:rPr sz="1100" spc="3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associées.</a:t>
            </a:r>
            <a:endParaRPr sz="1100" dirty="0">
              <a:latin typeface="Century Gothic"/>
              <a:cs typeface="Century Gothic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4762" y="-4762"/>
            <a:ext cx="9153525" cy="1201420"/>
            <a:chOff x="-4762" y="-4762"/>
            <a:chExt cx="9153525" cy="12014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124709"/>
              <a:ext cx="9143999" cy="7143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0"/>
              <a:ext cx="9144000" cy="1125220"/>
            </a:xfrm>
            <a:custGeom>
              <a:avLst/>
              <a:gdLst/>
              <a:ahLst/>
              <a:cxnLst/>
              <a:rect l="l" t="t" r="r" b="b"/>
              <a:pathLst>
                <a:path w="9144000" h="1125220">
                  <a:moveTo>
                    <a:pt x="9144000" y="0"/>
                  </a:moveTo>
                  <a:lnTo>
                    <a:pt x="0" y="0"/>
                  </a:lnTo>
                  <a:lnTo>
                    <a:pt x="0" y="1124712"/>
                  </a:lnTo>
                  <a:lnTo>
                    <a:pt x="9144000" y="112471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AC08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9144000" cy="1125220"/>
            </a:xfrm>
            <a:custGeom>
              <a:avLst/>
              <a:gdLst/>
              <a:ahLst/>
              <a:cxnLst/>
              <a:rect l="l" t="t" r="r" b="b"/>
              <a:pathLst>
                <a:path w="9144000" h="1125220">
                  <a:moveTo>
                    <a:pt x="0" y="1124712"/>
                  </a:moveTo>
                  <a:lnTo>
                    <a:pt x="9144000" y="1124712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124712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0" dirty="0"/>
              <a:t>Actions</a:t>
            </a:r>
            <a:r>
              <a:rPr spc="-55" dirty="0"/>
              <a:t> </a:t>
            </a:r>
            <a:r>
              <a:rPr spc="70" dirty="0"/>
              <a:t>pour</a:t>
            </a:r>
            <a:r>
              <a:rPr spc="-50" dirty="0"/>
              <a:t> </a:t>
            </a:r>
            <a:r>
              <a:rPr dirty="0"/>
              <a:t>la</a:t>
            </a:r>
            <a:r>
              <a:rPr spc="-50" dirty="0"/>
              <a:t> </a:t>
            </a:r>
            <a:r>
              <a:rPr spc="110" dirty="0"/>
              <a:t>suite</a:t>
            </a:r>
          </a:p>
        </p:txBody>
      </p:sp>
      <p:sp>
        <p:nvSpPr>
          <p:cNvPr id="8" name="object 8"/>
          <p:cNvSpPr/>
          <p:nvPr/>
        </p:nvSpPr>
        <p:spPr>
          <a:xfrm>
            <a:off x="414527" y="877824"/>
            <a:ext cx="452755" cy="50800"/>
          </a:xfrm>
          <a:custGeom>
            <a:avLst/>
            <a:gdLst/>
            <a:ahLst/>
            <a:cxnLst/>
            <a:rect l="l" t="t" r="r" b="b"/>
            <a:pathLst>
              <a:path w="452755" h="50800">
                <a:moveTo>
                  <a:pt x="452628" y="0"/>
                </a:moveTo>
                <a:lnTo>
                  <a:pt x="0" y="0"/>
                </a:lnTo>
                <a:lnTo>
                  <a:pt x="0" y="50291"/>
                </a:lnTo>
                <a:lnTo>
                  <a:pt x="452628" y="50291"/>
                </a:lnTo>
                <a:lnTo>
                  <a:pt x="452628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BA97AB2-D973-897C-E4A2-2014BA30A0F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t>17</a:t>
            </a:fld>
            <a:endParaRPr lang="fr-F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;p3">
            <a:extLst>
              <a:ext uri="{FF2B5EF4-FFF2-40B4-BE49-F238E27FC236}">
                <a16:creationId xmlns:a16="http://schemas.microsoft.com/office/drawing/2014/main" id="{92E8A485-2678-4301-39AE-A2AA6E52BE71}"/>
              </a:ext>
            </a:extLst>
          </p:cNvPr>
          <p:cNvSpPr/>
          <p:nvPr/>
        </p:nvSpPr>
        <p:spPr>
          <a:xfrm>
            <a:off x="107515" y="996621"/>
            <a:ext cx="5607485" cy="3225075"/>
          </a:xfrm>
          <a:prstGeom prst="rect">
            <a:avLst/>
          </a:prstGeom>
          <a:solidFill>
            <a:srgbClr val="AC0804">
              <a:alpha val="80000"/>
            </a:srgbClr>
          </a:solidFill>
          <a:ln cap="flat">
            <a:noFill/>
            <a:prstDash val="solid"/>
          </a:ln>
        </p:spPr>
        <p:txBody>
          <a:bodyPr vert="horz" wrap="square" lIns="91421" tIns="91421" rIns="91421" bIns="91421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PE" sz="14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Google Shape;228;p35">
            <a:extLst>
              <a:ext uri="{FF2B5EF4-FFF2-40B4-BE49-F238E27FC236}">
                <a16:creationId xmlns:a16="http://schemas.microsoft.com/office/drawing/2014/main" id="{B63F6846-B8E4-0003-2402-ACDD6B0F4F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5527" y="2280954"/>
            <a:ext cx="5714539" cy="1385848"/>
          </a:xfrm>
        </p:spPr>
        <p:txBody>
          <a:bodyPr>
            <a:noAutofit/>
          </a:bodyPr>
          <a:lstStyle/>
          <a:p>
            <a:pPr lvl="0"/>
            <a:r>
              <a:rPr lang="fr-FR" sz="3600" dirty="0">
                <a:solidFill>
                  <a:schemeClr val="bg1"/>
                </a:solidFill>
              </a:rPr>
              <a:t>Point sur les compétences apprises</a:t>
            </a:r>
          </a:p>
        </p:txBody>
      </p:sp>
      <p:sp>
        <p:nvSpPr>
          <p:cNvPr id="5" name="Google Shape;230;p35">
            <a:extLst>
              <a:ext uri="{FF2B5EF4-FFF2-40B4-BE49-F238E27FC236}">
                <a16:creationId xmlns:a16="http://schemas.microsoft.com/office/drawing/2014/main" id="{069C5FFB-F455-1898-49BA-B352C22B65F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30042" y="765593"/>
            <a:ext cx="1831497" cy="1439704"/>
          </a:xfrm>
        </p:spPr>
        <p:txBody>
          <a:bodyPr anchor="ctr">
            <a:normAutofit fontScale="90000"/>
          </a:bodyPr>
          <a:lstStyle/>
          <a:p>
            <a:pPr lvl="0" algn="r"/>
            <a:r>
              <a:rPr lang="en-US" sz="7300" dirty="0">
                <a:solidFill>
                  <a:schemeClr val="bg1"/>
                </a:solidFill>
              </a:rPr>
              <a:t>05</a:t>
            </a:r>
            <a:r>
              <a:rPr lang="en-US" sz="114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AB40E8A0-BCE2-DF84-1BAE-7DD9EA6579DF}"/>
              </a:ext>
            </a:extLst>
          </p:cNvPr>
          <p:cNvSpPr/>
          <p:nvPr/>
        </p:nvSpPr>
        <p:spPr>
          <a:xfrm flipH="1">
            <a:off x="7738878" y="88587"/>
            <a:ext cx="1401519" cy="908035"/>
          </a:xfrm>
          <a:custGeom>
            <a:avLst/>
            <a:gdLst>
              <a:gd name="f0" fmla="val 10800000"/>
              <a:gd name="f1" fmla="val 5400000"/>
              <a:gd name="f2" fmla="val 360"/>
              <a:gd name="f3" fmla="val 180"/>
              <a:gd name="f4" fmla="val w"/>
              <a:gd name="f5" fmla="val h"/>
              <a:gd name="f6" fmla="val 0"/>
              <a:gd name="f7" fmla="val 1590"/>
              <a:gd name="f8" fmla="val 1029"/>
              <a:gd name="f9" fmla="val 250"/>
              <a:gd name="f10" fmla="val 6"/>
              <a:gd name="f11" fmla="val 243"/>
              <a:gd name="f12" fmla="val 12"/>
              <a:gd name="f13" fmla="val 245"/>
              <a:gd name="f14" fmla="val 19"/>
              <a:gd name="f15" fmla="val 248"/>
              <a:gd name="f16" fmla="val 93"/>
              <a:gd name="f17" fmla="val 273"/>
              <a:gd name="f18" fmla="val 168"/>
              <a:gd name="f19" fmla="val 298"/>
              <a:gd name="f20" fmla="val 239"/>
              <a:gd name="f21" fmla="val 331"/>
              <a:gd name="f22" fmla="val 336"/>
              <a:gd name="f23" fmla="val 261"/>
              <a:gd name="f24" fmla="val 338"/>
              <a:gd name="f25" fmla="val 272"/>
              <a:gd name="f26" fmla="val 341"/>
              <a:gd name="f27" fmla="val 280"/>
              <a:gd name="f28" fmla="val 344"/>
              <a:gd name="f29" fmla="val 288"/>
              <a:gd name="f30" fmla="val 343"/>
              <a:gd name="f31" fmla="val 296"/>
              <a:gd name="f32" fmla="val 339"/>
              <a:gd name="f33" fmla="val 301"/>
              <a:gd name="f34" fmla="val 337"/>
              <a:gd name="f35" fmla="val 305"/>
              <a:gd name="f36" fmla="val 307"/>
              <a:gd name="f37" fmla="val 308"/>
              <a:gd name="f38" fmla="val 347"/>
              <a:gd name="f39" fmla="val 312"/>
              <a:gd name="f40" fmla="val 351"/>
              <a:gd name="f41" fmla="val 315"/>
              <a:gd name="f42" fmla="val 352"/>
              <a:gd name="f43" fmla="val 333"/>
              <a:gd name="f44" fmla="val 355"/>
              <a:gd name="f45" fmla="val 359"/>
              <a:gd name="f46" fmla="val 369"/>
              <a:gd name="f47" fmla="val 412"/>
              <a:gd name="f48" fmla="val 361"/>
              <a:gd name="f49" fmla="val 456"/>
              <a:gd name="f50" fmla="val 499"/>
              <a:gd name="f51" fmla="val 363"/>
              <a:gd name="f52" fmla="val 534"/>
              <a:gd name="f53" fmla="val 365"/>
              <a:gd name="f54" fmla="val 570"/>
              <a:gd name="f55" fmla="val 605"/>
              <a:gd name="f56" fmla="val 371"/>
              <a:gd name="f57" fmla="val 619"/>
              <a:gd name="f58" fmla="val 372"/>
              <a:gd name="f59" fmla="val 633"/>
              <a:gd name="f60" fmla="val 647"/>
              <a:gd name="f61" fmla="val 659"/>
              <a:gd name="f62" fmla="val 368"/>
              <a:gd name="f63" fmla="val 668"/>
              <a:gd name="f64" fmla="val 672"/>
              <a:gd name="f65" fmla="val 349"/>
              <a:gd name="f66" fmla="val 677"/>
              <a:gd name="f67" fmla="val 335"/>
              <a:gd name="f68" fmla="val 682"/>
              <a:gd name="f69" fmla="val 320"/>
              <a:gd name="f70" fmla="val 685"/>
              <a:gd name="f71" fmla="val 306"/>
              <a:gd name="f72" fmla="val 688"/>
              <a:gd name="f73" fmla="val 690"/>
              <a:gd name="f74" fmla="val 270"/>
              <a:gd name="f75" fmla="val 693"/>
              <a:gd name="f76" fmla="val 252"/>
              <a:gd name="f77" fmla="val 679"/>
              <a:gd name="f78" fmla="val 663"/>
              <a:gd name="f79" fmla="val 650"/>
              <a:gd name="f80" fmla="val 640"/>
              <a:gd name="f81" fmla="val 627"/>
              <a:gd name="f82" fmla="val 615"/>
              <a:gd name="f83" fmla="val 614"/>
              <a:gd name="f84" fmla="val 602"/>
              <a:gd name="f85" fmla="val 265"/>
              <a:gd name="f86" fmla="val 589"/>
              <a:gd name="f87" fmla="val 260"/>
              <a:gd name="f88" fmla="val 577"/>
              <a:gd name="f89" fmla="val 255"/>
              <a:gd name="f90" fmla="val 573"/>
              <a:gd name="f91" fmla="val 253"/>
              <a:gd name="f92" fmla="val 569"/>
              <a:gd name="f93" fmla="val 251"/>
              <a:gd name="f94" fmla="val 563"/>
              <a:gd name="f95" fmla="val 566"/>
              <a:gd name="f96" fmla="val 246"/>
              <a:gd name="f97" fmla="val 568"/>
              <a:gd name="f98" fmla="val 244"/>
              <a:gd name="f99" fmla="val 565"/>
              <a:gd name="f100" fmla="val 240"/>
              <a:gd name="f101" fmla="val 560"/>
              <a:gd name="f102" fmla="val 235"/>
              <a:gd name="f103" fmla="val 555"/>
              <a:gd name="f104" fmla="val 231"/>
              <a:gd name="f105" fmla="val 554"/>
              <a:gd name="f106" fmla="val 552"/>
              <a:gd name="f107" fmla="val 551"/>
              <a:gd name="f108" fmla="val 230"/>
              <a:gd name="f109" fmla="val 540"/>
              <a:gd name="f110" fmla="val 227"/>
              <a:gd name="f111" fmla="val 530"/>
              <a:gd name="f112" fmla="val 223"/>
              <a:gd name="f113" fmla="val 517"/>
              <a:gd name="f114" fmla="val 219"/>
              <a:gd name="f115" fmla="val 524"/>
              <a:gd name="f116" fmla="val 216"/>
              <a:gd name="f117" fmla="val 528"/>
              <a:gd name="f118" fmla="val 213"/>
              <a:gd name="f119" fmla="val 535"/>
              <a:gd name="f120" fmla="val 210"/>
              <a:gd name="f121" fmla="val 523"/>
              <a:gd name="f122" fmla="val 205"/>
              <a:gd name="f123" fmla="val 512"/>
              <a:gd name="f124" fmla="val 201"/>
              <a:gd name="f125" fmla="val 500"/>
              <a:gd name="f126" fmla="val 195"/>
              <a:gd name="f127" fmla="val 504"/>
              <a:gd name="f128" fmla="val 193"/>
              <a:gd name="f129" fmla="val 509"/>
              <a:gd name="f130" fmla="val 190"/>
              <a:gd name="f131" fmla="val 515"/>
              <a:gd name="f132" fmla="val 187"/>
              <a:gd name="f133" fmla="val 511"/>
              <a:gd name="f134" fmla="val 184"/>
              <a:gd name="f135" fmla="val 182"/>
              <a:gd name="f136" fmla="val 506"/>
              <a:gd name="f137" fmla="val 501"/>
              <a:gd name="f138" fmla="val 176"/>
              <a:gd name="f139" fmla="val 172"/>
              <a:gd name="f140" fmla="val 507"/>
              <a:gd name="f141" fmla="val 170"/>
              <a:gd name="f142" fmla="val 167"/>
              <a:gd name="f143" fmla="val 531"/>
              <a:gd name="f144" fmla="val 166"/>
              <a:gd name="f145" fmla="val 539"/>
              <a:gd name="f146" fmla="val 544"/>
              <a:gd name="f147" fmla="val 545"/>
              <a:gd name="f148" fmla="val 547"/>
              <a:gd name="f149" fmla="val 165"/>
              <a:gd name="f150" fmla="val 549"/>
              <a:gd name="f151" fmla="val 164"/>
              <a:gd name="f152" fmla="val 163"/>
              <a:gd name="f153" fmla="val 162"/>
              <a:gd name="f154" fmla="val 557"/>
              <a:gd name="f155" fmla="val 574"/>
              <a:gd name="f156" fmla="val 169"/>
              <a:gd name="f157" fmla="val 580"/>
              <a:gd name="f158" fmla="val 171"/>
              <a:gd name="f159" fmla="val 588"/>
              <a:gd name="f160" fmla="val 174"/>
              <a:gd name="f161" fmla="val 591"/>
              <a:gd name="f162" fmla="val 595"/>
              <a:gd name="f163" fmla="val 161"/>
              <a:gd name="f164" fmla="val 156"/>
              <a:gd name="f165" fmla="val 583"/>
              <a:gd name="f166" fmla="val 152"/>
              <a:gd name="f167" fmla="val 578"/>
              <a:gd name="f168" fmla="val 148"/>
              <a:gd name="f169" fmla="val 572"/>
              <a:gd name="f170" fmla="val 146"/>
              <a:gd name="f171" fmla="val 567"/>
              <a:gd name="f172" fmla="val 143"/>
              <a:gd name="f173" fmla="val 135"/>
              <a:gd name="f174" fmla="val 127"/>
              <a:gd name="f175" fmla="val 120"/>
              <a:gd name="f176" fmla="val 571"/>
              <a:gd name="f177" fmla="val 111"/>
              <a:gd name="f178" fmla="val 576"/>
              <a:gd name="f179" fmla="val 105"/>
              <a:gd name="f180" fmla="val 100"/>
              <a:gd name="f181" fmla="val 97"/>
              <a:gd name="f182" fmla="val 590"/>
              <a:gd name="f183" fmla="val 88"/>
              <a:gd name="f184" fmla="val 81"/>
              <a:gd name="f185" fmla="val 75"/>
              <a:gd name="f186" fmla="val 599"/>
              <a:gd name="f187" fmla="val 77"/>
              <a:gd name="f188" fmla="val 598"/>
              <a:gd name="f189" fmla="val 71"/>
              <a:gd name="f190" fmla="val 64"/>
              <a:gd name="f191" fmla="val 58"/>
              <a:gd name="f192" fmla="val 600"/>
              <a:gd name="f193" fmla="val 57"/>
              <a:gd name="f194" fmla="val 601"/>
              <a:gd name="f195" fmla="val 610"/>
              <a:gd name="f196" fmla="val 66"/>
              <a:gd name="f197" fmla="val 618"/>
              <a:gd name="f198" fmla="val 626"/>
              <a:gd name="f199" fmla="val 56"/>
              <a:gd name="f200" fmla="val 629"/>
              <a:gd name="f201" fmla="val 54"/>
              <a:gd name="f202" fmla="val 53"/>
              <a:gd name="f203" fmla="val 637"/>
              <a:gd name="f204" fmla="val 51"/>
              <a:gd name="f205" fmla="val 49"/>
              <a:gd name="f206" fmla="val 644"/>
              <a:gd name="f207" fmla="val 47"/>
              <a:gd name="f208" fmla="val 44"/>
              <a:gd name="f209" fmla="val 646"/>
              <a:gd name="f210" fmla="val 32"/>
              <a:gd name="f211" fmla="val 658"/>
              <a:gd name="f212" fmla="val 31"/>
              <a:gd name="f213" fmla="val 666"/>
              <a:gd name="f214" fmla="val 26"/>
              <a:gd name="f215" fmla="val 24"/>
              <a:gd name="f216" fmla="val 673"/>
              <a:gd name="f217" fmla="val 27"/>
              <a:gd name="f218" fmla="val 29"/>
              <a:gd name="f219" fmla="val 686"/>
              <a:gd name="f220" fmla="val 33"/>
              <a:gd name="f221" fmla="val 689"/>
              <a:gd name="f222" fmla="val 695"/>
              <a:gd name="f223" fmla="val 30"/>
              <a:gd name="f224" fmla="val 701"/>
              <a:gd name="f225" fmla="val 34"/>
              <a:gd name="f226" fmla="val 706"/>
              <a:gd name="f227" fmla="val 39"/>
              <a:gd name="f228" fmla="val 715"/>
              <a:gd name="f229" fmla="val 48"/>
              <a:gd name="f230" fmla="val 720"/>
              <a:gd name="f231" fmla="val 728"/>
              <a:gd name="f232" fmla="val 37"/>
              <a:gd name="f233" fmla="val 731"/>
              <a:gd name="f234" fmla="val 734"/>
              <a:gd name="f235" fmla="val 738"/>
              <a:gd name="f236" fmla="val 23"/>
              <a:gd name="f237" fmla="val 739"/>
              <a:gd name="f238" fmla="val 21"/>
              <a:gd name="f239" fmla="val 744"/>
              <a:gd name="f240" fmla="val 20"/>
              <a:gd name="f241" fmla="val 745"/>
              <a:gd name="f242" fmla="val 750"/>
              <a:gd name="f243" fmla="val 753"/>
              <a:gd name="f244" fmla="val 757"/>
              <a:gd name="f245" fmla="val 761"/>
              <a:gd name="f246" fmla="val 18"/>
              <a:gd name="f247" fmla="val 764"/>
              <a:gd name="f248" fmla="val 15"/>
              <a:gd name="f249" fmla="val 768"/>
              <a:gd name="f250" fmla="val 773"/>
              <a:gd name="f251" fmla="val 9"/>
              <a:gd name="f252" fmla="val 777"/>
              <a:gd name="f253" fmla="val 782"/>
              <a:gd name="f254" fmla="val 11"/>
              <a:gd name="f255" fmla="val 784"/>
              <a:gd name="f256" fmla="val 788"/>
              <a:gd name="f257" fmla="val 792"/>
              <a:gd name="f258" fmla="val 10"/>
              <a:gd name="f259" fmla="val 797"/>
              <a:gd name="f260" fmla="val 802"/>
              <a:gd name="f261" fmla="val 8"/>
              <a:gd name="f262" fmla="val 807"/>
              <a:gd name="f263" fmla="val 7"/>
              <a:gd name="f264" fmla="val 809"/>
              <a:gd name="f265" fmla="val 811"/>
              <a:gd name="f266" fmla="val 813"/>
              <a:gd name="f267" fmla="val 5"/>
              <a:gd name="f268" fmla="val 819"/>
              <a:gd name="f269" fmla="val 2"/>
              <a:gd name="f270" fmla="val 824"/>
              <a:gd name="f271" fmla="val 829"/>
              <a:gd name="f272" fmla="val 4"/>
              <a:gd name="f273" fmla="val 832"/>
              <a:gd name="f274" fmla="val 835"/>
              <a:gd name="f275" fmla="val 3"/>
              <a:gd name="f276" fmla="val 839"/>
              <a:gd name="f277" fmla="val 841"/>
              <a:gd name="f278" fmla="val 1"/>
              <a:gd name="f279" fmla="val 844"/>
              <a:gd name="f280" fmla="val 846"/>
              <a:gd name="f281" fmla="val 849"/>
              <a:gd name="f282" fmla="val 852"/>
              <a:gd name="f283" fmla="val 855"/>
              <a:gd name="f284" fmla="val 867"/>
              <a:gd name="f285" fmla="val 877"/>
              <a:gd name="f286" fmla="val 882"/>
              <a:gd name="f287" fmla="val 17"/>
              <a:gd name="f288" fmla="val 883"/>
              <a:gd name="f289" fmla="val 888"/>
              <a:gd name="f290" fmla="val 894"/>
              <a:gd name="f291" fmla="val 902"/>
              <a:gd name="f292" fmla="val 900"/>
              <a:gd name="f293" fmla="val 35"/>
              <a:gd name="f294" fmla="val 898"/>
              <a:gd name="f295" fmla="val 40"/>
              <a:gd name="f296" fmla="val 899"/>
              <a:gd name="f297" fmla="val 42"/>
              <a:gd name="f298" fmla="val 904"/>
              <a:gd name="f299" fmla="val 917"/>
              <a:gd name="f300" fmla="val 918"/>
              <a:gd name="f301" fmla="val 909"/>
              <a:gd name="f302" fmla="val 61"/>
              <a:gd name="f303" fmla="val 908"/>
              <a:gd name="f304" fmla="val 62"/>
              <a:gd name="f305" fmla="val 907"/>
              <a:gd name="f306" fmla="val 912"/>
              <a:gd name="f307" fmla="val 68"/>
              <a:gd name="f308" fmla="val 913"/>
              <a:gd name="f309" fmla="val 72"/>
              <a:gd name="f310" fmla="val 78"/>
              <a:gd name="f311" fmla="val 79"/>
              <a:gd name="f312" fmla="val 906"/>
              <a:gd name="f313" fmla="val 83"/>
              <a:gd name="f314" fmla="val 84"/>
              <a:gd name="f315" fmla="val 911"/>
              <a:gd name="f316" fmla="val 915"/>
              <a:gd name="f317" fmla="val 920"/>
              <a:gd name="f318" fmla="val 96"/>
              <a:gd name="f319" fmla="val 926"/>
              <a:gd name="f320" fmla="val 923"/>
              <a:gd name="f321" fmla="val 103"/>
              <a:gd name="f322" fmla="val 919"/>
              <a:gd name="f323" fmla="val 107"/>
              <a:gd name="f324" fmla="val 108"/>
              <a:gd name="f325" fmla="val 110"/>
              <a:gd name="f326" fmla="val 113"/>
              <a:gd name="f327" fmla="val 117"/>
              <a:gd name="f328" fmla="val 119"/>
              <a:gd name="f329" fmla="val 121"/>
              <a:gd name="f330" fmla="val 122"/>
              <a:gd name="f331" fmla="val 124"/>
              <a:gd name="f332" fmla="val 887"/>
              <a:gd name="f333" fmla="val 881"/>
              <a:gd name="f334" fmla="val 130"/>
              <a:gd name="f335" fmla="val 874"/>
              <a:gd name="f336" fmla="val 134"/>
              <a:gd name="f337" fmla="val 880"/>
              <a:gd name="f338" fmla="val 144"/>
              <a:gd name="f339" fmla="val 892"/>
              <a:gd name="f340" fmla="val 140"/>
              <a:gd name="f341" fmla="val 131"/>
              <a:gd name="f342" fmla="val 933"/>
              <a:gd name="f343" fmla="val 954"/>
              <a:gd name="f344" fmla="val 133"/>
              <a:gd name="f345" fmla="val 959"/>
              <a:gd name="f346" fmla="val 963"/>
              <a:gd name="f347" fmla="val 136"/>
              <a:gd name="f348" fmla="val 968"/>
              <a:gd name="f349" fmla="val 138"/>
              <a:gd name="f350" fmla="val 962"/>
              <a:gd name="f351" fmla="val 964"/>
              <a:gd name="f352" fmla="val 147"/>
              <a:gd name="f353" fmla="val 971"/>
              <a:gd name="f354" fmla="val 149"/>
              <a:gd name="f355" fmla="val 975"/>
              <a:gd name="f356" fmla="val 150"/>
              <a:gd name="f357" fmla="val 978"/>
              <a:gd name="f358" fmla="val 151"/>
              <a:gd name="f359" fmla="val 982"/>
              <a:gd name="f360" fmla="val 153"/>
              <a:gd name="f361" fmla="val 985"/>
              <a:gd name="f362" fmla="val 154"/>
              <a:gd name="f363" fmla="val 989"/>
              <a:gd name="f364" fmla="val 988"/>
              <a:gd name="f365" fmla="val 160"/>
              <a:gd name="f366" fmla="val 993"/>
              <a:gd name="f367" fmla="val 996"/>
              <a:gd name="f368" fmla="val 1000"/>
              <a:gd name="f369" fmla="val 1005"/>
              <a:gd name="f370" fmla="val 175"/>
              <a:gd name="f371" fmla="val 1007"/>
              <a:gd name="f372" fmla="val 179"/>
              <a:gd name="f373" fmla="val 1011"/>
              <a:gd name="f374" fmla="val 188"/>
              <a:gd name="f375" fmla="val 1016"/>
              <a:gd name="f376" fmla="val 196"/>
              <a:gd name="f377" fmla="val 1027"/>
              <a:gd name="f378" fmla="val 197"/>
              <a:gd name="f379" fmla="val 1018"/>
              <a:gd name="f380" fmla="val 209"/>
              <a:gd name="f381" fmla="val 1004"/>
              <a:gd name="f382" fmla="val 204"/>
              <a:gd name="f383" fmla="val 994"/>
              <a:gd name="f384" fmla="val 995"/>
              <a:gd name="f385" fmla="val 215"/>
              <a:gd name="f386" fmla="val 998"/>
              <a:gd name="f387" fmla="val 220"/>
              <a:gd name="f388" fmla="val 990"/>
              <a:gd name="f389" fmla="val 218"/>
              <a:gd name="f390" fmla="val 221"/>
              <a:gd name="f391" fmla="val 992"/>
              <a:gd name="f392" fmla="val 225"/>
              <a:gd name="f393" fmla="val 228"/>
              <a:gd name="f394" fmla="val 234"/>
              <a:gd name="f395" fmla="val 997"/>
              <a:gd name="f396" fmla="val 237"/>
              <a:gd name="f397" fmla="val 238"/>
              <a:gd name="f398" fmla="val 991"/>
              <a:gd name="f399" fmla="val 983"/>
              <a:gd name="f400" fmla="val 977"/>
              <a:gd name="f401" fmla="val 236"/>
              <a:gd name="f402" fmla="val 972"/>
              <a:gd name="f403" fmla="val 973"/>
              <a:gd name="f404" fmla="val 249"/>
              <a:gd name="f405" fmla="val 969"/>
              <a:gd name="f406" fmla="val 268"/>
              <a:gd name="f407" fmla="val 277"/>
              <a:gd name="f408" fmla="val 976"/>
              <a:gd name="f409" fmla="val 284"/>
              <a:gd name="f410" fmla="val 965"/>
              <a:gd name="f411" fmla="val 286"/>
              <a:gd name="f412" fmla="val 955"/>
              <a:gd name="f413" fmla="val 945"/>
              <a:gd name="f414" fmla="val 287"/>
              <a:gd name="f415" fmla="val 935"/>
              <a:gd name="f416" fmla="val 930"/>
              <a:gd name="f417" fmla="val 927"/>
              <a:gd name="f418" fmla="val 290"/>
              <a:gd name="f419" fmla="val 293"/>
              <a:gd name="f420" fmla="val 928"/>
              <a:gd name="f421" fmla="val 295"/>
              <a:gd name="f422" fmla="val 921"/>
              <a:gd name="f423" fmla="val 916"/>
              <a:gd name="f424" fmla="val 294"/>
              <a:gd name="f425" fmla="val 291"/>
              <a:gd name="f426" fmla="val 283"/>
              <a:gd name="f427" fmla="val 897"/>
              <a:gd name="f428" fmla="val 279"/>
              <a:gd name="f429" fmla="val 267"/>
              <a:gd name="f430" fmla="val 863"/>
              <a:gd name="f431" fmla="val 850"/>
              <a:gd name="f432" fmla="val 861"/>
              <a:gd name="f433" fmla="val 871"/>
              <a:gd name="f434" fmla="val 297"/>
              <a:gd name="f435" fmla="val 879"/>
              <a:gd name="f436" fmla="val 299"/>
              <a:gd name="f437" fmla="val 885"/>
              <a:gd name="f438" fmla="val 303"/>
              <a:gd name="f439" fmla="val 311"/>
              <a:gd name="f440" fmla="val 314"/>
              <a:gd name="f441" fmla="val 893"/>
              <a:gd name="f442" fmla="val 319"/>
              <a:gd name="f443" fmla="val 896"/>
              <a:gd name="f444" fmla="val 321"/>
              <a:gd name="f445" fmla="val 323"/>
              <a:gd name="f446" fmla="val 325"/>
              <a:gd name="f447" fmla="val 346"/>
              <a:gd name="f448" fmla="val 924"/>
              <a:gd name="f449" fmla="val 922"/>
              <a:gd name="f450" fmla="val 364"/>
              <a:gd name="f451" fmla="val 366"/>
              <a:gd name="f452" fmla="val 373"/>
              <a:gd name="f453" fmla="val 895"/>
              <a:gd name="f454" fmla="val 374"/>
              <a:gd name="f455" fmla="val 878"/>
              <a:gd name="f456" fmla="val 370"/>
              <a:gd name="f457" fmla="val 378"/>
              <a:gd name="f458" fmla="val 394"/>
              <a:gd name="f459" fmla="val 395"/>
              <a:gd name="f460" fmla="val 392"/>
              <a:gd name="f461" fmla="val 854"/>
              <a:gd name="f462" fmla="val 390"/>
              <a:gd name="f463" fmla="val 389"/>
              <a:gd name="f464" fmla="val 837"/>
              <a:gd name="f465" fmla="val 380"/>
              <a:gd name="f466" fmla="val 385"/>
              <a:gd name="f467" fmla="val 838"/>
              <a:gd name="f468" fmla="val 393"/>
              <a:gd name="f469" fmla="val 401"/>
              <a:gd name="f470" fmla="val 836"/>
              <a:gd name="f471" fmla="val 403"/>
              <a:gd name="f472" fmla="val 400"/>
              <a:gd name="f473" fmla="val 822"/>
              <a:gd name="f474" fmla="val 398"/>
              <a:gd name="f475" fmla="val 816"/>
              <a:gd name="f476" fmla="val 810"/>
              <a:gd name="f477" fmla="val 808"/>
              <a:gd name="f478" fmla="val 391"/>
              <a:gd name="f479" fmla="val 806"/>
              <a:gd name="f480" fmla="val 803"/>
              <a:gd name="f481" fmla="val 388"/>
              <a:gd name="f482" fmla="val 396"/>
              <a:gd name="f483" fmla="val 800"/>
              <a:gd name="f484" fmla="val 796"/>
              <a:gd name="f485" fmla="val 794"/>
              <a:gd name="f486" fmla="val 397"/>
              <a:gd name="f487" fmla="val 775"/>
              <a:gd name="f488" fmla="val 780"/>
              <a:gd name="f489" fmla="val 825"/>
              <a:gd name="f490" fmla="val 419"/>
              <a:gd name="f491" fmla="val 869"/>
              <a:gd name="f492" fmla="val 438"/>
              <a:gd name="f493" fmla="val 914"/>
              <a:gd name="f494" fmla="val 457"/>
              <a:gd name="f495" fmla="val 950"/>
              <a:gd name="f496" fmla="val 472"/>
              <a:gd name="f497" fmla="val 986"/>
              <a:gd name="f498" fmla="val 487"/>
              <a:gd name="f499" fmla="val 1022"/>
              <a:gd name="f500" fmla="val 502"/>
              <a:gd name="f501" fmla="val 1024"/>
              <a:gd name="f502" fmla="val 503"/>
              <a:gd name="f503" fmla="val 505"/>
              <a:gd name="f504" fmla="val 1033"/>
              <a:gd name="f505" fmla="val 491"/>
              <a:gd name="f506" fmla="val 1043"/>
              <a:gd name="f507" fmla="val 494"/>
              <a:gd name="f508" fmla="val 498"/>
              <a:gd name="f509" fmla="val 1044"/>
              <a:gd name="f510" fmla="val 1051"/>
              <a:gd name="f511" fmla="val 496"/>
              <a:gd name="f512" fmla="val 1057"/>
              <a:gd name="f513" fmla="val 488"/>
              <a:gd name="f514" fmla="val 1068"/>
              <a:gd name="f515" fmla="val 1069"/>
              <a:gd name="f516" fmla="val 490"/>
              <a:gd name="f517" fmla="val 492"/>
              <a:gd name="f518" fmla="val 1070"/>
              <a:gd name="f519" fmla="val 493"/>
              <a:gd name="f520" fmla="val 1081"/>
              <a:gd name="f521" fmla="val 1093"/>
              <a:gd name="f522" fmla="val 1104"/>
              <a:gd name="f523" fmla="val 1105"/>
              <a:gd name="f524" fmla="val 1103"/>
              <a:gd name="f525" fmla="val 1101"/>
              <a:gd name="f526" fmla="val 1098"/>
              <a:gd name="f527" fmla="val 1111"/>
              <a:gd name="f528" fmla="val 1123"/>
              <a:gd name="f529" fmla="val 513"/>
              <a:gd name="f530" fmla="val 1135"/>
              <a:gd name="f531" fmla="val 516"/>
              <a:gd name="f532" fmla="val 1148"/>
              <a:gd name="f533" fmla="val 519"/>
              <a:gd name="f534" fmla="val 1161"/>
              <a:gd name="f535" fmla="val 1173"/>
              <a:gd name="f536" fmla="val 529"/>
              <a:gd name="f537" fmla="val 1180"/>
              <a:gd name="f538" fmla="val 532"/>
              <a:gd name="f539" fmla="val 1185"/>
              <a:gd name="f540" fmla="val 538"/>
              <a:gd name="f541" fmla="val 1191"/>
              <a:gd name="f542" fmla="val 543"/>
              <a:gd name="f543" fmla="val 1199"/>
              <a:gd name="f544" fmla="val 1205"/>
              <a:gd name="f545" fmla="val 1214"/>
              <a:gd name="f546" fmla="val 546"/>
              <a:gd name="f547" fmla="val 1223"/>
              <a:gd name="f548" fmla="val 541"/>
              <a:gd name="f549" fmla="val 1231"/>
              <a:gd name="f550" fmla="val 1239"/>
              <a:gd name="f551" fmla="val 1244"/>
              <a:gd name="f552" fmla="val 526"/>
              <a:gd name="f553" fmla="val 1248"/>
              <a:gd name="f554" fmla="val 521"/>
              <a:gd name="f555" fmla="val 1251"/>
              <a:gd name="f556" fmla="val 1261"/>
              <a:gd name="f557" fmla="val 1259"/>
              <a:gd name="f558" fmla="val 1247"/>
              <a:gd name="f559" fmla="val 482"/>
              <a:gd name="f560" fmla="val 1241"/>
              <a:gd name="f561" fmla="val 483"/>
              <a:gd name="f562" fmla="val 1235"/>
              <a:gd name="f563" fmla="val 485"/>
              <a:gd name="f564" fmla="val 1230"/>
              <a:gd name="f565" fmla="val 1228"/>
              <a:gd name="f566" fmla="val 486"/>
              <a:gd name="f567" fmla="val 1225"/>
              <a:gd name="f568" fmla="val 480"/>
              <a:gd name="f569" fmla="val 1227"/>
              <a:gd name="f570" fmla="val 477"/>
              <a:gd name="f571" fmla="val 1233"/>
              <a:gd name="f572" fmla="val 475"/>
              <a:gd name="f573" fmla="val 1238"/>
              <a:gd name="f574" fmla="val 473"/>
              <a:gd name="f575" fmla="val 463"/>
              <a:gd name="f576" fmla="val 1246"/>
              <a:gd name="f577" fmla="val 461"/>
              <a:gd name="f578" fmla="val 1237"/>
              <a:gd name="f579" fmla="val 458"/>
              <a:gd name="f580" fmla="val 1232"/>
              <a:gd name="f581" fmla="val 459"/>
              <a:gd name="f582" fmla="val 1226"/>
              <a:gd name="f583" fmla="val 460"/>
              <a:gd name="f584" fmla="val 1220"/>
              <a:gd name="f585" fmla="val 1218"/>
              <a:gd name="f586" fmla="val 454"/>
              <a:gd name="f587" fmla="val 1219"/>
              <a:gd name="f588" fmla="val 452"/>
              <a:gd name="f589" fmla="val 1222"/>
              <a:gd name="f590" fmla="val 444"/>
              <a:gd name="f591" fmla="val 1229"/>
              <a:gd name="f592" fmla="val 446"/>
              <a:gd name="f593" fmla="val 448"/>
              <a:gd name="f594" fmla="val 1236"/>
              <a:gd name="f595" fmla="val 443"/>
              <a:gd name="f596" fmla="val 439"/>
              <a:gd name="f597" fmla="val 435"/>
              <a:gd name="f598" fmla="val 429"/>
              <a:gd name="f599" fmla="val 428"/>
              <a:gd name="f600" fmla="val 1216"/>
              <a:gd name="f601" fmla="val 1213"/>
              <a:gd name="f602" fmla="val 1210"/>
              <a:gd name="f603" fmla="val 430"/>
              <a:gd name="f604" fmla="val 1208"/>
              <a:gd name="f605" fmla="val 1207"/>
              <a:gd name="f606" fmla="val 1204"/>
              <a:gd name="f607" fmla="val 421"/>
              <a:gd name="f608" fmla="val 426"/>
              <a:gd name="f609" fmla="val 1242"/>
              <a:gd name="f610" fmla="val 432"/>
              <a:gd name="f611" fmla="val 450"/>
              <a:gd name="f612" fmla="val 1250"/>
              <a:gd name="f613" fmla="val 1254"/>
              <a:gd name="f614" fmla="val 474"/>
              <a:gd name="f615" fmla="val 476"/>
              <a:gd name="f616" fmla="val 1255"/>
              <a:gd name="f617" fmla="val 1267"/>
              <a:gd name="f618" fmla="val 1265"/>
              <a:gd name="f619" fmla="val 1263"/>
              <a:gd name="f620" fmla="val 1262"/>
              <a:gd name="f621" fmla="val 1264"/>
              <a:gd name="f622" fmla="val 1270"/>
              <a:gd name="f623" fmla="val 1273"/>
              <a:gd name="f624" fmla="val 1276"/>
              <a:gd name="f625" fmla="val 479"/>
              <a:gd name="f626" fmla="val 1280"/>
              <a:gd name="f627" fmla="val 1271"/>
              <a:gd name="f628" fmla="val 471"/>
              <a:gd name="f629" fmla="val 1274"/>
              <a:gd name="f630" fmla="val 464"/>
              <a:gd name="f631" fmla="val 1269"/>
              <a:gd name="f632" fmla="val 441"/>
              <a:gd name="f633" fmla="val 440"/>
              <a:gd name="f634" fmla="val 442"/>
              <a:gd name="f635" fmla="val 1275"/>
              <a:gd name="f636" fmla="val 433"/>
              <a:gd name="f637" fmla="val 423"/>
              <a:gd name="f638" fmla="val 1272"/>
              <a:gd name="f639" fmla="val 411"/>
              <a:gd name="f640" fmla="val 1277"/>
              <a:gd name="f641" fmla="val 413"/>
              <a:gd name="f642" fmla="val 1281"/>
              <a:gd name="f643" fmla="val 414"/>
              <a:gd name="f644" fmla="val 1285"/>
              <a:gd name="f645" fmla="val 415"/>
              <a:gd name="f646" fmla="val 1287"/>
              <a:gd name="f647" fmla="val 410"/>
              <a:gd name="f648" fmla="val 1289"/>
              <a:gd name="f649" fmla="val 1291"/>
              <a:gd name="f650" fmla="val 1292"/>
              <a:gd name="f651" fmla="val 383"/>
              <a:gd name="f652" fmla="val 1294"/>
              <a:gd name="f653" fmla="val 375"/>
              <a:gd name="f654" fmla="val 1295"/>
              <a:gd name="f655" fmla="val 1296"/>
              <a:gd name="f656" fmla="val 1297"/>
              <a:gd name="f657" fmla="val 1304"/>
              <a:gd name="f658" fmla="val 382"/>
              <a:gd name="f659" fmla="val 1309"/>
              <a:gd name="f660" fmla="val 1318"/>
              <a:gd name="f661" fmla="val 1327"/>
              <a:gd name="f662" fmla="val 402"/>
              <a:gd name="f663" fmla="val 1329"/>
              <a:gd name="f664" fmla="val 1337"/>
              <a:gd name="f665" fmla="val 409"/>
              <a:gd name="f666" fmla="val 1340"/>
              <a:gd name="f667" fmla="val 405"/>
              <a:gd name="f668" fmla="val 1342"/>
              <a:gd name="f669" fmla="val 406"/>
              <a:gd name="f670" fmla="val 1344"/>
              <a:gd name="f671" fmla="val 407"/>
              <a:gd name="f672" fmla="val 1345"/>
              <a:gd name="f673" fmla="val 1346"/>
              <a:gd name="f674" fmla="val 399"/>
              <a:gd name="f675" fmla="val 1347"/>
              <a:gd name="f676" fmla="val 1349"/>
              <a:gd name="f677" fmla="val 1351"/>
              <a:gd name="f678" fmla="val 1352"/>
              <a:gd name="f679" fmla="val 1355"/>
              <a:gd name="f680" fmla="val 1356"/>
              <a:gd name="f681" fmla="val 1359"/>
              <a:gd name="f682" fmla="val 1362"/>
              <a:gd name="f683" fmla="val 1365"/>
              <a:gd name="f684" fmla="val 404"/>
              <a:gd name="f685" fmla="val 1371"/>
              <a:gd name="f686" fmla="val 1377"/>
              <a:gd name="f687" fmla="val 387"/>
              <a:gd name="f688" fmla="val 1383"/>
              <a:gd name="f689" fmla="val 1386"/>
              <a:gd name="f690" fmla="val 1388"/>
              <a:gd name="f691" fmla="val 386"/>
              <a:gd name="f692" fmla="val 1390"/>
              <a:gd name="f693" fmla="val 1395"/>
              <a:gd name="f694" fmla="val 1399"/>
              <a:gd name="f695" fmla="val 1404"/>
              <a:gd name="f696" fmla="val 379"/>
              <a:gd name="f697" fmla="val 1405"/>
              <a:gd name="f698" fmla="val 1407"/>
              <a:gd name="f699" fmla="val 381"/>
              <a:gd name="f700" fmla="val 1410"/>
              <a:gd name="f701" fmla="val 1414"/>
              <a:gd name="f702" fmla="val 1419"/>
              <a:gd name="f703" fmla="val 1425"/>
              <a:gd name="f704" fmla="val 1427"/>
              <a:gd name="f705" fmla="val 1432"/>
              <a:gd name="f706" fmla="val 1433"/>
              <a:gd name="f707" fmla="val 1435"/>
              <a:gd name="f708" fmla="val 1436"/>
              <a:gd name="f709" fmla="val 376"/>
              <a:gd name="f710" fmla="val 1437"/>
              <a:gd name="f711" fmla="val 1438"/>
              <a:gd name="f712" fmla="val 1442"/>
              <a:gd name="f713" fmla="val 1444"/>
              <a:gd name="f714" fmla="val 1453"/>
              <a:gd name="f715" fmla="val 1451"/>
              <a:gd name="f716" fmla="val 1448"/>
              <a:gd name="f717" fmla="val 436"/>
              <a:gd name="f718" fmla="val 1447"/>
              <a:gd name="f719" fmla="val 445"/>
              <a:gd name="f720" fmla="val 1452"/>
              <a:gd name="f721" fmla="val 1458"/>
              <a:gd name="f722" fmla="val 1460"/>
              <a:gd name="f723" fmla="val 451"/>
              <a:gd name="f724" fmla="val 1464"/>
              <a:gd name="f725" fmla="val 1462"/>
              <a:gd name="f726" fmla="val 462"/>
              <a:gd name="f727" fmla="val 468"/>
              <a:gd name="f728" fmla="val 1467"/>
              <a:gd name="f729" fmla="val 466"/>
              <a:gd name="f730" fmla="val 1469"/>
              <a:gd name="f731" fmla="val 1468"/>
              <a:gd name="f732" fmla="val 1470"/>
              <a:gd name="f733" fmla="val 1477"/>
              <a:gd name="f734" fmla="val 484"/>
              <a:gd name="f735" fmla="val 1484"/>
              <a:gd name="f736" fmla="val 1486"/>
              <a:gd name="f737" fmla="val 1483"/>
              <a:gd name="f738" fmla="val 497"/>
              <a:gd name="f739" fmla="val 1480"/>
              <a:gd name="f740" fmla="val 1481"/>
              <a:gd name="f741" fmla="val 1487"/>
              <a:gd name="f742" fmla="val 1490"/>
              <a:gd name="f743" fmla="val 1493"/>
              <a:gd name="f744" fmla="val 520"/>
              <a:gd name="f745" fmla="val 1491"/>
              <a:gd name="f746" fmla="val 527"/>
              <a:gd name="f747" fmla="val 533"/>
              <a:gd name="f748" fmla="val 1475"/>
              <a:gd name="f749" fmla="val 537"/>
              <a:gd name="f750" fmla="val 550"/>
              <a:gd name="f751" fmla="val 1465"/>
              <a:gd name="f752" fmla="val 553"/>
              <a:gd name="f753" fmla="val 1461"/>
              <a:gd name="f754" fmla="val 1457"/>
              <a:gd name="f755" fmla="val 556"/>
              <a:gd name="f756" fmla="val 558"/>
              <a:gd name="f757" fmla="val 1450"/>
              <a:gd name="f758" fmla="val 559"/>
              <a:gd name="f759" fmla="val 1454"/>
              <a:gd name="f760" fmla="val 564"/>
              <a:gd name="f761" fmla="val 1456"/>
              <a:gd name="f762" fmla="val 1459"/>
              <a:gd name="f763" fmla="val 1463"/>
              <a:gd name="f764" fmla="val 579"/>
              <a:gd name="f765" fmla="val 582"/>
              <a:gd name="f766" fmla="val 585"/>
              <a:gd name="f767" fmla="val 594"/>
              <a:gd name="f768" fmla="val 1466"/>
              <a:gd name="f769" fmla="val 597"/>
              <a:gd name="f770" fmla="val 603"/>
              <a:gd name="f771" fmla="val 1473"/>
              <a:gd name="f772" fmla="val 1479"/>
              <a:gd name="f773" fmla="val 1485"/>
              <a:gd name="f774" fmla="val 607"/>
              <a:gd name="f775" fmla="val 1495"/>
              <a:gd name="f776" fmla="val 611"/>
              <a:gd name="f777" fmla="val 1496"/>
              <a:gd name="f778" fmla="val 1500"/>
              <a:gd name="f779" fmla="val 623"/>
              <a:gd name="f780" fmla="val 1509"/>
              <a:gd name="f781" fmla="val 624"/>
              <a:gd name="f782" fmla="val 1512"/>
              <a:gd name="f783" fmla="val 1515"/>
              <a:gd name="f784" fmla="val 1517"/>
              <a:gd name="f785" fmla="val 1513"/>
              <a:gd name="f786" fmla="val 631"/>
              <a:gd name="f787" fmla="val 1510"/>
              <a:gd name="f788" fmla="val 632"/>
              <a:gd name="f789" fmla="val 1502"/>
              <a:gd name="f790" fmla="val 636"/>
              <a:gd name="f791" fmla="val 639"/>
              <a:gd name="f792" fmla="val 1488"/>
              <a:gd name="f793" fmla="val 649"/>
              <a:gd name="f794" fmla="val 652"/>
              <a:gd name="f795" fmla="val 1494"/>
              <a:gd name="f796" fmla="val 655"/>
              <a:gd name="f797" fmla="val 657"/>
              <a:gd name="f798" fmla="val 660"/>
              <a:gd name="f799" fmla="val 667"/>
              <a:gd name="f800" fmla="val 1497"/>
              <a:gd name="f801" fmla="val 669"/>
              <a:gd name="f802" fmla="val 675"/>
              <a:gd name="f803" fmla="val 681"/>
              <a:gd name="f804" fmla="val 1499"/>
              <a:gd name="f805" fmla="val 1501"/>
              <a:gd name="f806" fmla="val 696"/>
              <a:gd name="f807" fmla="val 684"/>
              <a:gd name="f808" fmla="val 1476"/>
              <a:gd name="f809" fmla="val 698"/>
              <a:gd name="f810" fmla="val 694"/>
              <a:gd name="f811" fmla="val 691"/>
              <a:gd name="f812" fmla="val 1446"/>
              <a:gd name="f813" fmla="val 683"/>
              <a:gd name="f814" fmla="val 702"/>
              <a:gd name="f815" fmla="val 1439"/>
              <a:gd name="f816" fmla="val 713"/>
              <a:gd name="f817" fmla="val 710"/>
              <a:gd name="f818" fmla="val 707"/>
              <a:gd name="f819" fmla="val 704"/>
              <a:gd name="f820" fmla="val 1431"/>
              <a:gd name="f821" fmla="val 1426"/>
              <a:gd name="f822" fmla="val 680"/>
              <a:gd name="f823" fmla="val 1424"/>
              <a:gd name="f824" fmla="val 670"/>
              <a:gd name="f825" fmla="val 1420"/>
              <a:gd name="f826" fmla="val 662"/>
              <a:gd name="f827" fmla="val 1417"/>
              <a:gd name="f828" fmla="val 653"/>
              <a:gd name="f829" fmla="val 1415"/>
              <a:gd name="f830" fmla="val 642"/>
              <a:gd name="f831" fmla="val 1418"/>
              <a:gd name="f832" fmla="val 635"/>
              <a:gd name="f833" fmla="val 1421"/>
              <a:gd name="f834" fmla="val 1423"/>
              <a:gd name="f835" fmla="val 625"/>
              <a:gd name="f836" fmla="val 1397"/>
              <a:gd name="f837" fmla="val 612"/>
              <a:gd name="f838" fmla="val 1392"/>
              <a:gd name="f839" fmla="val 1387"/>
              <a:gd name="f840" fmla="val 1385"/>
              <a:gd name="f841" fmla="val 609"/>
              <a:gd name="f842" fmla="val 608"/>
              <a:gd name="f843" fmla="val 1378"/>
              <a:gd name="f844" fmla="val 606"/>
              <a:gd name="f845" fmla="val 1373"/>
              <a:gd name="f846" fmla="val 1368"/>
              <a:gd name="f847" fmla="val 1336"/>
              <a:gd name="f848" fmla="val 1319"/>
              <a:gd name="f849" fmla="val 1339"/>
              <a:gd name="f850" fmla="val 1348"/>
              <a:gd name="f851" fmla="val 1364"/>
              <a:gd name="f852" fmla="val 742"/>
              <a:gd name="f853" fmla="val 769"/>
              <a:gd name="f854" fmla="val 845"/>
              <a:gd name="f855" fmla="val 853"/>
              <a:gd name="f856" fmla="val 1507"/>
              <a:gd name="f857" fmla="val 860"/>
              <a:gd name="f858" fmla="val 866"/>
              <a:gd name="f859" fmla="val 1529"/>
              <a:gd name="f860" fmla="val 1545"/>
              <a:gd name="f861" fmla="val 1562"/>
              <a:gd name="f862" fmla="val 1582"/>
              <a:gd name="f863" fmla="val 870"/>
              <a:gd name="f864" fmla="val 1587"/>
              <a:gd name="f865" fmla="val 1578"/>
              <a:gd name="f866" fmla="val 833"/>
              <a:gd name="f867" fmla="val 1575"/>
              <a:gd name="f868" fmla="val 828"/>
              <a:gd name="f869" fmla="val 826"/>
              <a:gd name="f870" fmla="val 1580"/>
              <a:gd name="f871" fmla="val 823"/>
              <a:gd name="f872" fmla="val 1589"/>
              <a:gd name="f873" fmla="val 843"/>
              <a:gd name="f874" fmla="val 1588"/>
              <a:gd name="f875" fmla="val 876"/>
              <a:gd name="f876" fmla="val 1569"/>
              <a:gd name="f877" fmla="val 1557"/>
              <a:gd name="f878" fmla="val 1534"/>
              <a:gd name="f879" fmla="val 1531"/>
              <a:gd name="f880" fmla="val 1524"/>
              <a:gd name="f881" fmla="val 1533"/>
              <a:gd name="f882" fmla="val 1540"/>
              <a:gd name="f883" fmla="val 910"/>
              <a:gd name="f884" fmla="val 1549"/>
              <a:gd name="f885" fmla="val 1559"/>
              <a:gd name="f886" fmla="val 940"/>
              <a:gd name="f887" fmla="val 1568"/>
              <a:gd name="f888" fmla="val 958"/>
              <a:gd name="f889" fmla="val 979"/>
              <a:gd name="f890" fmla="val 1570"/>
              <a:gd name="f891" fmla="val 1003"/>
              <a:gd name="f892" fmla="val 1561"/>
              <a:gd name="f893" fmla="val 1014"/>
              <a:gd name="f894" fmla="val 1556"/>
              <a:gd name="f895" fmla="val 1547"/>
              <a:gd name="f896" fmla="val 1538"/>
              <a:gd name="f897" fmla="val 1527"/>
              <a:gd name="f898" fmla="val 1025"/>
              <a:gd name="f899" fmla="val 1521"/>
              <a:gd name="f900" fmla="val 1520"/>
              <a:gd name="f901" fmla="val 1006"/>
              <a:gd name="f902" fmla="val 1519"/>
              <a:gd name="f903" fmla="val 1522"/>
              <a:gd name="f904" fmla="val 981"/>
              <a:gd name="f905" fmla="val 1526"/>
              <a:gd name="f906" fmla="val 980"/>
              <a:gd name="f907" fmla="val 1532"/>
              <a:gd name="f908" fmla="val 1523"/>
              <a:gd name="f909" fmla="val 1001"/>
              <a:gd name="f910" fmla="val 1023"/>
              <a:gd name="f911" fmla="val 1553"/>
              <a:gd name="f912" fmla="val 1015"/>
              <a:gd name="f913" fmla="val 1564"/>
              <a:gd name="f914" fmla="val 1563"/>
              <a:gd name="f915" fmla="val 1554"/>
              <a:gd name="f916" fmla="val 943"/>
              <a:gd name="f917" fmla="val 1539"/>
              <a:gd name="f918" fmla="val 1528"/>
              <a:gd name="f919" fmla="val 886"/>
              <a:gd name="f920" fmla="val 1514"/>
              <a:gd name="f921" fmla="val 1503"/>
              <a:gd name="f922" fmla="val 856"/>
              <a:gd name="f923" fmla="val 842"/>
              <a:gd name="f924" fmla="val 1471"/>
              <a:gd name="f925" fmla="val 1422"/>
              <a:gd name="f926" fmla="val 765"/>
              <a:gd name="f927" fmla="val 732"/>
              <a:gd name="f928" fmla="val 1381"/>
              <a:gd name="f929" fmla="val 705"/>
              <a:gd name="f930" fmla="val 676"/>
              <a:gd name="f931" fmla="val 648"/>
              <a:gd name="f932" fmla="val 1335"/>
              <a:gd name="f933" fmla="val 630"/>
              <a:gd name="f934" fmla="val 1322"/>
              <a:gd name="f935" fmla="val 1308"/>
              <a:gd name="f936" fmla="val 596"/>
              <a:gd name="f937" fmla="val 1306"/>
              <a:gd name="f938" fmla="val 1305"/>
              <a:gd name="f939" fmla="val 1258"/>
              <a:gd name="f940" fmla="val 1211"/>
              <a:gd name="f941" fmla="val 1163"/>
              <a:gd name="f942" fmla="val 1165"/>
              <a:gd name="f943" fmla="val 1177"/>
              <a:gd name="f944" fmla="val 1170"/>
              <a:gd name="f945" fmla="val 1178"/>
              <a:gd name="f946" fmla="val 1186"/>
              <a:gd name="f947" fmla="val 1194"/>
              <a:gd name="f948" fmla="val 587"/>
              <a:gd name="f949" fmla="val 592"/>
              <a:gd name="f950" fmla="val 1179"/>
              <a:gd name="f951" fmla="val 593"/>
              <a:gd name="f952" fmla="val 1172"/>
              <a:gd name="f953" fmla="val 1168"/>
              <a:gd name="f954" fmla="val 1164"/>
              <a:gd name="f955" fmla="val 1158"/>
              <a:gd name="f956" fmla="val 604"/>
              <a:gd name="f957" fmla="val 1155"/>
              <a:gd name="f958" fmla="val 1162"/>
              <a:gd name="f959" fmla="val 1171"/>
              <a:gd name="f960" fmla="val 617"/>
              <a:gd name="f961" fmla="val 620"/>
              <a:gd name="f962" fmla="val 1184"/>
              <a:gd name="f963" fmla="val 1198"/>
              <a:gd name="f964" fmla="val 1209"/>
              <a:gd name="f965" fmla="val 1200"/>
              <a:gd name="f966" fmla="val 643"/>
              <a:gd name="f967" fmla="val 1182"/>
              <a:gd name="f968" fmla="val 656"/>
              <a:gd name="f969" fmla="val 1196"/>
              <a:gd name="f970" fmla="val 671"/>
              <a:gd name="f971" fmla="val 1203"/>
              <a:gd name="f972" fmla="val 674"/>
              <a:gd name="f973" fmla="val 1202"/>
              <a:gd name="f974" fmla="val 1189"/>
              <a:gd name="f975" fmla="val 1195"/>
              <a:gd name="f976" fmla="val 1197"/>
              <a:gd name="f977" fmla="val 1201"/>
              <a:gd name="f978" fmla="val 1206"/>
              <a:gd name="f979" fmla="val 717"/>
              <a:gd name="f980" fmla="val 721"/>
              <a:gd name="f981" fmla="val 723"/>
              <a:gd name="f982" fmla="val 726"/>
              <a:gd name="f983" fmla="val 735"/>
              <a:gd name="f984" fmla="val 1212"/>
              <a:gd name="f985" fmla="val 746"/>
              <a:gd name="f986" fmla="val 751"/>
              <a:gd name="f987" fmla="val 752"/>
              <a:gd name="f988" fmla="val 749"/>
              <a:gd name="f989" fmla="val 1176"/>
              <a:gd name="f990" fmla="val 748"/>
              <a:gd name="f991" fmla="val 755"/>
              <a:gd name="f992" fmla="val 760"/>
              <a:gd name="f993" fmla="val 1110"/>
              <a:gd name="f994" fmla="val 736"/>
              <a:gd name="f995" fmla="val 1097"/>
              <a:gd name="f996" fmla="val 725"/>
              <a:gd name="f997" fmla="val 1092"/>
              <a:gd name="f998" fmla="val 718"/>
              <a:gd name="f999" fmla="val 1086"/>
              <a:gd name="f1000" fmla="val 711"/>
              <a:gd name="f1001" fmla="val 1080"/>
              <a:gd name="f1002" fmla="val 1071"/>
              <a:gd name="f1003" fmla="val 703"/>
              <a:gd name="f1004" fmla="val 1066"/>
              <a:gd name="f1005" fmla="val 1064"/>
              <a:gd name="f1006" fmla="val 708"/>
              <a:gd name="f1007" fmla="val 1065"/>
              <a:gd name="f1008" fmla="val 714"/>
              <a:gd name="f1009" fmla="val 1067"/>
              <a:gd name="f1010" fmla="val 1073"/>
              <a:gd name="f1011" fmla="val 1077"/>
              <a:gd name="f1012" fmla="val 741"/>
              <a:gd name="f1013" fmla="val 1079"/>
              <a:gd name="f1014" fmla="val 1083"/>
              <a:gd name="f1015" fmla="val 762"/>
              <a:gd name="f1016" fmla="val 1075"/>
              <a:gd name="f1017" fmla="val 767"/>
              <a:gd name="f1018" fmla="val 1074"/>
              <a:gd name="f1019" fmla="val 778"/>
              <a:gd name="f1020" fmla="val 786"/>
              <a:gd name="f1021" fmla="val 795"/>
              <a:gd name="f1022" fmla="val 801"/>
              <a:gd name="f1023" fmla="val 1061"/>
              <a:gd name="f1024" fmla="val 1056"/>
              <a:gd name="f1025" fmla="val 1055"/>
              <a:gd name="f1026" fmla="val 799"/>
              <a:gd name="f1027" fmla="val 1054"/>
              <a:gd name="f1028" fmla="val 1053"/>
              <a:gd name="f1029" fmla="val 805"/>
              <a:gd name="f1030" fmla="val 1049"/>
              <a:gd name="f1031" fmla="val 1046"/>
              <a:gd name="f1032" fmla="val 1041"/>
              <a:gd name="f1033" fmla="val 820"/>
              <a:gd name="f1034" fmla="val 1038"/>
              <a:gd name="f1035" fmla="val 818"/>
              <a:gd name="f1036" fmla="val 1035"/>
              <a:gd name="f1037" fmla="val 1034"/>
              <a:gd name="f1038" fmla="val 830"/>
              <a:gd name="f1039" fmla="val 1032"/>
              <a:gd name="f1040" fmla="val 1030"/>
              <a:gd name="f1041" fmla="val 1021"/>
              <a:gd name="f1042" fmla="val 1019"/>
              <a:gd name="f1043" fmla="val 1017"/>
              <a:gd name="f1044" fmla="val 840"/>
              <a:gd name="f1045" fmla="val 999"/>
              <a:gd name="f1046" fmla="val 970"/>
              <a:gd name="f1047" fmla="val 966"/>
              <a:gd name="f1048" fmla="val 961"/>
              <a:gd name="f1049" fmla="val 960"/>
              <a:gd name="f1050" fmla="val 956"/>
              <a:gd name="f1051" fmla="val 821"/>
              <a:gd name="f1052" fmla="val 953"/>
              <a:gd name="f1053" fmla="val 949"/>
              <a:gd name="f1054" fmla="val 827"/>
              <a:gd name="f1055" fmla="val 941"/>
              <a:gd name="f1056" fmla="val 938"/>
              <a:gd name="f1057" fmla="val 937"/>
              <a:gd name="f1058" fmla="val 814"/>
              <a:gd name="f1059" fmla="val 939"/>
              <a:gd name="f1060" fmla="val 934"/>
              <a:gd name="f1061" fmla="val 790"/>
              <a:gd name="f1062" fmla="val 793"/>
              <a:gd name="f1063" fmla="val 787"/>
              <a:gd name="f1064" fmla="val 756"/>
              <a:gd name="f1065" fmla="val 754"/>
              <a:gd name="f1066" fmla="val 747"/>
              <a:gd name="f1067" fmla="val 737"/>
              <a:gd name="f1068" fmla="val 730"/>
              <a:gd name="f1069" fmla="val 722"/>
              <a:gd name="f1070" fmla="val 716"/>
              <a:gd name="f1071" fmla="val 932"/>
              <a:gd name="f1072" fmla="val 931"/>
              <a:gd name="f1073" fmla="val 929"/>
              <a:gd name="f1074" fmla="val 697"/>
              <a:gd name="f1075" fmla="val 891"/>
              <a:gd name="f1076" fmla="val 873"/>
              <a:gd name="f1077" fmla="val 868"/>
              <a:gd name="f1078" fmla="val 729"/>
              <a:gd name="f1079" fmla="val 858"/>
              <a:gd name="f1080" fmla="val 831"/>
              <a:gd name="f1081" fmla="val 834"/>
              <a:gd name="f1082" fmla="val 661"/>
              <a:gd name="f1083" fmla="val 641"/>
              <a:gd name="f1084" fmla="val 622"/>
              <a:gd name="f1085" fmla="val 851"/>
              <a:gd name="f1086" fmla="val 859"/>
              <a:gd name="f1087" fmla="val 862"/>
              <a:gd name="f1088" fmla="val 613"/>
              <a:gd name="f1089" fmla="val 864"/>
              <a:gd name="f1090" fmla="val 586"/>
              <a:gd name="f1091" fmla="val 581"/>
              <a:gd name="f1092" fmla="val 575"/>
              <a:gd name="f1093" fmla="val 865"/>
              <a:gd name="f1094" fmla="val 884"/>
              <a:gd name="f1095" fmla="val 901"/>
              <a:gd name="f1096" fmla="val 525"/>
              <a:gd name="f1097" fmla="val 510"/>
              <a:gd name="f1098" fmla="val 508"/>
              <a:gd name="f1099" fmla="val 925"/>
              <a:gd name="f1100" fmla="val 946"/>
              <a:gd name="f1101" fmla="val 948"/>
              <a:gd name="f1102" fmla="val 952"/>
              <a:gd name="f1103" fmla="val 957"/>
              <a:gd name="f1104" fmla="val 514"/>
              <a:gd name="f1105" fmla="val 974"/>
              <a:gd name="f1106" fmla="val 548"/>
              <a:gd name="f1107" fmla="val 542"/>
              <a:gd name="f1108" fmla="val 518"/>
              <a:gd name="f1109" fmla="val 987"/>
              <a:gd name="f1110" fmla="val 889"/>
              <a:gd name="f1111" fmla="val 815"/>
              <a:gd name="f1112" fmla="val 417"/>
              <a:gd name="f1113" fmla="val 776"/>
              <a:gd name="f1114" fmla="val 774"/>
              <a:gd name="f1115" fmla="val 416"/>
              <a:gd name="f1116" fmla="val 422"/>
              <a:gd name="f1117" fmla="val 687"/>
              <a:gd name="f1118" fmla="val 616"/>
              <a:gd name="f1119" fmla="val 418"/>
              <a:gd name="f1120" fmla="val 455"/>
              <a:gd name="f1121" fmla="val 522"/>
              <a:gd name="f1122" fmla="val 638"/>
              <a:gd name="f1123" fmla="val 621"/>
              <a:gd name="f1124" fmla="val 628"/>
              <a:gd name="f1125" fmla="val 561"/>
              <a:gd name="f1126" fmla="val 584"/>
              <a:gd name="f1127" fmla="val 384"/>
              <a:gd name="f1128" fmla="val 562"/>
              <a:gd name="f1129" fmla="val 437"/>
              <a:gd name="f1130" fmla="val 357"/>
              <a:gd name="f1131" fmla="val 324"/>
              <a:gd name="f1132" fmla="val 300"/>
              <a:gd name="f1133" fmla="val 292"/>
              <a:gd name="f1134" fmla="val 316"/>
              <a:gd name="f1135" fmla="val 326"/>
              <a:gd name="f1136" fmla="val 353"/>
              <a:gd name="f1137" fmla="val 408"/>
              <a:gd name="f1138" fmla="val 354"/>
              <a:gd name="f1139" fmla="val 425"/>
              <a:gd name="f1140" fmla="val 342"/>
              <a:gd name="f1141" fmla="val 431"/>
              <a:gd name="f1142" fmla="val 332"/>
              <a:gd name="f1143" fmla="val 356"/>
              <a:gd name="f1144" fmla="val 453"/>
              <a:gd name="f1145" fmla="val 434"/>
              <a:gd name="f1146" fmla="val 536"/>
              <a:gd name="f1147" fmla="val 469"/>
              <a:gd name="f1148" fmla="val 362"/>
              <a:gd name="f1149" fmla="val 334"/>
              <a:gd name="f1150" fmla="val 330"/>
              <a:gd name="f1151" fmla="val 340"/>
              <a:gd name="f1152" fmla="val 358"/>
              <a:gd name="f1153" fmla="val 377"/>
              <a:gd name="f1154" fmla="val 654"/>
              <a:gd name="f1155" fmla="val 467"/>
              <a:gd name="f1156" fmla="val 478"/>
              <a:gd name="f1157" fmla="val 470"/>
              <a:gd name="f1158" fmla="val 447"/>
              <a:gd name="f1159" fmla="val 699"/>
              <a:gd name="f1160" fmla="val 724"/>
              <a:gd name="f1161" fmla="val 427"/>
              <a:gd name="f1162" fmla="val 420"/>
              <a:gd name="f1163" fmla="val 763"/>
              <a:gd name="f1164" fmla="val 770"/>
              <a:gd name="f1165" fmla="val 783"/>
              <a:gd name="f1166" fmla="val 779"/>
              <a:gd name="f1167" fmla="val 766"/>
              <a:gd name="f1168" fmla="val 310"/>
              <a:gd name="f1169" fmla="val 743"/>
              <a:gd name="f1170" fmla="val 271"/>
              <a:gd name="f1171" fmla="val 262"/>
              <a:gd name="f1172" fmla="val 263"/>
              <a:gd name="f1173" fmla="val 266"/>
              <a:gd name="f1174" fmla="val 719"/>
              <a:gd name="f1175" fmla="val 727"/>
              <a:gd name="f1176" fmla="val 276"/>
              <a:gd name="f1177" fmla="val 281"/>
              <a:gd name="f1178" fmla="val 278"/>
              <a:gd name="f1179" fmla="val 759"/>
              <a:gd name="f1180" fmla="val 282"/>
              <a:gd name="f1181" fmla="val 285"/>
              <a:gd name="f1182" fmla="val 259"/>
              <a:gd name="f1183" fmla="val 258"/>
              <a:gd name="f1184" fmla="val 758"/>
              <a:gd name="f1185" fmla="val 256"/>
              <a:gd name="f1186" fmla="val 212"/>
              <a:gd name="f1187" fmla="val 199"/>
              <a:gd name="f1188" fmla="val 185"/>
              <a:gd name="f1189" fmla="val 177"/>
              <a:gd name="f1190" fmla="val 173"/>
              <a:gd name="f1191" fmla="val 709"/>
              <a:gd name="f1192" fmla="val 159"/>
              <a:gd name="f1193" fmla="val 692"/>
              <a:gd name="f1194" fmla="val 678"/>
              <a:gd name="f1195" fmla="val 145"/>
              <a:gd name="f1196" fmla="val 142"/>
              <a:gd name="f1197" fmla="val 129"/>
              <a:gd name="f1198" fmla="val 128"/>
              <a:gd name="f1199" fmla="val 123"/>
              <a:gd name="f1200" fmla="val 495"/>
              <a:gd name="f1201" fmla="val 158"/>
              <a:gd name="f1202" fmla="val 449"/>
              <a:gd name="f1203" fmla="val 157"/>
              <a:gd name="f1204" fmla="val 191"/>
              <a:gd name="f1205" fmla="val 194"/>
              <a:gd name="f1206" fmla="val 192"/>
              <a:gd name="f1207" fmla="val 189"/>
              <a:gd name="f1208" fmla="val 186"/>
              <a:gd name="f1209" fmla="val 178"/>
              <a:gd name="f1210" fmla="val 181"/>
              <a:gd name="f1211" fmla="val 198"/>
              <a:gd name="f1212" fmla="val 200"/>
              <a:gd name="f1213" fmla="val 214"/>
              <a:gd name="f1214" fmla="val 226"/>
              <a:gd name="f1215" fmla="val 229"/>
              <a:gd name="f1216" fmla="val 257"/>
              <a:gd name="f1217" fmla="val 328"/>
              <a:gd name="f1218" fmla="val 264"/>
              <a:gd name="f1219" fmla="val 254"/>
              <a:gd name="f1220" fmla="val 1256"/>
              <a:gd name="f1221" fmla="val 1234"/>
              <a:gd name="f1222" fmla="val 1283"/>
              <a:gd name="f1223" fmla="val 1293"/>
              <a:gd name="f1224" fmla="val 1313"/>
              <a:gd name="f1225" fmla="val 1330"/>
              <a:gd name="f1226" fmla="val 1338"/>
              <a:gd name="f1227" fmla="val 1332"/>
              <a:gd name="f1228" fmla="val 1301"/>
              <a:gd name="f1229" fmla="val 700"/>
              <a:gd name="f1230" fmla="val 712"/>
              <a:gd name="f1231" fmla="val 1360"/>
              <a:gd name="f1232" fmla="val 1353"/>
              <a:gd name="f1233" fmla="val 1324"/>
              <a:gd name="f1234" fmla="val 1320"/>
              <a:gd name="f1235" fmla="val 1358"/>
              <a:gd name="f1236" fmla="val 1136"/>
              <a:gd name="f1237" fmla="val 1174"/>
              <a:gd name="f1238" fmla="val 1141"/>
              <a:gd name="f1239" fmla="val 1139"/>
              <a:gd name="f1240" fmla="val 1138"/>
              <a:gd name="f1241" fmla="val 1434"/>
              <a:gd name="f1242" fmla="val 1440"/>
              <a:gd name="f1243" fmla="val 1416"/>
              <a:gd name="f1244" fmla="val 1428"/>
              <a:gd name="f1245" fmla="val 1429"/>
              <a:gd name="f1246" fmla="val 1406"/>
              <a:gd name="f1247" fmla="+- 0 0 -90"/>
              <a:gd name="f1248" fmla="*/ f4 1 1590"/>
              <a:gd name="f1249" fmla="*/ f5 1 1029"/>
              <a:gd name="f1250" fmla="val f6"/>
              <a:gd name="f1251" fmla="val f7"/>
              <a:gd name="f1252" fmla="val f8"/>
              <a:gd name="f1253" fmla="*/ f1247 f0 1"/>
              <a:gd name="f1254" fmla="+- f1252 0 f1250"/>
              <a:gd name="f1255" fmla="+- f1251 0 f1250"/>
              <a:gd name="f1256" fmla="*/ f1253 1 f3"/>
              <a:gd name="f1257" fmla="*/ f1255 1 1590"/>
              <a:gd name="f1258" fmla="*/ f1254 1 1029"/>
              <a:gd name="f1259" fmla="*/ 499 f1255 1"/>
              <a:gd name="f1260" fmla="*/ 363 f1254 1"/>
              <a:gd name="f1261" fmla="*/ 577 f1255 1"/>
              <a:gd name="f1262" fmla="*/ 255 f1254 1"/>
              <a:gd name="f1263" fmla="*/ 506 f1255 1"/>
              <a:gd name="f1264" fmla="*/ 180 f1254 1"/>
              <a:gd name="f1265" fmla="*/ 567 f1255 1"/>
              <a:gd name="f1266" fmla="*/ 143 f1254 1"/>
              <a:gd name="f1267" fmla="*/ 644 f1255 1"/>
              <a:gd name="f1268" fmla="*/ 44 f1254 1"/>
              <a:gd name="f1269" fmla="*/ 768 f1255 1"/>
              <a:gd name="f1270" fmla="*/ 12 f1254 1"/>
              <a:gd name="f1271" fmla="*/ 882 f1255 1"/>
              <a:gd name="f1272" fmla="*/ 17 f1254 1"/>
              <a:gd name="f1273" fmla="*/ 919 f1255 1"/>
              <a:gd name="f1274" fmla="*/ 105 f1254 1"/>
              <a:gd name="f1275" fmla="*/ 982 f1255 1"/>
              <a:gd name="f1276" fmla="*/ 153 f1254 1"/>
              <a:gd name="f1277" fmla="*/ 997 f1255 1"/>
              <a:gd name="f1278" fmla="*/ 237 f1254 1"/>
              <a:gd name="f1279" fmla="*/ 912 f1255 1"/>
              <a:gd name="f1280" fmla="*/ 291 f1254 1"/>
              <a:gd name="f1281" fmla="*/ 913 f1255 1"/>
              <a:gd name="f1282" fmla="*/ 366 f1254 1"/>
              <a:gd name="f1283" fmla="*/ 803 f1255 1"/>
              <a:gd name="f1284" fmla="*/ 394 f1254 1"/>
              <a:gd name="f1285" fmla="*/ 1044 f1255 1"/>
              <a:gd name="f1286" fmla="*/ 503 f1254 1"/>
              <a:gd name="f1287" fmla="*/ 1214 f1255 1"/>
              <a:gd name="f1288" fmla="*/ 546 f1254 1"/>
              <a:gd name="f1289" fmla="*/ 1220 f1255 1"/>
              <a:gd name="f1290" fmla="*/ 460 f1254 1"/>
              <a:gd name="f1291" fmla="*/ 1250 f1255 1"/>
              <a:gd name="f1292" fmla="*/ 474 f1254 1"/>
              <a:gd name="f1293" fmla="*/ 1261 f1255 1"/>
              <a:gd name="f1294" fmla="*/ 441 f1254 1"/>
              <a:gd name="f1295" fmla="*/ 1337 f1255 1"/>
              <a:gd name="f1296" fmla="*/ 419 f1254 1"/>
              <a:gd name="f1297" fmla="*/ 1390 f1255 1"/>
              <a:gd name="f1298" fmla="*/ 389 f1254 1"/>
              <a:gd name="f1299" fmla="*/ 1447 f1255 1"/>
              <a:gd name="f1300" fmla="*/ 443 f1254 1"/>
              <a:gd name="f1301" fmla="*/ 1484 f1255 1"/>
              <a:gd name="f1302" fmla="*/ 516 f1254 1"/>
              <a:gd name="f1303" fmla="*/ 1457 f1255 1"/>
              <a:gd name="f1304" fmla="*/ 585 f1254 1"/>
              <a:gd name="f1305" fmla="*/ 1483 f1255 1"/>
              <a:gd name="f1306" fmla="*/ 644 f1254 1"/>
              <a:gd name="f1307" fmla="*/ 1439 f1255 1"/>
              <a:gd name="f1308" fmla="*/ 713 f1254 1"/>
              <a:gd name="f1309" fmla="*/ 1368 f1255 1"/>
              <a:gd name="f1310" fmla="*/ 602 f1254 1"/>
              <a:gd name="f1311" fmla="*/ 1580 f1255 1"/>
              <a:gd name="f1312" fmla="*/ 823 f1254 1"/>
              <a:gd name="f1313" fmla="*/ 1520 f1255 1"/>
              <a:gd name="f1314" fmla="*/ 1006 f1254 1"/>
              <a:gd name="f1315" fmla="*/ 1471 f1255 1"/>
              <a:gd name="f1316" fmla="*/ 829 f1254 1"/>
              <a:gd name="f1317" fmla="*/ 1172 f1255 1"/>
              <a:gd name="f1318" fmla="*/ 594 f1254 1"/>
              <a:gd name="f1319" fmla="*/ 1207 f1255 1"/>
              <a:gd name="f1320" fmla="*/ 684 f1254 1"/>
              <a:gd name="f1321" fmla="*/ 1180 f1255 1"/>
              <a:gd name="f1322" fmla="*/ 749 f1254 1"/>
              <a:gd name="f1323" fmla="*/ 1075 f1255 1"/>
              <a:gd name="f1324" fmla="*/ 767 f1254 1"/>
              <a:gd name="f1325" fmla="*/ 822 f1254 1"/>
              <a:gd name="f1326" fmla="*/ 961 f1255 1"/>
              <a:gd name="f1327" fmla="*/ 838 f1254 1"/>
              <a:gd name="f1328" fmla="*/ 911 f1255 1"/>
              <a:gd name="f1329" fmla="*/ 782 f1254 1"/>
              <a:gd name="f1330" fmla="*/ 908 f1255 1"/>
              <a:gd name="f1331" fmla="*/ 711 f1254 1"/>
              <a:gd name="f1332" fmla="*/ 825 f1255 1"/>
              <a:gd name="f1333" fmla="*/ 679 f1254 1"/>
              <a:gd name="f1334" fmla="*/ 829 f1255 1"/>
              <a:gd name="f1335" fmla="*/ 589 f1254 1"/>
              <a:gd name="f1336" fmla="*/ 894 f1255 1"/>
              <a:gd name="f1337" fmla="*/ 506 f1254 1"/>
              <a:gd name="f1338" fmla="*/ 1024 f1255 1"/>
              <a:gd name="f1339" fmla="*/ 527 f1254 1"/>
              <a:gd name="f1340" fmla="*/ 590 f1255 1"/>
              <a:gd name="f1341" fmla="*/ 493 f1254 1"/>
              <a:gd name="f1342" fmla="*/ 594 f1255 1"/>
              <a:gd name="f1343" fmla="*/ 550 f1254 1"/>
              <a:gd name="f1344" fmla="*/ 553 f1255 1"/>
              <a:gd name="f1345" fmla="*/ 286 f1255 1"/>
              <a:gd name="f1346" fmla="*/ 395 f1254 1"/>
              <a:gd name="f1347" fmla="*/ 368 f1255 1"/>
              <a:gd name="f1348" fmla="*/ 445 f1254 1"/>
              <a:gd name="f1349" fmla="*/ 416 f1255 1"/>
              <a:gd name="f1350" fmla="*/ 592 f1254 1"/>
              <a:gd name="f1351" fmla="*/ 445 f1255 1"/>
              <a:gd name="f1352" fmla="*/ 638 f1254 1"/>
              <a:gd name="f1353" fmla="*/ 435 f1255 1"/>
              <a:gd name="f1354" fmla="*/ 738 f1254 1"/>
              <a:gd name="f1355" fmla="*/ 301 f1255 1"/>
              <a:gd name="f1356" fmla="*/ 732 f1254 1"/>
              <a:gd name="f1357" fmla="*/ 278 f1255 1"/>
              <a:gd name="f1358" fmla="*/ 766 f1254 1"/>
              <a:gd name="f1359" fmla="*/ 150 f1255 1"/>
              <a:gd name="f1360" fmla="*/ 682 f1254 1"/>
              <a:gd name="f1361" fmla="*/ 159 f1255 1"/>
              <a:gd name="f1362" fmla="*/ 454 f1254 1"/>
              <a:gd name="f1363" fmla="*/ 193 f1255 1"/>
              <a:gd name="f1364" fmla="*/ 500 f1254 1"/>
              <a:gd name="f1365" fmla="*/ 8 f1255 1"/>
              <a:gd name="f1366" fmla="*/ 261 f1254 1"/>
              <a:gd name="f1367" fmla="*/ 1322 f1255 1"/>
              <a:gd name="f1368" fmla="*/ 542 f1254 1"/>
              <a:gd name="f1369" fmla="*/ 682 f1255 1"/>
              <a:gd name="f1370" fmla="*/ 371 f1254 1"/>
              <a:gd name="f1371" fmla="*/ 1348 f1255 1"/>
              <a:gd name="f1372" fmla="*/ 545 f1254 1"/>
              <a:gd name="f1373" fmla="*/ 1433 f1255 1"/>
              <a:gd name="f1374" fmla="*/ 624 f1254 1"/>
              <a:gd name="f1375" fmla="*/ 1406 f1255 1"/>
              <a:gd name="f1376" fmla="*/ 488 f1254 1"/>
              <a:gd name="f1377" fmla="+- f1256 0 f1"/>
              <a:gd name="f1378" fmla="*/ f1259 1 1590"/>
              <a:gd name="f1379" fmla="*/ f1260 1 1029"/>
              <a:gd name="f1380" fmla="*/ f1261 1 1590"/>
              <a:gd name="f1381" fmla="*/ f1262 1 1029"/>
              <a:gd name="f1382" fmla="*/ f1263 1 1590"/>
              <a:gd name="f1383" fmla="*/ f1264 1 1029"/>
              <a:gd name="f1384" fmla="*/ f1265 1 1590"/>
              <a:gd name="f1385" fmla="*/ f1266 1 1029"/>
              <a:gd name="f1386" fmla="*/ f1267 1 1590"/>
              <a:gd name="f1387" fmla="*/ f1268 1 1029"/>
              <a:gd name="f1388" fmla="*/ f1269 1 1590"/>
              <a:gd name="f1389" fmla="*/ f1270 1 1029"/>
              <a:gd name="f1390" fmla="*/ f1271 1 1590"/>
              <a:gd name="f1391" fmla="*/ f1272 1 1029"/>
              <a:gd name="f1392" fmla="*/ f1273 1 1590"/>
              <a:gd name="f1393" fmla="*/ f1274 1 1029"/>
              <a:gd name="f1394" fmla="*/ f1275 1 1590"/>
              <a:gd name="f1395" fmla="*/ f1276 1 1029"/>
              <a:gd name="f1396" fmla="*/ f1277 1 1590"/>
              <a:gd name="f1397" fmla="*/ f1278 1 1029"/>
              <a:gd name="f1398" fmla="*/ f1279 1 1590"/>
              <a:gd name="f1399" fmla="*/ f1280 1 1029"/>
              <a:gd name="f1400" fmla="*/ f1281 1 1590"/>
              <a:gd name="f1401" fmla="*/ f1282 1 1029"/>
              <a:gd name="f1402" fmla="*/ f1283 1 1590"/>
              <a:gd name="f1403" fmla="*/ f1284 1 1029"/>
              <a:gd name="f1404" fmla="*/ f1285 1 1590"/>
              <a:gd name="f1405" fmla="*/ f1286 1 1029"/>
              <a:gd name="f1406" fmla="*/ f1287 1 1590"/>
              <a:gd name="f1407" fmla="*/ f1288 1 1029"/>
              <a:gd name="f1408" fmla="*/ f1289 1 1590"/>
              <a:gd name="f1409" fmla="*/ f1290 1 1029"/>
              <a:gd name="f1410" fmla="*/ f1291 1 1590"/>
              <a:gd name="f1411" fmla="*/ f1292 1 1029"/>
              <a:gd name="f1412" fmla="*/ f1293 1 1590"/>
              <a:gd name="f1413" fmla="*/ f1294 1 1029"/>
              <a:gd name="f1414" fmla="*/ f1295 1 1590"/>
              <a:gd name="f1415" fmla="*/ f1296 1 1029"/>
              <a:gd name="f1416" fmla="*/ f1297 1 1590"/>
              <a:gd name="f1417" fmla="*/ f1298 1 1029"/>
              <a:gd name="f1418" fmla="*/ f1299 1 1590"/>
              <a:gd name="f1419" fmla="*/ f1300 1 1029"/>
              <a:gd name="f1420" fmla="*/ f1301 1 1590"/>
              <a:gd name="f1421" fmla="*/ f1302 1 1029"/>
              <a:gd name="f1422" fmla="*/ f1303 1 1590"/>
              <a:gd name="f1423" fmla="*/ f1304 1 1029"/>
              <a:gd name="f1424" fmla="*/ f1305 1 1590"/>
              <a:gd name="f1425" fmla="*/ f1306 1 1029"/>
              <a:gd name="f1426" fmla="*/ f1307 1 1590"/>
              <a:gd name="f1427" fmla="*/ f1308 1 1029"/>
              <a:gd name="f1428" fmla="*/ f1309 1 1590"/>
              <a:gd name="f1429" fmla="*/ f1310 1 1029"/>
              <a:gd name="f1430" fmla="*/ f1311 1 1590"/>
              <a:gd name="f1431" fmla="*/ f1312 1 1029"/>
              <a:gd name="f1432" fmla="*/ f1313 1 1590"/>
              <a:gd name="f1433" fmla="*/ f1314 1 1029"/>
              <a:gd name="f1434" fmla="*/ f1315 1 1590"/>
              <a:gd name="f1435" fmla="*/ f1316 1 1029"/>
              <a:gd name="f1436" fmla="*/ f1317 1 1590"/>
              <a:gd name="f1437" fmla="*/ f1318 1 1029"/>
              <a:gd name="f1438" fmla="*/ f1319 1 1590"/>
              <a:gd name="f1439" fmla="*/ f1320 1 1029"/>
              <a:gd name="f1440" fmla="*/ f1321 1 1590"/>
              <a:gd name="f1441" fmla="*/ f1322 1 1029"/>
              <a:gd name="f1442" fmla="*/ f1323 1 1590"/>
              <a:gd name="f1443" fmla="*/ f1324 1 1029"/>
              <a:gd name="f1444" fmla="*/ f1325 1 1029"/>
              <a:gd name="f1445" fmla="*/ f1326 1 1590"/>
              <a:gd name="f1446" fmla="*/ f1327 1 1029"/>
              <a:gd name="f1447" fmla="*/ f1328 1 1590"/>
              <a:gd name="f1448" fmla="*/ f1329 1 1029"/>
              <a:gd name="f1449" fmla="*/ f1330 1 1590"/>
              <a:gd name="f1450" fmla="*/ f1331 1 1029"/>
              <a:gd name="f1451" fmla="*/ f1332 1 1590"/>
              <a:gd name="f1452" fmla="*/ f1333 1 1029"/>
              <a:gd name="f1453" fmla="*/ f1334 1 1590"/>
              <a:gd name="f1454" fmla="*/ f1335 1 1029"/>
              <a:gd name="f1455" fmla="*/ f1336 1 1590"/>
              <a:gd name="f1456" fmla="*/ f1337 1 1029"/>
              <a:gd name="f1457" fmla="*/ f1338 1 1590"/>
              <a:gd name="f1458" fmla="*/ f1339 1 1029"/>
              <a:gd name="f1459" fmla="*/ f1340 1 1590"/>
              <a:gd name="f1460" fmla="*/ f1341 1 1029"/>
              <a:gd name="f1461" fmla="*/ f1342 1 1590"/>
              <a:gd name="f1462" fmla="*/ f1343 1 1029"/>
              <a:gd name="f1463" fmla="*/ f1344 1 1590"/>
              <a:gd name="f1464" fmla="*/ f1345 1 1590"/>
              <a:gd name="f1465" fmla="*/ f1346 1 1029"/>
              <a:gd name="f1466" fmla="*/ f1347 1 1590"/>
              <a:gd name="f1467" fmla="*/ f1348 1 1029"/>
              <a:gd name="f1468" fmla="*/ f1349 1 1590"/>
              <a:gd name="f1469" fmla="*/ f1350 1 1029"/>
              <a:gd name="f1470" fmla="*/ f1351 1 1590"/>
              <a:gd name="f1471" fmla="*/ f1352 1 1029"/>
              <a:gd name="f1472" fmla="*/ f1353 1 1590"/>
              <a:gd name="f1473" fmla="*/ f1354 1 1029"/>
              <a:gd name="f1474" fmla="*/ f1355 1 1590"/>
              <a:gd name="f1475" fmla="*/ f1356 1 1029"/>
              <a:gd name="f1476" fmla="*/ f1357 1 1590"/>
              <a:gd name="f1477" fmla="*/ f1358 1 1029"/>
              <a:gd name="f1478" fmla="*/ f1359 1 1590"/>
              <a:gd name="f1479" fmla="*/ f1360 1 1029"/>
              <a:gd name="f1480" fmla="*/ f1361 1 1590"/>
              <a:gd name="f1481" fmla="*/ f1362 1 1029"/>
              <a:gd name="f1482" fmla="*/ f1363 1 1590"/>
              <a:gd name="f1483" fmla="*/ f1364 1 1029"/>
              <a:gd name="f1484" fmla="*/ f1365 1 1590"/>
              <a:gd name="f1485" fmla="*/ f1366 1 1029"/>
              <a:gd name="f1486" fmla="*/ f1367 1 1590"/>
              <a:gd name="f1487" fmla="*/ f1368 1 1029"/>
              <a:gd name="f1488" fmla="*/ f1369 1 1590"/>
              <a:gd name="f1489" fmla="*/ f1370 1 1029"/>
              <a:gd name="f1490" fmla="*/ f1371 1 1590"/>
              <a:gd name="f1491" fmla="*/ f1372 1 1029"/>
              <a:gd name="f1492" fmla="*/ f1373 1 1590"/>
              <a:gd name="f1493" fmla="*/ f1374 1 1029"/>
              <a:gd name="f1494" fmla="*/ f1375 1 1590"/>
              <a:gd name="f1495" fmla="*/ f1376 1 1029"/>
              <a:gd name="f1496" fmla="*/ 0 1 f1257"/>
              <a:gd name="f1497" fmla="*/ f1251 1 f1257"/>
              <a:gd name="f1498" fmla="*/ 0 1 f1258"/>
              <a:gd name="f1499" fmla="*/ f1252 1 f1258"/>
              <a:gd name="f1500" fmla="*/ f1378 1 f1257"/>
              <a:gd name="f1501" fmla="*/ f1379 1 f1258"/>
              <a:gd name="f1502" fmla="*/ f1380 1 f1257"/>
              <a:gd name="f1503" fmla="*/ f1381 1 f1258"/>
              <a:gd name="f1504" fmla="*/ f1382 1 f1257"/>
              <a:gd name="f1505" fmla="*/ f1383 1 f1258"/>
              <a:gd name="f1506" fmla="*/ f1384 1 f1257"/>
              <a:gd name="f1507" fmla="*/ f1385 1 f1258"/>
              <a:gd name="f1508" fmla="*/ f1386 1 f1257"/>
              <a:gd name="f1509" fmla="*/ f1387 1 f1258"/>
              <a:gd name="f1510" fmla="*/ f1388 1 f1257"/>
              <a:gd name="f1511" fmla="*/ f1389 1 f1258"/>
              <a:gd name="f1512" fmla="*/ f1390 1 f1257"/>
              <a:gd name="f1513" fmla="*/ f1391 1 f1258"/>
              <a:gd name="f1514" fmla="*/ f1392 1 f1257"/>
              <a:gd name="f1515" fmla="*/ f1393 1 f1258"/>
              <a:gd name="f1516" fmla="*/ f1394 1 f1257"/>
              <a:gd name="f1517" fmla="*/ f1395 1 f1258"/>
              <a:gd name="f1518" fmla="*/ f1396 1 f1257"/>
              <a:gd name="f1519" fmla="*/ f1397 1 f1258"/>
              <a:gd name="f1520" fmla="*/ f1398 1 f1257"/>
              <a:gd name="f1521" fmla="*/ f1399 1 f1258"/>
              <a:gd name="f1522" fmla="*/ f1400 1 f1257"/>
              <a:gd name="f1523" fmla="*/ f1401 1 f1258"/>
              <a:gd name="f1524" fmla="*/ f1402 1 f1257"/>
              <a:gd name="f1525" fmla="*/ f1403 1 f1258"/>
              <a:gd name="f1526" fmla="*/ f1404 1 f1257"/>
              <a:gd name="f1527" fmla="*/ f1405 1 f1258"/>
              <a:gd name="f1528" fmla="*/ f1406 1 f1257"/>
              <a:gd name="f1529" fmla="*/ f1407 1 f1258"/>
              <a:gd name="f1530" fmla="*/ f1408 1 f1257"/>
              <a:gd name="f1531" fmla="*/ f1409 1 f1258"/>
              <a:gd name="f1532" fmla="*/ f1410 1 f1257"/>
              <a:gd name="f1533" fmla="*/ f1411 1 f1258"/>
              <a:gd name="f1534" fmla="*/ f1412 1 f1257"/>
              <a:gd name="f1535" fmla="*/ f1413 1 f1258"/>
              <a:gd name="f1536" fmla="*/ f1414 1 f1257"/>
              <a:gd name="f1537" fmla="*/ f1415 1 f1258"/>
              <a:gd name="f1538" fmla="*/ f1416 1 f1257"/>
              <a:gd name="f1539" fmla="*/ f1417 1 f1258"/>
              <a:gd name="f1540" fmla="*/ f1418 1 f1257"/>
              <a:gd name="f1541" fmla="*/ f1419 1 f1258"/>
              <a:gd name="f1542" fmla="*/ f1420 1 f1257"/>
              <a:gd name="f1543" fmla="*/ f1421 1 f1258"/>
              <a:gd name="f1544" fmla="*/ f1422 1 f1257"/>
              <a:gd name="f1545" fmla="*/ f1423 1 f1258"/>
              <a:gd name="f1546" fmla="*/ f1424 1 f1257"/>
              <a:gd name="f1547" fmla="*/ f1425 1 f1258"/>
              <a:gd name="f1548" fmla="*/ f1426 1 f1257"/>
              <a:gd name="f1549" fmla="*/ f1427 1 f1258"/>
              <a:gd name="f1550" fmla="*/ f1428 1 f1257"/>
              <a:gd name="f1551" fmla="*/ f1429 1 f1258"/>
              <a:gd name="f1552" fmla="*/ f1430 1 f1257"/>
              <a:gd name="f1553" fmla="*/ f1431 1 f1258"/>
              <a:gd name="f1554" fmla="*/ f1432 1 f1257"/>
              <a:gd name="f1555" fmla="*/ f1433 1 f1258"/>
              <a:gd name="f1556" fmla="*/ f1434 1 f1257"/>
              <a:gd name="f1557" fmla="*/ f1435 1 f1258"/>
              <a:gd name="f1558" fmla="*/ f1436 1 f1257"/>
              <a:gd name="f1559" fmla="*/ f1437 1 f1258"/>
              <a:gd name="f1560" fmla="*/ f1438 1 f1257"/>
              <a:gd name="f1561" fmla="*/ f1439 1 f1258"/>
              <a:gd name="f1562" fmla="*/ f1440 1 f1257"/>
              <a:gd name="f1563" fmla="*/ f1441 1 f1258"/>
              <a:gd name="f1564" fmla="*/ f1442 1 f1257"/>
              <a:gd name="f1565" fmla="*/ f1443 1 f1258"/>
              <a:gd name="f1566" fmla="*/ f1444 1 f1258"/>
              <a:gd name="f1567" fmla="*/ f1445 1 f1257"/>
              <a:gd name="f1568" fmla="*/ f1446 1 f1258"/>
              <a:gd name="f1569" fmla="*/ f1447 1 f1257"/>
              <a:gd name="f1570" fmla="*/ f1448 1 f1258"/>
              <a:gd name="f1571" fmla="*/ f1449 1 f1257"/>
              <a:gd name="f1572" fmla="*/ f1450 1 f1258"/>
              <a:gd name="f1573" fmla="*/ f1451 1 f1257"/>
              <a:gd name="f1574" fmla="*/ f1452 1 f1258"/>
              <a:gd name="f1575" fmla="*/ f1453 1 f1257"/>
              <a:gd name="f1576" fmla="*/ f1454 1 f1258"/>
              <a:gd name="f1577" fmla="*/ f1455 1 f1257"/>
              <a:gd name="f1578" fmla="*/ f1456 1 f1258"/>
              <a:gd name="f1579" fmla="*/ f1457 1 f1257"/>
              <a:gd name="f1580" fmla="*/ f1458 1 f1258"/>
              <a:gd name="f1581" fmla="*/ f1459 1 f1257"/>
              <a:gd name="f1582" fmla="*/ f1460 1 f1258"/>
              <a:gd name="f1583" fmla="*/ f1461 1 f1257"/>
              <a:gd name="f1584" fmla="*/ f1462 1 f1258"/>
              <a:gd name="f1585" fmla="*/ f1463 1 f1257"/>
              <a:gd name="f1586" fmla="*/ f1464 1 f1257"/>
              <a:gd name="f1587" fmla="*/ f1465 1 f1258"/>
              <a:gd name="f1588" fmla="*/ f1466 1 f1257"/>
              <a:gd name="f1589" fmla="*/ f1467 1 f1258"/>
              <a:gd name="f1590" fmla="*/ f1468 1 f1257"/>
              <a:gd name="f1591" fmla="*/ f1469 1 f1258"/>
              <a:gd name="f1592" fmla="*/ f1470 1 f1257"/>
              <a:gd name="f1593" fmla="*/ f1471 1 f1258"/>
              <a:gd name="f1594" fmla="*/ f1472 1 f1257"/>
              <a:gd name="f1595" fmla="*/ f1473 1 f1258"/>
              <a:gd name="f1596" fmla="*/ f1474 1 f1257"/>
              <a:gd name="f1597" fmla="*/ f1475 1 f1258"/>
              <a:gd name="f1598" fmla="*/ f1476 1 f1257"/>
              <a:gd name="f1599" fmla="*/ f1477 1 f1258"/>
              <a:gd name="f1600" fmla="*/ f1478 1 f1257"/>
              <a:gd name="f1601" fmla="*/ f1479 1 f1258"/>
              <a:gd name="f1602" fmla="*/ f1480 1 f1257"/>
              <a:gd name="f1603" fmla="*/ f1481 1 f1258"/>
              <a:gd name="f1604" fmla="*/ f1482 1 f1257"/>
              <a:gd name="f1605" fmla="*/ f1483 1 f1258"/>
              <a:gd name="f1606" fmla="*/ f1484 1 f1257"/>
              <a:gd name="f1607" fmla="*/ f1485 1 f1258"/>
              <a:gd name="f1608" fmla="*/ f1486 1 f1257"/>
              <a:gd name="f1609" fmla="*/ f1487 1 f1258"/>
              <a:gd name="f1610" fmla="*/ f1488 1 f1257"/>
              <a:gd name="f1611" fmla="*/ f1489 1 f1258"/>
              <a:gd name="f1612" fmla="*/ f1490 1 f1257"/>
              <a:gd name="f1613" fmla="*/ f1491 1 f1258"/>
              <a:gd name="f1614" fmla="*/ f1492 1 f1257"/>
              <a:gd name="f1615" fmla="*/ f1493 1 f1258"/>
              <a:gd name="f1616" fmla="*/ f1494 1 f1257"/>
              <a:gd name="f1617" fmla="*/ f1495 1 f1258"/>
              <a:gd name="f1618" fmla="*/ f1496 f1248 1"/>
              <a:gd name="f1619" fmla="*/ f1497 f1248 1"/>
              <a:gd name="f1620" fmla="*/ f1499 f1249 1"/>
              <a:gd name="f1621" fmla="*/ f1498 f1249 1"/>
              <a:gd name="f1622" fmla="*/ f1500 f1248 1"/>
              <a:gd name="f1623" fmla="*/ f1501 f1249 1"/>
              <a:gd name="f1624" fmla="*/ f1502 f1248 1"/>
              <a:gd name="f1625" fmla="*/ f1503 f1249 1"/>
              <a:gd name="f1626" fmla="*/ f1504 f1248 1"/>
              <a:gd name="f1627" fmla="*/ f1505 f1249 1"/>
              <a:gd name="f1628" fmla="*/ f1506 f1248 1"/>
              <a:gd name="f1629" fmla="*/ f1507 f1249 1"/>
              <a:gd name="f1630" fmla="*/ f1508 f1248 1"/>
              <a:gd name="f1631" fmla="*/ f1509 f1249 1"/>
              <a:gd name="f1632" fmla="*/ f1510 f1248 1"/>
              <a:gd name="f1633" fmla="*/ f1511 f1249 1"/>
              <a:gd name="f1634" fmla="*/ f1512 f1248 1"/>
              <a:gd name="f1635" fmla="*/ f1513 f1249 1"/>
              <a:gd name="f1636" fmla="*/ f1514 f1248 1"/>
              <a:gd name="f1637" fmla="*/ f1515 f1249 1"/>
              <a:gd name="f1638" fmla="*/ f1516 f1248 1"/>
              <a:gd name="f1639" fmla="*/ f1517 f1249 1"/>
              <a:gd name="f1640" fmla="*/ f1518 f1248 1"/>
              <a:gd name="f1641" fmla="*/ f1519 f1249 1"/>
              <a:gd name="f1642" fmla="*/ f1520 f1248 1"/>
              <a:gd name="f1643" fmla="*/ f1521 f1249 1"/>
              <a:gd name="f1644" fmla="*/ f1522 f1248 1"/>
              <a:gd name="f1645" fmla="*/ f1523 f1249 1"/>
              <a:gd name="f1646" fmla="*/ f1524 f1248 1"/>
              <a:gd name="f1647" fmla="*/ f1525 f1249 1"/>
              <a:gd name="f1648" fmla="*/ f1526 f1248 1"/>
              <a:gd name="f1649" fmla="*/ f1527 f1249 1"/>
              <a:gd name="f1650" fmla="*/ f1528 f1248 1"/>
              <a:gd name="f1651" fmla="*/ f1529 f1249 1"/>
              <a:gd name="f1652" fmla="*/ f1530 f1248 1"/>
              <a:gd name="f1653" fmla="*/ f1531 f1249 1"/>
              <a:gd name="f1654" fmla="*/ f1532 f1248 1"/>
              <a:gd name="f1655" fmla="*/ f1533 f1249 1"/>
              <a:gd name="f1656" fmla="*/ f1534 f1248 1"/>
              <a:gd name="f1657" fmla="*/ f1535 f1249 1"/>
              <a:gd name="f1658" fmla="*/ f1536 f1248 1"/>
              <a:gd name="f1659" fmla="*/ f1537 f1249 1"/>
              <a:gd name="f1660" fmla="*/ f1538 f1248 1"/>
              <a:gd name="f1661" fmla="*/ f1539 f1249 1"/>
              <a:gd name="f1662" fmla="*/ f1540 f1248 1"/>
              <a:gd name="f1663" fmla="*/ f1541 f1249 1"/>
              <a:gd name="f1664" fmla="*/ f1542 f1248 1"/>
              <a:gd name="f1665" fmla="*/ f1543 f1249 1"/>
              <a:gd name="f1666" fmla="*/ f1544 f1248 1"/>
              <a:gd name="f1667" fmla="*/ f1545 f1249 1"/>
              <a:gd name="f1668" fmla="*/ f1546 f1248 1"/>
              <a:gd name="f1669" fmla="*/ f1547 f1249 1"/>
              <a:gd name="f1670" fmla="*/ f1548 f1248 1"/>
              <a:gd name="f1671" fmla="*/ f1549 f1249 1"/>
              <a:gd name="f1672" fmla="*/ f1550 f1248 1"/>
              <a:gd name="f1673" fmla="*/ f1551 f1249 1"/>
              <a:gd name="f1674" fmla="*/ f1552 f1248 1"/>
              <a:gd name="f1675" fmla="*/ f1553 f1249 1"/>
              <a:gd name="f1676" fmla="*/ f1554 f1248 1"/>
              <a:gd name="f1677" fmla="*/ f1555 f1249 1"/>
              <a:gd name="f1678" fmla="*/ f1556 f1248 1"/>
              <a:gd name="f1679" fmla="*/ f1557 f1249 1"/>
              <a:gd name="f1680" fmla="*/ f1558 f1248 1"/>
              <a:gd name="f1681" fmla="*/ f1559 f1249 1"/>
              <a:gd name="f1682" fmla="*/ f1560 f1248 1"/>
              <a:gd name="f1683" fmla="*/ f1561 f1249 1"/>
              <a:gd name="f1684" fmla="*/ f1562 f1248 1"/>
              <a:gd name="f1685" fmla="*/ f1563 f1249 1"/>
              <a:gd name="f1686" fmla="*/ f1564 f1248 1"/>
              <a:gd name="f1687" fmla="*/ f1565 f1249 1"/>
              <a:gd name="f1688" fmla="*/ f1566 f1249 1"/>
              <a:gd name="f1689" fmla="*/ f1567 f1248 1"/>
              <a:gd name="f1690" fmla="*/ f1568 f1249 1"/>
              <a:gd name="f1691" fmla="*/ f1569 f1248 1"/>
              <a:gd name="f1692" fmla="*/ f1570 f1249 1"/>
              <a:gd name="f1693" fmla="*/ f1571 f1248 1"/>
              <a:gd name="f1694" fmla="*/ f1572 f1249 1"/>
              <a:gd name="f1695" fmla="*/ f1573 f1248 1"/>
              <a:gd name="f1696" fmla="*/ f1574 f1249 1"/>
              <a:gd name="f1697" fmla="*/ f1575 f1248 1"/>
              <a:gd name="f1698" fmla="*/ f1576 f1249 1"/>
              <a:gd name="f1699" fmla="*/ f1577 f1248 1"/>
              <a:gd name="f1700" fmla="*/ f1578 f1249 1"/>
              <a:gd name="f1701" fmla="*/ f1579 f1248 1"/>
              <a:gd name="f1702" fmla="*/ f1580 f1249 1"/>
              <a:gd name="f1703" fmla="*/ f1581 f1248 1"/>
              <a:gd name="f1704" fmla="*/ f1582 f1249 1"/>
              <a:gd name="f1705" fmla="*/ f1583 f1248 1"/>
              <a:gd name="f1706" fmla="*/ f1584 f1249 1"/>
              <a:gd name="f1707" fmla="*/ f1585 f1248 1"/>
              <a:gd name="f1708" fmla="*/ f1586 f1248 1"/>
              <a:gd name="f1709" fmla="*/ f1587 f1249 1"/>
              <a:gd name="f1710" fmla="*/ f1588 f1248 1"/>
              <a:gd name="f1711" fmla="*/ f1589 f1249 1"/>
              <a:gd name="f1712" fmla="*/ f1590 f1248 1"/>
              <a:gd name="f1713" fmla="*/ f1591 f1249 1"/>
              <a:gd name="f1714" fmla="*/ f1592 f1248 1"/>
              <a:gd name="f1715" fmla="*/ f1593 f1249 1"/>
              <a:gd name="f1716" fmla="*/ f1594 f1248 1"/>
              <a:gd name="f1717" fmla="*/ f1595 f1249 1"/>
              <a:gd name="f1718" fmla="*/ f1596 f1248 1"/>
              <a:gd name="f1719" fmla="*/ f1597 f1249 1"/>
              <a:gd name="f1720" fmla="*/ f1598 f1248 1"/>
              <a:gd name="f1721" fmla="*/ f1599 f1249 1"/>
              <a:gd name="f1722" fmla="*/ f1600 f1248 1"/>
              <a:gd name="f1723" fmla="*/ f1601 f1249 1"/>
              <a:gd name="f1724" fmla="*/ f1602 f1248 1"/>
              <a:gd name="f1725" fmla="*/ f1603 f1249 1"/>
              <a:gd name="f1726" fmla="*/ f1604 f1248 1"/>
              <a:gd name="f1727" fmla="*/ f1605 f1249 1"/>
              <a:gd name="f1728" fmla="*/ f1606 f1248 1"/>
              <a:gd name="f1729" fmla="*/ f1607 f1249 1"/>
              <a:gd name="f1730" fmla="*/ f1608 f1248 1"/>
              <a:gd name="f1731" fmla="*/ f1609 f1249 1"/>
              <a:gd name="f1732" fmla="*/ f1610 f1248 1"/>
              <a:gd name="f1733" fmla="*/ f1611 f1249 1"/>
              <a:gd name="f1734" fmla="*/ f1612 f1248 1"/>
              <a:gd name="f1735" fmla="*/ f1613 f1249 1"/>
              <a:gd name="f1736" fmla="*/ f1614 f1248 1"/>
              <a:gd name="f1737" fmla="*/ f1615 f1249 1"/>
              <a:gd name="f1738" fmla="*/ f1616 f1248 1"/>
              <a:gd name="f1739" fmla="*/ f1617 f124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1377">
                <a:pos x="f1622" y="f1623"/>
              </a:cxn>
              <a:cxn ang="f1377">
                <a:pos x="f1624" y="f1625"/>
              </a:cxn>
              <a:cxn ang="f1377">
                <a:pos x="f1626" y="f1627"/>
              </a:cxn>
              <a:cxn ang="f1377">
                <a:pos x="f1628" y="f1629"/>
              </a:cxn>
              <a:cxn ang="f1377">
                <a:pos x="f1630" y="f1631"/>
              </a:cxn>
              <a:cxn ang="f1377">
                <a:pos x="f1632" y="f1633"/>
              </a:cxn>
              <a:cxn ang="f1377">
                <a:pos x="f1634" y="f1635"/>
              </a:cxn>
              <a:cxn ang="f1377">
                <a:pos x="f1636" y="f1637"/>
              </a:cxn>
              <a:cxn ang="f1377">
                <a:pos x="f1638" y="f1639"/>
              </a:cxn>
              <a:cxn ang="f1377">
                <a:pos x="f1640" y="f1641"/>
              </a:cxn>
              <a:cxn ang="f1377">
                <a:pos x="f1642" y="f1643"/>
              </a:cxn>
              <a:cxn ang="f1377">
                <a:pos x="f1644" y="f1645"/>
              </a:cxn>
              <a:cxn ang="f1377">
                <a:pos x="f1646" y="f1647"/>
              </a:cxn>
              <a:cxn ang="f1377">
                <a:pos x="f1648" y="f1649"/>
              </a:cxn>
              <a:cxn ang="f1377">
                <a:pos x="f1650" y="f1651"/>
              </a:cxn>
              <a:cxn ang="f1377">
                <a:pos x="f1652" y="f1653"/>
              </a:cxn>
              <a:cxn ang="f1377">
                <a:pos x="f1654" y="f1655"/>
              </a:cxn>
              <a:cxn ang="f1377">
                <a:pos x="f1656" y="f1657"/>
              </a:cxn>
              <a:cxn ang="f1377">
                <a:pos x="f1658" y="f1659"/>
              </a:cxn>
              <a:cxn ang="f1377">
                <a:pos x="f1660" y="f1661"/>
              </a:cxn>
              <a:cxn ang="f1377">
                <a:pos x="f1662" y="f1663"/>
              </a:cxn>
              <a:cxn ang="f1377">
                <a:pos x="f1664" y="f1665"/>
              </a:cxn>
              <a:cxn ang="f1377">
                <a:pos x="f1666" y="f1667"/>
              </a:cxn>
              <a:cxn ang="f1377">
                <a:pos x="f1668" y="f1669"/>
              </a:cxn>
              <a:cxn ang="f1377">
                <a:pos x="f1670" y="f1671"/>
              </a:cxn>
              <a:cxn ang="f1377">
                <a:pos x="f1672" y="f1673"/>
              </a:cxn>
              <a:cxn ang="f1377">
                <a:pos x="f1674" y="f1675"/>
              </a:cxn>
              <a:cxn ang="f1377">
                <a:pos x="f1676" y="f1677"/>
              </a:cxn>
              <a:cxn ang="f1377">
                <a:pos x="f1678" y="f1679"/>
              </a:cxn>
              <a:cxn ang="f1377">
                <a:pos x="f1680" y="f1681"/>
              </a:cxn>
              <a:cxn ang="f1377">
                <a:pos x="f1682" y="f1683"/>
              </a:cxn>
              <a:cxn ang="f1377">
                <a:pos x="f1684" y="f1685"/>
              </a:cxn>
              <a:cxn ang="f1377">
                <a:pos x="f1686" y="f1687"/>
              </a:cxn>
              <a:cxn ang="f1377">
                <a:pos x="f1648" y="f1688"/>
              </a:cxn>
              <a:cxn ang="f1377">
                <a:pos x="f1689" y="f1690"/>
              </a:cxn>
              <a:cxn ang="f1377">
                <a:pos x="f1691" y="f1692"/>
              </a:cxn>
              <a:cxn ang="f1377">
                <a:pos x="f1693" y="f1694"/>
              </a:cxn>
              <a:cxn ang="f1377">
                <a:pos x="f1695" y="f1696"/>
              </a:cxn>
              <a:cxn ang="f1377">
                <a:pos x="f1697" y="f1698"/>
              </a:cxn>
              <a:cxn ang="f1377">
                <a:pos x="f1699" y="f1700"/>
              </a:cxn>
              <a:cxn ang="f1377">
                <a:pos x="f1701" y="f1702"/>
              </a:cxn>
              <a:cxn ang="f1377">
                <a:pos x="f1703" y="f1704"/>
              </a:cxn>
              <a:cxn ang="f1377">
                <a:pos x="f1705" y="f1706"/>
              </a:cxn>
              <a:cxn ang="f1377">
                <a:pos x="f1707" y="f1649"/>
              </a:cxn>
              <a:cxn ang="f1377">
                <a:pos x="f1708" y="f1709"/>
              </a:cxn>
              <a:cxn ang="f1377">
                <a:pos x="f1710" y="f1711"/>
              </a:cxn>
              <a:cxn ang="f1377">
                <a:pos x="f1712" y="f1713"/>
              </a:cxn>
              <a:cxn ang="f1377">
                <a:pos x="f1714" y="f1715"/>
              </a:cxn>
              <a:cxn ang="f1377">
                <a:pos x="f1716" y="f1717"/>
              </a:cxn>
              <a:cxn ang="f1377">
                <a:pos x="f1718" y="f1719"/>
              </a:cxn>
              <a:cxn ang="f1377">
                <a:pos x="f1720" y="f1721"/>
              </a:cxn>
              <a:cxn ang="f1377">
                <a:pos x="f1722" y="f1723"/>
              </a:cxn>
              <a:cxn ang="f1377">
                <a:pos x="f1724" y="f1725"/>
              </a:cxn>
              <a:cxn ang="f1377">
                <a:pos x="f1726" y="f1727"/>
              </a:cxn>
              <a:cxn ang="f1377">
                <a:pos x="f1728" y="f1729"/>
              </a:cxn>
              <a:cxn ang="f1377">
                <a:pos x="f1730" y="f1731"/>
              </a:cxn>
              <a:cxn ang="f1377">
                <a:pos x="f1732" y="f1733"/>
              </a:cxn>
              <a:cxn ang="f1377">
                <a:pos x="f1734" y="f1735"/>
              </a:cxn>
              <a:cxn ang="f1377">
                <a:pos x="f1736" y="f1737"/>
              </a:cxn>
              <a:cxn ang="f1377">
                <a:pos x="f1738" y="f1739"/>
              </a:cxn>
            </a:cxnLst>
            <a:rect l="f1618" t="f1621" r="f1619" b="f1620"/>
            <a:pathLst>
              <a:path w="1590" h="1029">
                <a:moveTo>
                  <a:pt x="f6" y="f9"/>
                </a:moveTo>
                <a:cubicBezTo>
                  <a:pt x="f10" y="f11"/>
                  <a:pt x="f12" y="f13"/>
                  <a:pt x="f14" y="f15"/>
                </a:cubicBezTo>
                <a:cubicBezTo>
                  <a:pt x="f16" y="f17"/>
                  <a:pt x="f18" y="f19"/>
                  <a:pt x="f20" y="f21"/>
                </a:cubicBezTo>
                <a:cubicBezTo>
                  <a:pt x="f9" y="f22"/>
                  <a:pt x="f23" y="f24"/>
                  <a:pt x="f25" y="f26"/>
                </a:cubicBezTo>
                <a:cubicBezTo>
                  <a:pt x="f27" y="f28"/>
                  <a:pt x="f29" y="f30"/>
                  <a:pt x="f31" y="f32"/>
                </a:cubicBezTo>
                <a:cubicBezTo>
                  <a:pt x="f33" y="f34"/>
                  <a:pt x="f35" y="f34"/>
                  <a:pt x="f36" y="f28"/>
                </a:cubicBezTo>
                <a:cubicBezTo>
                  <a:pt x="f37" y="f38"/>
                  <a:pt x="f39" y="f40"/>
                  <a:pt x="f41" y="f42"/>
                </a:cubicBezTo>
                <a:cubicBezTo>
                  <a:pt x="f43" y="f44"/>
                  <a:pt x="f40" y="f45"/>
                  <a:pt x="f46" y="f45"/>
                </a:cubicBezTo>
                <a:cubicBezTo>
                  <a:pt x="f47" y="f48"/>
                  <a:pt x="f49" y="f48"/>
                  <a:pt x="f50" y="f51"/>
                </a:cubicBezTo>
                <a:cubicBezTo>
                  <a:pt x="f52" y="f53"/>
                  <a:pt x="f54" y="f46"/>
                  <a:pt x="f55" y="f56"/>
                </a:cubicBezTo>
                <a:cubicBezTo>
                  <a:pt x="f57" y="f58"/>
                  <a:pt x="f59" y="f56"/>
                  <a:pt x="f60" y="f46"/>
                </a:cubicBezTo>
                <a:cubicBezTo>
                  <a:pt x="f61" y="f62"/>
                  <a:pt x="f63" y="f2"/>
                  <a:pt x="f64" y="f65"/>
                </a:cubicBezTo>
                <a:cubicBezTo>
                  <a:pt x="f66" y="f67"/>
                  <a:pt x="f68" y="f69"/>
                  <a:pt x="f70" y="f71"/>
                </a:cubicBezTo>
                <a:cubicBezTo>
                  <a:pt x="f72" y="f29"/>
                  <a:pt x="f73" y="f74"/>
                  <a:pt x="f75" y="f76"/>
                </a:cubicBezTo>
                <a:cubicBezTo>
                  <a:pt x="f77" y="f76"/>
                  <a:pt x="f78" y="f15"/>
                  <a:pt x="f79" y="f23"/>
                </a:cubicBezTo>
                <a:cubicBezTo>
                  <a:pt x="f80" y="f74"/>
                  <a:pt x="f81" y="f74"/>
                  <a:pt x="f82" y="f74"/>
                </a:cubicBezTo>
                <a:cubicBezTo>
                  <a:pt x="f83" y="f74"/>
                  <a:pt x="f83" y="f74"/>
                  <a:pt x="f83" y="f74"/>
                </a:cubicBezTo>
                <a:cubicBezTo>
                  <a:pt x="f84" y="f85"/>
                  <a:pt x="f86" y="f87"/>
                  <a:pt x="f88" y="f89"/>
                </a:cubicBezTo>
                <a:cubicBezTo>
                  <a:pt x="f90" y="f91"/>
                  <a:pt x="f92" y="f93"/>
                  <a:pt x="f94" y="f15"/>
                </a:cubicBezTo>
                <a:cubicBezTo>
                  <a:pt x="f95" y="f96"/>
                  <a:pt x="f97" y="f13"/>
                  <a:pt x="f54" y="f98"/>
                </a:cubicBezTo>
                <a:cubicBezTo>
                  <a:pt x="f99" y="f100"/>
                  <a:pt x="f101" y="f102"/>
                  <a:pt x="f103" y="f104"/>
                </a:cubicBezTo>
                <a:cubicBezTo>
                  <a:pt x="f105" y="f104"/>
                  <a:pt x="f106" y="f104"/>
                  <a:pt x="f107" y="f108"/>
                </a:cubicBezTo>
                <a:cubicBezTo>
                  <a:pt x="f109" y="f110"/>
                  <a:pt x="f111" y="f112"/>
                  <a:pt x="f113" y="f114"/>
                </a:cubicBezTo>
                <a:cubicBezTo>
                  <a:pt x="f115" y="f116"/>
                  <a:pt x="f117" y="f118"/>
                  <a:pt x="f119" y="f120"/>
                </a:cubicBezTo>
                <a:cubicBezTo>
                  <a:pt x="f121" y="f122"/>
                  <a:pt x="f123" y="f124"/>
                  <a:pt x="f125" y="f126"/>
                </a:cubicBezTo>
                <a:cubicBezTo>
                  <a:pt x="f127" y="f128"/>
                  <a:pt x="f129" y="f130"/>
                  <a:pt x="f131" y="f132"/>
                </a:cubicBezTo>
                <a:cubicBezTo>
                  <a:pt x="f133" y="f134"/>
                  <a:pt x="f129" y="f135"/>
                  <a:pt x="f136" y="f3"/>
                </a:cubicBezTo>
                <a:cubicBezTo>
                  <a:pt x="f137" y="f138"/>
                  <a:pt x="f137" y="f139"/>
                  <a:pt x="f140" y="f141"/>
                </a:cubicBezTo>
                <a:cubicBezTo>
                  <a:pt x="f131" y="f18"/>
                  <a:pt x="f121" y="f142"/>
                  <a:pt x="f143" y="f144"/>
                </a:cubicBezTo>
                <a:cubicBezTo>
                  <a:pt x="f119" y="f144"/>
                  <a:pt x="f145" y="f142"/>
                  <a:pt x="f146" y="f142"/>
                </a:cubicBezTo>
                <a:cubicBezTo>
                  <a:pt x="f147" y="f142"/>
                  <a:pt x="f148" y="f149"/>
                  <a:pt x="f150" y="f151"/>
                </a:cubicBezTo>
                <a:cubicBezTo>
                  <a:pt x="f150" y="f152"/>
                  <a:pt x="f150" y="f152"/>
                  <a:pt x="f150" y="f153"/>
                </a:cubicBezTo>
                <a:cubicBezTo>
                  <a:pt x="f154" y="f151"/>
                  <a:pt x="f95" y="f142"/>
                  <a:pt x="f155" y="f156"/>
                </a:cubicBezTo>
                <a:cubicBezTo>
                  <a:pt x="f157" y="f158"/>
                  <a:pt x="f159" y="f160"/>
                  <a:pt x="f161" y="f18"/>
                </a:cubicBezTo>
                <a:cubicBezTo>
                  <a:pt x="f162" y="f163"/>
                  <a:pt x="f86" y="f164"/>
                  <a:pt x="f165" y="f166"/>
                </a:cubicBezTo>
                <a:cubicBezTo>
                  <a:pt x="f167" y="f168"/>
                  <a:pt x="f169" y="f170"/>
                  <a:pt x="f171" y="f172"/>
                </a:cubicBezTo>
                <a:cubicBezTo>
                  <a:pt x="f97" y="f173"/>
                  <a:pt x="f54" y="f174"/>
                  <a:pt x="f54" y="f175"/>
                </a:cubicBezTo>
                <a:cubicBezTo>
                  <a:pt x="f176" y="f177"/>
                  <a:pt x="f178" y="f179"/>
                  <a:pt x="f165" y="f180"/>
                </a:cubicBezTo>
                <a:cubicBezTo>
                  <a:pt x="f159" y="f181"/>
                  <a:pt x="f182" y="f16"/>
                  <a:pt x="f86" y="f183"/>
                </a:cubicBezTo>
                <a:cubicBezTo>
                  <a:pt x="f159" y="f184"/>
                  <a:pt x="f86" y="f185"/>
                  <a:pt x="f186" y="f187"/>
                </a:cubicBezTo>
                <a:cubicBezTo>
                  <a:pt x="f188" y="f189"/>
                  <a:pt x="f188" y="f190"/>
                  <a:pt x="f188" y="f191"/>
                </a:cubicBezTo>
                <a:cubicBezTo>
                  <a:pt x="f192" y="f191"/>
                  <a:pt x="f192" y="f193"/>
                  <a:pt x="f194" y="f191"/>
                </a:cubicBezTo>
                <a:cubicBezTo>
                  <a:pt x="f195" y="f196"/>
                  <a:pt x="f197" y="f190"/>
                  <a:pt x="f198" y="f199"/>
                </a:cubicBezTo>
                <a:cubicBezTo>
                  <a:pt x="f200" y="f201"/>
                  <a:pt x="f59" y="f202"/>
                  <a:pt x="f203" y="f204"/>
                </a:cubicBezTo>
                <a:cubicBezTo>
                  <a:pt x="f80" y="f205"/>
                  <a:pt x="f206" y="f207"/>
                  <a:pt x="f206" y="f208"/>
                </a:cubicBezTo>
                <a:cubicBezTo>
                  <a:pt x="f209" y="f210"/>
                  <a:pt x="f211" y="f212"/>
                  <a:pt x="f213" y="f214"/>
                </a:cubicBezTo>
                <a:cubicBezTo>
                  <a:pt x="f63" y="f215"/>
                  <a:pt x="f216" y="f217"/>
                  <a:pt x="f66" y="f218"/>
                </a:cubicBezTo>
                <a:cubicBezTo>
                  <a:pt x="f68" y="f210"/>
                  <a:pt x="f219" y="f220"/>
                  <a:pt x="f221" y="f215"/>
                </a:cubicBezTo>
                <a:cubicBezTo>
                  <a:pt x="f222" y="f223"/>
                  <a:pt x="f224" y="f225"/>
                  <a:pt x="f226" y="f227"/>
                </a:cubicBezTo>
                <a:cubicBezTo>
                  <a:pt x="f228" y="f229"/>
                  <a:pt x="f230" y="f229"/>
                  <a:pt x="f231" y="f232"/>
                </a:cubicBezTo>
                <a:cubicBezTo>
                  <a:pt x="f233" y="f210"/>
                  <a:pt x="f234" y="f217"/>
                  <a:pt x="f235" y="f236"/>
                </a:cubicBezTo>
                <a:cubicBezTo>
                  <a:pt x="f237" y="f238"/>
                  <a:pt x="f239" y="f240"/>
                  <a:pt x="f241" y="f238"/>
                </a:cubicBezTo>
                <a:cubicBezTo>
                  <a:pt x="f242" y="f215"/>
                  <a:pt x="f243" y="f236"/>
                  <a:pt x="f244" y="f240"/>
                </a:cubicBezTo>
                <a:cubicBezTo>
                  <a:pt x="f245" y="f246"/>
                  <a:pt x="f247" y="f248"/>
                  <a:pt x="f249" y="f12"/>
                </a:cubicBezTo>
                <a:cubicBezTo>
                  <a:pt x="f250" y="f251"/>
                  <a:pt x="f252" y="f251"/>
                  <a:pt x="f253" y="f254"/>
                </a:cubicBezTo>
                <a:cubicBezTo>
                  <a:pt x="f255" y="f12"/>
                  <a:pt x="f256" y="f254"/>
                  <a:pt x="f257" y="f258"/>
                </a:cubicBezTo>
                <a:cubicBezTo>
                  <a:pt x="f259" y="f251"/>
                  <a:pt x="f260" y="f261"/>
                  <a:pt x="f262" y="f263"/>
                </a:cubicBezTo>
                <a:cubicBezTo>
                  <a:pt x="f264" y="f10"/>
                  <a:pt x="f265" y="f10"/>
                  <a:pt x="f266" y="f267"/>
                </a:cubicBezTo>
                <a:cubicBezTo>
                  <a:pt x="f268" y="f269"/>
                  <a:pt x="f270" y="f269"/>
                  <a:pt x="f271" y="f272"/>
                </a:cubicBezTo>
                <a:cubicBezTo>
                  <a:pt x="f273" y="f267"/>
                  <a:pt x="f274" y="f275"/>
                  <a:pt x="f276" y="f269"/>
                </a:cubicBezTo>
                <a:cubicBezTo>
                  <a:pt x="f277" y="f278"/>
                  <a:pt x="f279" y="f6"/>
                  <a:pt x="f280" y="f6"/>
                </a:cubicBezTo>
                <a:cubicBezTo>
                  <a:pt x="f281" y="f278"/>
                  <a:pt x="f282" y="f269"/>
                  <a:pt x="f283" y="f269"/>
                </a:cubicBezTo>
                <a:cubicBezTo>
                  <a:pt x="f284" y="f278"/>
                  <a:pt x="f285" y="f275"/>
                  <a:pt x="f286" y="f287"/>
                </a:cubicBezTo>
                <a:cubicBezTo>
                  <a:pt x="f288" y="f236"/>
                  <a:pt x="f289" y="f217"/>
                  <a:pt x="f290" y="f214"/>
                </a:cubicBezTo>
                <a:cubicBezTo>
                  <a:pt x="f291" y="f214"/>
                  <a:pt x="f291" y="f223"/>
                  <a:pt x="f292" y="f293"/>
                </a:cubicBezTo>
                <a:cubicBezTo>
                  <a:pt x="f294" y="f295"/>
                  <a:pt x="f296" y="f297"/>
                  <a:pt x="f298" y="f208"/>
                </a:cubicBezTo>
                <a:cubicBezTo>
                  <a:pt x="f299" y="f229"/>
                  <a:pt x="f300" y="f204"/>
                  <a:pt x="f301" y="f302"/>
                </a:cubicBezTo>
                <a:cubicBezTo>
                  <a:pt x="f303" y="f302"/>
                  <a:pt x="f303" y="f304"/>
                  <a:pt x="f305" y="f190"/>
                </a:cubicBezTo>
                <a:cubicBezTo>
                  <a:pt x="f306" y="f307"/>
                  <a:pt x="f308" y="f309"/>
                  <a:pt x="f303" y="f310"/>
                </a:cubicBezTo>
                <a:cubicBezTo>
                  <a:pt x="f305" y="f311"/>
                  <a:pt x="f312" y="f313"/>
                  <a:pt x="f305" y="f314"/>
                </a:cubicBezTo>
                <a:cubicBezTo>
                  <a:pt x="f315" y="f183"/>
                  <a:pt x="f316" y="f16"/>
                  <a:pt x="f317" y="f318"/>
                </a:cubicBezTo>
                <a:cubicBezTo>
                  <a:pt x="f319" y="f180"/>
                  <a:pt x="f320" y="f321"/>
                  <a:pt x="f322" y="f179"/>
                </a:cubicBezTo>
                <a:cubicBezTo>
                  <a:pt x="f316" y="f323"/>
                  <a:pt x="f315" y="f324"/>
                  <a:pt x="f312" y="f325"/>
                </a:cubicBezTo>
                <a:cubicBezTo>
                  <a:pt x="f306" y="f326"/>
                  <a:pt x="f306" y="f327"/>
                  <a:pt x="f312" y="f328"/>
                </a:cubicBezTo>
                <a:cubicBezTo>
                  <a:pt x="f291" y="f329"/>
                  <a:pt x="f294" y="f330"/>
                  <a:pt x="f290" y="f331"/>
                </a:cubicBezTo>
                <a:cubicBezTo>
                  <a:pt x="f332" y="f174"/>
                  <a:pt x="f333" y="f334"/>
                  <a:pt x="f335" y="f336"/>
                </a:cubicBezTo>
                <a:cubicBezTo>
                  <a:pt x="f337" y="f338"/>
                  <a:pt x="f286" y="f338"/>
                  <a:pt x="f339" y="f340"/>
                </a:cubicBezTo>
                <a:cubicBezTo>
                  <a:pt x="f306" y="f341"/>
                  <a:pt x="f342" y="f341"/>
                  <a:pt x="f343" y="f344"/>
                </a:cubicBezTo>
                <a:cubicBezTo>
                  <a:pt x="f345" y="f336"/>
                  <a:pt x="f346" y="f347"/>
                  <a:pt x="f348" y="f349"/>
                </a:cubicBezTo>
                <a:cubicBezTo>
                  <a:pt x="f350" y="f338"/>
                  <a:pt x="f351" y="f352"/>
                  <a:pt x="f353" y="f354"/>
                </a:cubicBezTo>
                <a:cubicBezTo>
                  <a:pt x="f355" y="f356"/>
                  <a:pt x="f357" y="f358"/>
                  <a:pt x="f359" y="f360"/>
                </a:cubicBezTo>
                <a:cubicBezTo>
                  <a:pt x="f361" y="f362"/>
                  <a:pt x="f363" y="f362"/>
                  <a:pt x="f364" y="f365"/>
                </a:cubicBezTo>
                <a:cubicBezTo>
                  <a:pt x="f364" y="f153"/>
                  <a:pt x="f366" y="f149"/>
                  <a:pt x="f367" y="f142"/>
                </a:cubicBezTo>
                <a:cubicBezTo>
                  <a:pt x="f368" y="f158"/>
                  <a:pt x="f369" y="f370"/>
                  <a:pt x="f371" y="f372"/>
                </a:cubicBezTo>
                <a:cubicBezTo>
                  <a:pt x="f373" y="f374"/>
                  <a:pt x="f375" y="f376"/>
                  <a:pt x="f377" y="f378"/>
                </a:cubicBezTo>
                <a:cubicBezTo>
                  <a:pt x="f379" y="f380"/>
                  <a:pt x="f381" y="f382"/>
                  <a:pt x="f383" y="f380"/>
                </a:cubicBezTo>
                <a:cubicBezTo>
                  <a:pt x="f384" y="f118"/>
                  <a:pt x="f367" y="f385"/>
                  <a:pt x="f386" y="f387"/>
                </a:cubicBezTo>
                <a:cubicBezTo>
                  <a:pt x="f366" y="f114"/>
                  <a:pt x="f388" y="f389"/>
                  <a:pt x="f361" y="f116"/>
                </a:cubicBezTo>
                <a:cubicBezTo>
                  <a:pt x="f363" y="f390"/>
                  <a:pt x="f391" y="f392"/>
                  <a:pt x="f384" y="f393"/>
                </a:cubicBezTo>
                <a:cubicBezTo>
                  <a:pt x="f367" y="f104"/>
                  <a:pt x="f367" y="f394"/>
                  <a:pt x="f395" y="f396"/>
                </a:cubicBezTo>
                <a:cubicBezTo>
                  <a:pt x="f383" y="f397"/>
                  <a:pt x="f398" y="f20"/>
                  <a:pt x="f364" y="f20"/>
                </a:cubicBezTo>
                <a:cubicBezTo>
                  <a:pt x="f399" y="f397"/>
                  <a:pt x="f400" y="f401"/>
                  <a:pt x="f402" y="f102"/>
                </a:cubicBezTo>
                <a:cubicBezTo>
                  <a:pt x="f403" y="f13"/>
                  <a:pt x="f350" y="f98"/>
                  <a:pt x="f345" y="f404"/>
                </a:cubicBezTo>
                <a:cubicBezTo>
                  <a:pt x="f351" y="f89"/>
                  <a:pt x="f405" y="f23"/>
                  <a:pt x="f403" y="f406"/>
                </a:cubicBezTo>
                <a:cubicBezTo>
                  <a:pt x="f357" y="f407"/>
                  <a:pt x="f408" y="f409"/>
                  <a:pt x="f410" y="f411"/>
                </a:cubicBezTo>
                <a:cubicBezTo>
                  <a:pt x="f412" y="f29"/>
                  <a:pt x="f413" y="f414"/>
                  <a:pt x="f415" y="f29"/>
                </a:cubicBezTo>
                <a:cubicBezTo>
                  <a:pt x="f342" y="f29"/>
                  <a:pt x="f416" y="f414"/>
                  <a:pt x="f417" y="f414"/>
                </a:cubicBezTo>
                <a:cubicBezTo>
                  <a:pt x="f417" y="f418"/>
                  <a:pt x="f417" y="f419"/>
                  <a:pt x="f420" y="f421"/>
                </a:cubicBezTo>
                <a:cubicBezTo>
                  <a:pt x="f422" y="f19"/>
                  <a:pt x="f423" y="f424"/>
                  <a:pt x="f306" y="f425"/>
                </a:cubicBezTo>
                <a:cubicBezTo>
                  <a:pt x="f312" y="f414"/>
                  <a:pt x="f291" y="f426"/>
                  <a:pt x="f427" y="f428"/>
                </a:cubicBezTo>
                <a:cubicBezTo>
                  <a:pt x="f286" y="f429"/>
                  <a:pt x="f430" y="f429"/>
                  <a:pt x="f431" y="f407"/>
                </a:cubicBezTo>
                <a:cubicBezTo>
                  <a:pt x="f282" y="f418"/>
                  <a:pt x="f432" y="f424"/>
                  <a:pt x="f433" y="f434"/>
                </a:cubicBezTo>
                <a:cubicBezTo>
                  <a:pt x="f435" y="f436"/>
                  <a:pt x="f437" y="f438"/>
                  <a:pt x="f339" y="f36"/>
                </a:cubicBezTo>
                <a:cubicBezTo>
                  <a:pt x="f427" y="f439"/>
                  <a:pt x="f427" y="f440"/>
                  <a:pt x="f441" y="f442"/>
                </a:cubicBezTo>
                <a:cubicBezTo>
                  <a:pt x="f443" y="f444"/>
                  <a:pt x="f294" y="f445"/>
                  <a:pt x="f292" y="f446"/>
                </a:cubicBezTo>
                <a:cubicBezTo>
                  <a:pt x="f308" y="f43"/>
                  <a:pt x="f300" y="f447"/>
                  <a:pt x="f448" y="f45"/>
                </a:cubicBezTo>
                <a:cubicBezTo>
                  <a:pt x="f448" y="f2"/>
                  <a:pt x="f449" y="f51"/>
                  <a:pt x="f317" y="f450"/>
                </a:cubicBezTo>
                <a:cubicBezTo>
                  <a:pt x="f300" y="f53"/>
                  <a:pt x="f316" y="f53"/>
                  <a:pt x="f308" y="f451"/>
                </a:cubicBezTo>
                <a:cubicBezTo>
                  <a:pt x="f298" y="f452"/>
                  <a:pt x="f453" y="f454"/>
                  <a:pt x="f437" y="f56"/>
                </a:cubicBezTo>
                <a:cubicBezTo>
                  <a:pt x="f455" y="f456"/>
                  <a:pt x="f285" y="f58"/>
                  <a:pt x="f455" y="f457"/>
                </a:cubicBezTo>
                <a:cubicBezTo>
                  <a:pt x="f337" y="f458"/>
                  <a:pt x="f455" y="f459"/>
                  <a:pt x="f430" y="f460"/>
                </a:cubicBezTo>
                <a:cubicBezTo>
                  <a:pt x="f461" y="f462"/>
                  <a:pt x="f279" y="f463"/>
                  <a:pt x="f464" y="f465"/>
                </a:cubicBezTo>
                <a:cubicBezTo>
                  <a:pt x="f464" y="f466"/>
                  <a:pt x="f464" y="f463"/>
                  <a:pt x="f467" y="f468"/>
                </a:cubicBezTo>
                <a:cubicBezTo>
                  <a:pt x="f467" y="f469"/>
                  <a:pt x="f470" y="f471"/>
                  <a:pt x="f271" y="f472"/>
                </a:cubicBezTo>
                <a:cubicBezTo>
                  <a:pt x="f473" y="f474"/>
                  <a:pt x="f475" y="f459"/>
                  <a:pt x="f476" y="f460"/>
                </a:cubicBezTo>
                <a:cubicBezTo>
                  <a:pt x="f477" y="f478"/>
                  <a:pt x="f479" y="f463"/>
                  <a:pt x="f480" y="f481"/>
                </a:cubicBezTo>
                <a:cubicBezTo>
                  <a:pt x="f480" y="f478"/>
                  <a:pt x="f480" y="f468"/>
                  <a:pt x="f480" y="f458"/>
                </a:cubicBezTo>
                <a:cubicBezTo>
                  <a:pt x="f480" y="f482"/>
                  <a:pt x="f480" y="f472"/>
                  <a:pt x="f260" y="f472"/>
                </a:cubicBezTo>
                <a:cubicBezTo>
                  <a:pt x="f483" y="f469"/>
                  <a:pt x="f484" y="f469"/>
                  <a:pt x="f485" y="f472"/>
                </a:cubicBezTo>
                <a:cubicBezTo>
                  <a:pt x="f256" y="f486"/>
                  <a:pt x="f253" y="f468"/>
                  <a:pt x="f487" y="f463"/>
                </a:cubicBezTo>
                <a:cubicBezTo>
                  <a:pt x="f250" y="f482"/>
                  <a:pt x="f487" y="f474"/>
                  <a:pt x="f488" y="f469"/>
                </a:cubicBezTo>
                <a:cubicBezTo>
                  <a:pt x="f489" y="f490"/>
                  <a:pt x="f491" y="f492"/>
                  <a:pt x="f493" y="f494"/>
                </a:cubicBezTo>
                <a:cubicBezTo>
                  <a:pt x="f495" y="f496"/>
                  <a:pt x="f497" y="f498"/>
                  <a:pt x="f499" y="f500"/>
                </a:cubicBezTo>
                <a:cubicBezTo>
                  <a:pt x="f501" y="f502"/>
                  <a:pt x="f377" y="f127"/>
                  <a:pt x="f8" y="f503"/>
                </a:cubicBezTo>
                <a:cubicBezTo>
                  <a:pt x="f504" y="f50"/>
                  <a:pt x="f504" y="f505"/>
                  <a:pt x="f506" y="f505"/>
                </a:cubicBezTo>
                <a:cubicBezTo>
                  <a:pt x="f506" y="f507"/>
                  <a:pt x="f506" y="f508"/>
                  <a:pt x="f509" y="f502"/>
                </a:cubicBezTo>
                <a:cubicBezTo>
                  <a:pt x="f510" y="f511"/>
                  <a:pt x="f512" y="f513"/>
                  <a:pt x="f514" y="f513"/>
                </a:cubicBezTo>
                <a:cubicBezTo>
                  <a:pt x="f515" y="f516"/>
                  <a:pt x="f515" y="f517"/>
                  <a:pt x="f518" y="f519"/>
                </a:cubicBezTo>
                <a:cubicBezTo>
                  <a:pt x="f520" y="f517"/>
                  <a:pt x="f521" y="f505"/>
                  <a:pt x="f522" y="f516"/>
                </a:cubicBezTo>
                <a:cubicBezTo>
                  <a:pt x="f522" y="f505"/>
                  <a:pt x="f523" y="f517"/>
                  <a:pt x="f523" y="f519"/>
                </a:cubicBezTo>
                <a:cubicBezTo>
                  <a:pt x="f524" y="f508"/>
                  <a:pt x="f525" y="f127"/>
                  <a:pt x="f526" y="f129"/>
                </a:cubicBezTo>
                <a:cubicBezTo>
                  <a:pt x="f527" y="f133"/>
                  <a:pt x="f528" y="f529"/>
                  <a:pt x="f530" y="f531"/>
                </a:cubicBezTo>
                <a:cubicBezTo>
                  <a:pt x="f532" y="f533"/>
                  <a:pt x="f534" y="f115"/>
                  <a:pt x="f535" y="f536"/>
                </a:cubicBezTo>
                <a:cubicBezTo>
                  <a:pt x="f537" y="f538"/>
                  <a:pt x="f539" y="f540"/>
                  <a:pt x="f541" y="f542"/>
                </a:cubicBezTo>
                <a:cubicBezTo>
                  <a:pt x="f543" y="f107"/>
                  <a:pt x="f544" y="f106"/>
                  <a:pt x="f545" y="f546"/>
                </a:cubicBezTo>
                <a:cubicBezTo>
                  <a:pt x="f547" y="f548"/>
                  <a:pt x="f549" y="f119"/>
                  <a:pt x="f550" y="f536"/>
                </a:cubicBezTo>
                <a:cubicBezTo>
                  <a:pt x="f551" y="f552"/>
                  <a:pt x="f553" y="f554"/>
                  <a:pt x="f555" y="f113"/>
                </a:cubicBezTo>
                <a:cubicBezTo>
                  <a:pt x="f556" y="f127"/>
                  <a:pt x="f557" y="f505"/>
                  <a:pt x="f558" y="f559"/>
                </a:cubicBezTo>
                <a:cubicBezTo>
                  <a:pt x="f560" y="f561"/>
                  <a:pt x="f562" y="f563"/>
                  <a:pt x="f564" y="f563"/>
                </a:cubicBezTo>
                <a:cubicBezTo>
                  <a:pt x="f565" y="f566"/>
                  <a:pt x="f567" y="f561"/>
                  <a:pt x="f567" y="f559"/>
                </a:cubicBezTo>
                <a:cubicBezTo>
                  <a:pt x="f567" y="f568"/>
                  <a:pt x="f569" y="f570"/>
                  <a:pt x="f565" y="f570"/>
                </a:cubicBezTo>
                <a:cubicBezTo>
                  <a:pt x="f571" y="f572"/>
                  <a:pt x="f573" y="f574"/>
                  <a:pt x="f551" y="f496"/>
                </a:cubicBezTo>
                <a:cubicBezTo>
                  <a:pt x="f558" y="f575"/>
                  <a:pt x="f576" y="f577"/>
                  <a:pt x="f578" y="f579"/>
                </a:cubicBezTo>
                <a:cubicBezTo>
                  <a:pt x="f580" y="f581"/>
                  <a:pt x="f582" y="f583"/>
                  <a:pt x="f584" y="f583"/>
                </a:cubicBezTo>
                <a:cubicBezTo>
                  <a:pt x="f584" y="f583"/>
                  <a:pt x="f585" y="f586"/>
                  <a:pt x="f587" y="f588"/>
                </a:cubicBezTo>
                <a:cubicBezTo>
                  <a:pt x="f589" y="f590"/>
                  <a:pt x="f591" y="f592"/>
                  <a:pt x="f578" y="f593"/>
                </a:cubicBezTo>
                <a:cubicBezTo>
                  <a:pt x="f594" y="f595"/>
                  <a:pt x="f578" y="f596"/>
                  <a:pt x="f562" y="f597"/>
                </a:cubicBezTo>
                <a:cubicBezTo>
                  <a:pt x="f580" y="f598"/>
                  <a:pt x="f567" y="f599"/>
                  <a:pt x="f587" y="f599"/>
                </a:cubicBezTo>
                <a:cubicBezTo>
                  <a:pt x="f600" y="f599"/>
                  <a:pt x="f601" y="f598"/>
                  <a:pt x="f602" y="f603"/>
                </a:cubicBezTo>
                <a:cubicBezTo>
                  <a:pt x="f604" y="f603"/>
                  <a:pt x="f605" y="f599"/>
                  <a:pt x="f606" y="f599"/>
                </a:cubicBezTo>
                <a:cubicBezTo>
                  <a:pt x="f601" y="f607"/>
                  <a:pt x="f565" y="f607"/>
                  <a:pt x="f562" y="f608"/>
                </a:cubicBezTo>
                <a:cubicBezTo>
                  <a:pt x="f609" y="f610"/>
                  <a:pt x="f551" y="f492"/>
                  <a:pt x="f560" y="f611"/>
                </a:cubicBezTo>
                <a:cubicBezTo>
                  <a:pt x="f612" y="f49"/>
                  <a:pt x="f613" y="f575"/>
                  <a:pt x="f612" y="f614"/>
                </a:cubicBezTo>
                <a:cubicBezTo>
                  <a:pt x="f612" y="f572"/>
                  <a:pt x="f612" y="f615"/>
                  <a:pt x="f612" y="f615"/>
                </a:cubicBezTo>
                <a:cubicBezTo>
                  <a:pt x="f616" y="f561"/>
                  <a:pt x="f556" y="f505"/>
                  <a:pt x="f617" y="f508"/>
                </a:cubicBezTo>
                <a:cubicBezTo>
                  <a:pt x="f618" y="f507"/>
                  <a:pt x="f619" y="f516"/>
                  <a:pt x="f620" y="f566"/>
                </a:cubicBezTo>
                <a:cubicBezTo>
                  <a:pt x="f556" y="f561"/>
                  <a:pt x="f556" y="f568"/>
                  <a:pt x="f556" y="f570"/>
                </a:cubicBezTo>
                <a:cubicBezTo>
                  <a:pt x="f621" y="f570"/>
                  <a:pt x="f617" y="f615"/>
                  <a:pt x="f622" y="f570"/>
                </a:cubicBezTo>
                <a:cubicBezTo>
                  <a:pt x="f623" y="f570"/>
                  <a:pt x="f624" y="f625"/>
                  <a:pt x="f626" y="f568"/>
                </a:cubicBezTo>
                <a:cubicBezTo>
                  <a:pt x="f624" y="f572"/>
                  <a:pt x="f627" y="f628"/>
                  <a:pt x="f629" y="f630"/>
                </a:cubicBezTo>
                <a:cubicBezTo>
                  <a:pt x="f629" y="f577"/>
                  <a:pt x="f631" y="f579"/>
                  <a:pt x="f617" y="f586"/>
                </a:cubicBezTo>
                <a:cubicBezTo>
                  <a:pt x="f618" y="f611"/>
                  <a:pt x="f619" y="f592"/>
                  <a:pt x="f556" y="f632"/>
                </a:cubicBezTo>
                <a:cubicBezTo>
                  <a:pt x="f556" y="f632"/>
                  <a:pt x="f620" y="f633"/>
                  <a:pt x="f619" y="f633"/>
                </a:cubicBezTo>
                <a:cubicBezTo>
                  <a:pt x="f617" y="f632"/>
                  <a:pt x="f627" y="f634"/>
                  <a:pt x="f624" y="f595"/>
                </a:cubicBezTo>
                <a:cubicBezTo>
                  <a:pt x="f635" y="f636"/>
                  <a:pt x="f629" y="f637"/>
                  <a:pt x="f638" y="f639"/>
                </a:cubicBezTo>
                <a:cubicBezTo>
                  <a:pt x="f640" y="f641"/>
                  <a:pt x="f642" y="f643"/>
                  <a:pt x="f644" y="f645"/>
                </a:cubicBezTo>
                <a:cubicBezTo>
                  <a:pt x="f646" y="f647"/>
                  <a:pt x="f629" y="f472"/>
                  <a:pt x="f648" y="f472"/>
                </a:cubicBezTo>
                <a:cubicBezTo>
                  <a:pt x="f649" y="f460"/>
                  <a:pt x="f650" y="f651"/>
                  <a:pt x="f652" y="f653"/>
                </a:cubicBezTo>
                <a:cubicBezTo>
                  <a:pt x="f654" y="f653"/>
                  <a:pt x="f655" y="f653"/>
                  <a:pt x="f656" y="f454"/>
                </a:cubicBezTo>
                <a:cubicBezTo>
                  <a:pt x="f657" y="f658"/>
                  <a:pt x="f659" y="f468"/>
                  <a:pt x="f660" y="f486"/>
                </a:cubicBezTo>
                <a:cubicBezTo>
                  <a:pt x="f661" y="f662"/>
                  <a:pt x="f663" y="f641"/>
                  <a:pt x="f664" y="f490"/>
                </a:cubicBezTo>
                <a:cubicBezTo>
                  <a:pt x="f664" y="f643"/>
                  <a:pt x="f664" y="f665"/>
                  <a:pt x="f664" y="f471"/>
                </a:cubicBezTo>
                <a:cubicBezTo>
                  <a:pt x="f666" y="f667"/>
                  <a:pt x="f668" y="f669"/>
                  <a:pt x="f670" y="f671"/>
                </a:cubicBezTo>
                <a:cubicBezTo>
                  <a:pt x="f672" y="f669"/>
                  <a:pt x="f672" y="f667"/>
                  <a:pt x="f673" y="f667"/>
                </a:cubicBezTo>
                <a:cubicBezTo>
                  <a:pt x="f673" y="f662"/>
                  <a:pt x="f673" y="f674"/>
                  <a:pt x="f675" y="f482"/>
                </a:cubicBezTo>
                <a:cubicBezTo>
                  <a:pt x="f675" y="f458"/>
                  <a:pt x="f676" y="f478"/>
                  <a:pt x="f677" y="f462"/>
                </a:cubicBezTo>
                <a:cubicBezTo>
                  <a:pt x="f678" y="f462"/>
                  <a:pt x="f679" y="f460"/>
                  <a:pt x="f680" y="f468"/>
                </a:cubicBezTo>
                <a:cubicBezTo>
                  <a:pt x="f681" y="f482"/>
                  <a:pt x="f682" y="f674"/>
                  <a:pt x="f683" y="f684"/>
                </a:cubicBezTo>
                <a:cubicBezTo>
                  <a:pt x="f685" y="f459"/>
                  <a:pt x="f686" y="f687"/>
                  <a:pt x="f688" y="f457"/>
                </a:cubicBezTo>
                <a:cubicBezTo>
                  <a:pt x="f689" y="f651"/>
                  <a:pt x="f690" y="f691"/>
                  <a:pt x="f692" y="f463"/>
                </a:cubicBezTo>
                <a:cubicBezTo>
                  <a:pt x="f693" y="f466"/>
                  <a:pt x="f694" y="f658"/>
                  <a:pt x="f695" y="f696"/>
                </a:cubicBezTo>
                <a:cubicBezTo>
                  <a:pt x="f697" y="f457"/>
                  <a:pt x="f698" y="f699"/>
                  <a:pt x="f700" y="f651"/>
                </a:cubicBezTo>
                <a:cubicBezTo>
                  <a:pt x="f701" y="f696"/>
                  <a:pt x="f702" y="f653"/>
                  <a:pt x="f703" y="f56"/>
                </a:cubicBezTo>
                <a:cubicBezTo>
                  <a:pt x="f704" y="f456"/>
                  <a:pt x="f705" y="f46"/>
                  <a:pt x="f706" y="f56"/>
                </a:cubicBezTo>
                <a:cubicBezTo>
                  <a:pt x="f707" y="f58"/>
                  <a:pt x="f708" y="f709"/>
                  <a:pt x="f707" y="f696"/>
                </a:cubicBezTo>
                <a:cubicBezTo>
                  <a:pt x="f705" y="f463"/>
                  <a:pt x="f710" y="f674"/>
                  <a:pt x="f711" y="f665"/>
                </a:cubicBezTo>
                <a:cubicBezTo>
                  <a:pt x="f711" y="f647"/>
                  <a:pt x="f712" y="f47"/>
                  <a:pt x="f713" y="f47"/>
                </a:cubicBezTo>
                <a:cubicBezTo>
                  <a:pt x="f714" y="f641"/>
                  <a:pt x="f714" y="f645"/>
                  <a:pt x="f715" y="f637"/>
                </a:cubicBezTo>
                <a:cubicBezTo>
                  <a:pt x="f716" y="f598"/>
                  <a:pt x="f716" y="f717"/>
                  <a:pt x="f718" y="f595"/>
                </a:cubicBezTo>
                <a:cubicBezTo>
                  <a:pt x="f718" y="f719"/>
                  <a:pt x="f720" y="f593"/>
                  <a:pt x="f720" y="f593"/>
                </a:cubicBezTo>
                <a:cubicBezTo>
                  <a:pt x="f721" y="f590"/>
                  <a:pt x="f722" y="f723"/>
                  <a:pt x="f724" y="f723"/>
                </a:cubicBezTo>
                <a:cubicBezTo>
                  <a:pt x="f725" y="f49"/>
                  <a:pt x="f722" y="f726"/>
                  <a:pt x="f721" y="f727"/>
                </a:cubicBezTo>
                <a:cubicBezTo>
                  <a:pt x="f728" y="f729"/>
                  <a:pt x="f730" y="f628"/>
                  <a:pt x="f731" y="f570"/>
                </a:cubicBezTo>
                <a:cubicBezTo>
                  <a:pt x="f731" y="f561"/>
                  <a:pt x="f732" y="f563"/>
                  <a:pt x="f733" y="f734"/>
                </a:cubicBezTo>
                <a:cubicBezTo>
                  <a:pt x="f735" y="f561"/>
                  <a:pt x="f736" y="f498"/>
                  <a:pt x="f735" y="f519"/>
                </a:cubicBezTo>
                <a:cubicBezTo>
                  <a:pt x="f737" y="f738"/>
                  <a:pt x="f739" y="f125"/>
                  <a:pt x="f737" y="f503"/>
                </a:cubicBezTo>
                <a:cubicBezTo>
                  <a:pt x="f735" y="f140"/>
                  <a:pt x="f740" y="f133"/>
                  <a:pt x="f739" y="f131"/>
                </a:cubicBezTo>
                <a:cubicBezTo>
                  <a:pt x="f740" y="f131"/>
                  <a:pt x="f737" y="f131"/>
                  <a:pt x="f735" y="f531"/>
                </a:cubicBezTo>
                <a:cubicBezTo>
                  <a:pt x="f741" y="f113"/>
                  <a:pt x="f742" y="f533"/>
                  <a:pt x="f743" y="f744"/>
                </a:cubicBezTo>
                <a:cubicBezTo>
                  <a:pt x="f745" y="f121"/>
                  <a:pt x="f742" y="f746"/>
                  <a:pt x="f741" y="f536"/>
                </a:cubicBezTo>
                <a:cubicBezTo>
                  <a:pt x="f740" y="f747"/>
                  <a:pt x="f748" y="f749"/>
                  <a:pt x="f731" y="f548"/>
                </a:cubicBezTo>
                <a:cubicBezTo>
                  <a:pt x="f748" y="f150"/>
                  <a:pt x="f748" y="f750"/>
                  <a:pt x="f751" y="f752"/>
                </a:cubicBezTo>
                <a:cubicBezTo>
                  <a:pt x="f753" y="f105"/>
                  <a:pt x="f754" y="f755"/>
                  <a:pt x="f714" y="f756"/>
                </a:cubicBezTo>
                <a:cubicBezTo>
                  <a:pt x="f720" y="f756"/>
                  <a:pt x="f757" y="f758"/>
                  <a:pt x="f716" y="f101"/>
                </a:cubicBezTo>
                <a:cubicBezTo>
                  <a:pt x="f715" y="f94"/>
                  <a:pt x="f759" y="f760"/>
                  <a:pt x="f761" y="f171"/>
                </a:cubicBezTo>
                <a:cubicBezTo>
                  <a:pt x="f762" y="f92"/>
                  <a:pt x="f725" y="f90"/>
                  <a:pt x="f725" y="f178"/>
                </a:cubicBezTo>
                <a:cubicBezTo>
                  <a:pt x="f763" y="f764"/>
                  <a:pt x="f722" y="f765"/>
                  <a:pt x="f754" y="f766"/>
                </a:cubicBezTo>
                <a:cubicBezTo>
                  <a:pt x="f721" y="f767"/>
                  <a:pt x="f721" y="f767"/>
                  <a:pt x="f768" y="f162"/>
                </a:cubicBezTo>
                <a:cubicBezTo>
                  <a:pt x="f768" y="f769"/>
                  <a:pt x="f768" y="f186"/>
                  <a:pt x="f768" y="f770"/>
                </a:cubicBezTo>
                <a:cubicBezTo>
                  <a:pt x="f771" y="f770"/>
                  <a:pt x="f772" y="f770"/>
                  <a:pt x="f736" y="f770"/>
                </a:cubicBezTo>
                <a:cubicBezTo>
                  <a:pt x="f773" y="f55"/>
                  <a:pt x="f735" y="f774"/>
                  <a:pt x="f737" y="f195"/>
                </a:cubicBezTo>
                <a:cubicBezTo>
                  <a:pt x="f741" y="f195"/>
                  <a:pt x="f745" y="f195"/>
                  <a:pt x="f775" y="f776"/>
                </a:cubicBezTo>
                <a:cubicBezTo>
                  <a:pt x="f777" y="f57"/>
                  <a:pt x="f778" y="f779"/>
                  <a:pt x="f780" y="f781"/>
                </a:cubicBezTo>
                <a:cubicBezTo>
                  <a:pt x="f782" y="f781"/>
                  <a:pt x="f783" y="f198"/>
                  <a:pt x="f784" y="f81"/>
                </a:cubicBezTo>
                <a:cubicBezTo>
                  <a:pt x="f783" y="f200"/>
                  <a:pt x="f785" y="f786"/>
                  <a:pt x="f787" y="f788"/>
                </a:cubicBezTo>
                <a:cubicBezTo>
                  <a:pt x="f789" y="f790"/>
                  <a:pt x="f743" y="f791"/>
                  <a:pt x="f737" y="f206"/>
                </a:cubicBezTo>
                <a:cubicBezTo>
                  <a:pt x="f792" y="f793"/>
                  <a:pt x="f745" y="f794"/>
                  <a:pt x="f795" y="f796"/>
                </a:cubicBezTo>
                <a:cubicBezTo>
                  <a:pt x="f775" y="f797"/>
                  <a:pt x="f795" y="f798"/>
                  <a:pt x="f743" y="f78"/>
                </a:cubicBezTo>
                <a:cubicBezTo>
                  <a:pt x="f795" y="f799"/>
                  <a:pt x="f800" y="f801"/>
                  <a:pt x="f775" y="f802"/>
                </a:cubicBezTo>
                <a:cubicBezTo>
                  <a:pt x="f743" y="f803"/>
                  <a:pt x="f804" y="f221"/>
                  <a:pt x="f805" y="f806"/>
                </a:cubicBezTo>
                <a:cubicBezTo>
                  <a:pt x="f795" y="f224"/>
                  <a:pt x="f735" y="f807"/>
                  <a:pt x="f808" y="f809"/>
                </a:cubicBezTo>
                <a:cubicBezTo>
                  <a:pt x="f771" y="f806"/>
                  <a:pt x="f732" y="f810"/>
                  <a:pt x="f768" y="f811"/>
                </a:cubicBezTo>
                <a:cubicBezTo>
                  <a:pt x="f768" y="f75"/>
                  <a:pt x="f751" y="f222"/>
                  <a:pt x="f724" y="f809"/>
                </a:cubicBezTo>
                <a:cubicBezTo>
                  <a:pt x="f721" y="f75"/>
                  <a:pt x="f714" y="f72"/>
                  <a:pt x="f812" y="f813"/>
                </a:cubicBezTo>
                <a:cubicBezTo>
                  <a:pt x="f713" y="f75"/>
                  <a:pt x="f712" y="f814"/>
                  <a:pt x="f815" y="f816"/>
                </a:cubicBezTo>
                <a:cubicBezTo>
                  <a:pt x="f710" y="f817"/>
                  <a:pt x="f708" y="f818"/>
                  <a:pt x="f707" y="f819"/>
                </a:cubicBezTo>
                <a:cubicBezTo>
                  <a:pt x="f820" y="f806"/>
                  <a:pt x="f821" y="f72"/>
                  <a:pt x="f703" y="f822"/>
                </a:cubicBezTo>
                <a:cubicBezTo>
                  <a:pt x="f823" y="f824"/>
                  <a:pt x="f825" y="f826"/>
                  <a:pt x="f827" y="f828"/>
                </a:cubicBezTo>
                <a:cubicBezTo>
                  <a:pt x="f829" y="f793"/>
                  <a:pt x="f827" y="f830"/>
                  <a:pt x="f831" y="f203"/>
                </a:cubicBezTo>
                <a:cubicBezTo>
                  <a:pt x="f831" y="f832"/>
                  <a:pt x="f833" y="f59"/>
                  <a:pt x="f834" y="f788"/>
                </a:cubicBezTo>
                <a:cubicBezTo>
                  <a:pt x="f701" y="f835"/>
                  <a:pt x="f697" y="f57"/>
                  <a:pt x="f836" y="f837"/>
                </a:cubicBezTo>
                <a:cubicBezTo>
                  <a:pt x="f693" y="f776"/>
                  <a:pt x="f838" y="f776"/>
                  <a:pt x="f692" y="f776"/>
                </a:cubicBezTo>
                <a:cubicBezTo>
                  <a:pt x="f839" y="f195"/>
                  <a:pt x="f840" y="f841"/>
                  <a:pt x="f688" y="f842"/>
                </a:cubicBezTo>
                <a:cubicBezTo>
                  <a:pt x="f843" y="f844"/>
                  <a:pt x="f845" y="f770"/>
                  <a:pt x="f846" y="f84"/>
                </a:cubicBezTo>
                <a:cubicBezTo>
                  <a:pt x="f678" y="f192"/>
                  <a:pt x="f847" y="f192"/>
                  <a:pt x="f848" y="f186"/>
                </a:cubicBezTo>
                <a:cubicBezTo>
                  <a:pt x="f663" y="f837"/>
                  <a:pt x="f849" y="f781"/>
                  <a:pt x="f850" y="f203"/>
                </a:cubicBezTo>
                <a:cubicBezTo>
                  <a:pt x="f851" y="f826"/>
                  <a:pt x="f843" y="f72"/>
                  <a:pt x="f693" y="f816"/>
                </a:cubicBezTo>
                <a:cubicBezTo>
                  <a:pt x="f829" y="f852"/>
                  <a:pt x="f710" y="f853"/>
                  <a:pt x="f721" y="f259"/>
                </a:cubicBezTo>
                <a:cubicBezTo>
                  <a:pt x="f732" y="f266"/>
                  <a:pt x="f740" y="f271"/>
                  <a:pt x="f743" y="f854"/>
                </a:cubicBezTo>
                <a:cubicBezTo>
                  <a:pt x="f804" y="f855"/>
                  <a:pt x="f856" y="f857"/>
                  <a:pt x="f783" y="f858"/>
                </a:cubicBezTo>
                <a:cubicBezTo>
                  <a:pt x="f859" y="f285"/>
                  <a:pt x="f860" y="f285"/>
                  <a:pt x="f861" y="f335"/>
                </a:cubicBezTo>
                <a:cubicBezTo>
                  <a:pt x="f862" y="f863"/>
                  <a:pt x="f864" y="f280"/>
                  <a:pt x="f865" y="f866"/>
                </a:cubicBezTo>
                <a:cubicBezTo>
                  <a:pt x="f867" y="f868"/>
                  <a:pt x="f867" y="f869"/>
                  <a:pt x="f870" y="f871"/>
                </a:cubicBezTo>
                <a:cubicBezTo>
                  <a:pt x="f872" y="f273"/>
                  <a:pt x="f7" y="f873"/>
                  <a:pt x="f874" y="f283"/>
                </a:cubicBezTo>
                <a:cubicBezTo>
                  <a:pt x="f864" y="f284"/>
                  <a:pt x="f870" y="f875"/>
                  <a:pt x="f876" y="f435"/>
                </a:cubicBezTo>
                <a:cubicBezTo>
                  <a:pt x="f877" y="f286"/>
                  <a:pt x="f860" y="f333"/>
                  <a:pt x="f878" y="f286"/>
                </a:cubicBezTo>
                <a:cubicBezTo>
                  <a:pt x="f879" y="f286"/>
                  <a:pt x="f859" y="f333"/>
                  <a:pt x="f880" y="f337"/>
                </a:cubicBezTo>
                <a:cubicBezTo>
                  <a:pt x="f881" y="f453"/>
                  <a:pt x="f882" y="f883"/>
                  <a:pt x="f884" y="f320"/>
                </a:cubicBezTo>
                <a:cubicBezTo>
                  <a:pt x="f885" y="f886"/>
                  <a:pt x="f887" y="f888"/>
                  <a:pt x="f876" y="f889"/>
                </a:cubicBezTo>
                <a:cubicBezTo>
                  <a:pt x="f890" y="f398"/>
                  <a:pt x="f887" y="f891"/>
                  <a:pt x="f892" y="f893"/>
                </a:cubicBezTo>
                <a:cubicBezTo>
                  <a:pt x="f894" y="f501"/>
                  <a:pt x="f895" y="f8"/>
                  <a:pt x="f896" y="f377"/>
                </a:cubicBezTo>
                <a:cubicBezTo>
                  <a:pt x="f897" y="f898"/>
                  <a:pt x="f899" y="f379"/>
                  <a:pt x="f900" y="f901"/>
                </a:cubicBezTo>
                <a:cubicBezTo>
                  <a:pt x="f902" y="f368"/>
                  <a:pt x="f900" y="f366"/>
                  <a:pt x="f899" y="f497"/>
                </a:cubicBezTo>
                <a:cubicBezTo>
                  <a:pt x="f903" y="f904"/>
                  <a:pt x="f905" y="f906"/>
                  <a:pt x="f907" y="f399"/>
                </a:cubicBezTo>
                <a:cubicBezTo>
                  <a:pt x="f908" y="f398"/>
                  <a:pt x="f908" y="f909"/>
                  <a:pt x="f897" y="f373"/>
                </a:cubicBezTo>
                <a:cubicBezTo>
                  <a:pt x="f907" y="f910"/>
                  <a:pt x="f860" y="f898"/>
                  <a:pt x="f911" y="f912"/>
                </a:cubicBezTo>
                <a:cubicBezTo>
                  <a:pt x="f861" y="f381"/>
                  <a:pt x="f913" y="f398"/>
                  <a:pt x="f914" y="f400"/>
                </a:cubicBezTo>
                <a:cubicBezTo>
                  <a:pt x="f861" y="f345"/>
                  <a:pt x="f915" y="f916"/>
                  <a:pt x="f860" y="f420"/>
                </a:cubicBezTo>
                <a:cubicBezTo>
                  <a:pt x="f917" y="f300"/>
                  <a:pt x="f881" y="f303"/>
                  <a:pt x="f918" y="f294"/>
                </a:cubicBezTo>
                <a:cubicBezTo>
                  <a:pt x="f903" y="f919"/>
                  <a:pt x="f920" y="f875"/>
                  <a:pt x="f921" y="f858"/>
                </a:cubicBezTo>
                <a:cubicBezTo>
                  <a:pt x="f745" y="f922"/>
                  <a:pt x="f740" y="f923"/>
                  <a:pt x="f924" y="f271"/>
                </a:cubicBezTo>
                <a:cubicBezTo>
                  <a:pt x="f718" y="f259"/>
                  <a:pt x="f925" y="f926"/>
                  <a:pt x="f694" y="f927"/>
                </a:cubicBezTo>
                <a:cubicBezTo>
                  <a:pt x="f928" y="f929"/>
                  <a:pt x="f851" y="f930"/>
                  <a:pt x="f673" y="f931"/>
                </a:cubicBezTo>
                <a:cubicBezTo>
                  <a:pt x="f932" y="f933"/>
                  <a:pt x="f934" y="f83"/>
                  <a:pt x="f659" y="f769"/>
                </a:cubicBezTo>
                <a:cubicBezTo>
                  <a:pt x="f935" y="f936"/>
                  <a:pt x="f937" y="f162"/>
                  <a:pt x="f938" y="f767"/>
                </a:cubicBezTo>
                <a:cubicBezTo>
                  <a:pt x="f939" y="f165"/>
                  <a:pt x="f940" y="f176"/>
                  <a:pt x="f941" y="f758"/>
                </a:cubicBezTo>
                <a:cubicBezTo>
                  <a:pt x="f942" y="f99"/>
                  <a:pt x="f943" y="f99"/>
                  <a:pt x="f944" y="f90"/>
                </a:cubicBezTo>
                <a:cubicBezTo>
                  <a:pt x="f945" y="f167"/>
                  <a:pt x="f946" y="f765"/>
                  <a:pt x="f947" y="f948"/>
                </a:cubicBezTo>
                <a:cubicBezTo>
                  <a:pt x="f947" y="f159"/>
                  <a:pt x="f947" y="f86"/>
                  <a:pt x="f947" y="f182"/>
                </a:cubicBezTo>
                <a:cubicBezTo>
                  <a:pt x="f946" y="f949"/>
                  <a:pt x="f950" y="f951"/>
                  <a:pt x="f952" y="f767"/>
                </a:cubicBezTo>
                <a:cubicBezTo>
                  <a:pt x="f953" y="f162"/>
                  <a:pt x="f954" y="f162"/>
                  <a:pt x="f954" y="f194"/>
                </a:cubicBezTo>
                <a:cubicBezTo>
                  <a:pt x="f954" y="f770"/>
                  <a:pt x="f955" y="f956"/>
                  <a:pt x="f957" y="f844"/>
                </a:cubicBezTo>
                <a:cubicBezTo>
                  <a:pt x="f955" y="f774"/>
                  <a:pt x="f958" y="f841"/>
                  <a:pt x="f942" y="f776"/>
                </a:cubicBezTo>
                <a:cubicBezTo>
                  <a:pt x="f953" y="f83"/>
                  <a:pt x="f959" y="f960"/>
                  <a:pt x="f535" y="f961"/>
                </a:cubicBezTo>
                <a:cubicBezTo>
                  <a:pt x="f962" y="f779"/>
                  <a:pt x="f963" y="f57"/>
                  <a:pt x="f964" y="f788"/>
                </a:cubicBezTo>
                <a:cubicBezTo>
                  <a:pt x="f965" y="f203"/>
                  <a:pt x="f541" y="f966"/>
                  <a:pt x="f967" y="f931"/>
                </a:cubicBezTo>
                <a:cubicBezTo>
                  <a:pt x="f539" y="f796"/>
                  <a:pt x="f963" y="f968"/>
                  <a:pt x="f947" y="f63"/>
                </a:cubicBezTo>
                <a:cubicBezTo>
                  <a:pt x="f969" y="f801"/>
                  <a:pt x="f965" y="f970"/>
                  <a:pt x="f971" y="f972"/>
                </a:cubicBezTo>
                <a:cubicBezTo>
                  <a:pt x="f544" y="f66"/>
                  <a:pt x="f604" y="f803"/>
                  <a:pt x="f605" y="f807"/>
                </a:cubicBezTo>
                <a:cubicBezTo>
                  <a:pt x="f605" y="f219"/>
                  <a:pt x="f973" y="f221"/>
                  <a:pt x="f543" y="f73"/>
                </a:cubicBezTo>
                <a:cubicBezTo>
                  <a:pt x="f974" y="f75"/>
                  <a:pt x="f974" y="f810"/>
                  <a:pt x="f975" y="f814"/>
                </a:cubicBezTo>
                <a:cubicBezTo>
                  <a:pt x="f976" y="f929"/>
                  <a:pt x="f965" y="f818"/>
                  <a:pt x="f977" y="f817"/>
                </a:cubicBezTo>
                <a:cubicBezTo>
                  <a:pt x="f978" y="f979"/>
                  <a:pt x="f606" y="f980"/>
                  <a:pt x="f947" y="f981"/>
                </a:cubicBezTo>
                <a:cubicBezTo>
                  <a:pt x="f976" y="f982"/>
                  <a:pt x="f543" y="f231"/>
                  <a:pt x="f977" y="f233"/>
                </a:cubicBezTo>
                <a:cubicBezTo>
                  <a:pt x="f544" y="f983"/>
                  <a:pt x="f964" y="f237"/>
                  <a:pt x="f984" y="f239"/>
                </a:cubicBezTo>
                <a:cubicBezTo>
                  <a:pt x="f601" y="f985"/>
                  <a:pt x="f545" y="f242"/>
                  <a:pt x="f601" y="f986"/>
                </a:cubicBezTo>
                <a:cubicBezTo>
                  <a:pt x="f984" y="f243"/>
                  <a:pt x="f964" y="f243"/>
                  <a:pt x="f978" y="f243"/>
                </a:cubicBezTo>
                <a:cubicBezTo>
                  <a:pt x="f963" y="f987"/>
                  <a:pt x="f974" y="f242"/>
                  <a:pt x="f537" y="f988"/>
                </a:cubicBezTo>
                <a:cubicBezTo>
                  <a:pt x="f989" y="f990"/>
                  <a:pt x="f952" y="f988"/>
                  <a:pt x="f952" y="f991"/>
                </a:cubicBezTo>
                <a:cubicBezTo>
                  <a:pt x="f952" y="f992"/>
                  <a:pt x="f953" y="f245"/>
                  <a:pt x="f941" y="f992"/>
                </a:cubicBezTo>
                <a:cubicBezTo>
                  <a:pt x="f530" y="f991"/>
                  <a:pt x="f530" y="f991"/>
                  <a:pt x="f993" y="f994"/>
                </a:cubicBezTo>
                <a:cubicBezTo>
                  <a:pt x="f524" y="f233"/>
                  <a:pt x="f995" y="f996"/>
                  <a:pt x="f997" y="f998"/>
                </a:cubicBezTo>
                <a:cubicBezTo>
                  <a:pt x="f999" y="f1000"/>
                  <a:pt x="f1001" y="f226"/>
                  <a:pt x="f1002" y="f1003"/>
                </a:cubicBezTo>
                <a:cubicBezTo>
                  <a:pt x="f1004" y="f814"/>
                  <a:pt x="f1005" y="f1003"/>
                  <a:pt x="f1005" y="f1006"/>
                </a:cubicBezTo>
                <a:cubicBezTo>
                  <a:pt x="f1007" y="f1008"/>
                  <a:pt x="f1009" y="f230"/>
                  <a:pt x="f518" y="f982"/>
                </a:cubicBezTo>
                <a:cubicBezTo>
                  <a:pt x="f1010" y="f234"/>
                  <a:pt x="f1011" y="f1012"/>
                  <a:pt x="f1013" y="f988"/>
                </a:cubicBezTo>
                <a:cubicBezTo>
                  <a:pt x="f520" y="f991"/>
                  <a:pt x="f1014" y="f1015"/>
                  <a:pt x="f1016" y="f1017"/>
                </a:cubicBezTo>
                <a:cubicBezTo>
                  <a:pt x="f1018" y="f249"/>
                  <a:pt x="f1018" y="f853"/>
                  <a:pt x="f1018" y="f853"/>
                </a:cubicBezTo>
                <a:cubicBezTo>
                  <a:pt x="f1018" y="f1019"/>
                  <a:pt x="f1018" y="f1020"/>
                  <a:pt x="f1018" y="f1021"/>
                </a:cubicBezTo>
                <a:cubicBezTo>
                  <a:pt x="f1010" y="f1022"/>
                  <a:pt x="f1002" y="f262"/>
                  <a:pt x="f518" y="f266"/>
                </a:cubicBezTo>
                <a:cubicBezTo>
                  <a:pt x="f1004" y="f264"/>
                  <a:pt x="f1023" y="f479"/>
                  <a:pt x="f512" y="f260"/>
                </a:cubicBezTo>
                <a:cubicBezTo>
                  <a:pt x="f1024" y="f1022"/>
                  <a:pt x="f1024" y="f483"/>
                  <a:pt x="f1025" y="f1026"/>
                </a:cubicBezTo>
                <a:cubicBezTo>
                  <a:pt x="f1025" y="f483"/>
                  <a:pt x="f1027" y="f483"/>
                  <a:pt x="f1028" y="f483"/>
                </a:cubicBezTo>
                <a:cubicBezTo>
                  <a:pt x="f1028" y="f1029"/>
                  <a:pt x="f1027" y="f265"/>
                  <a:pt x="f1028" y="f475"/>
                </a:cubicBezTo>
                <a:cubicBezTo>
                  <a:pt x="f1028" y="f268"/>
                  <a:pt x="f1028" y="f871"/>
                  <a:pt x="f510" y="f871"/>
                </a:cubicBezTo>
                <a:cubicBezTo>
                  <a:pt x="f1030" y="f270"/>
                  <a:pt x="f1031" y="f871"/>
                  <a:pt x="f509" y="f473"/>
                </a:cubicBezTo>
                <a:cubicBezTo>
                  <a:pt x="f1032" y="f1033"/>
                  <a:pt x="f1034" y="f1035"/>
                  <a:pt x="f1036" y="f475"/>
                </a:cubicBezTo>
                <a:cubicBezTo>
                  <a:pt x="f1037" y="f871"/>
                  <a:pt x="f504" y="f1038"/>
                  <a:pt x="f1039" y="f470"/>
                </a:cubicBezTo>
                <a:cubicBezTo>
                  <a:pt x="f1040" y="f279"/>
                  <a:pt x="f8" y="f279"/>
                  <a:pt x="f910" y="f276"/>
                </a:cubicBezTo>
                <a:cubicBezTo>
                  <a:pt x="f1041" y="f467"/>
                  <a:pt x="f1042" y="f470"/>
                  <a:pt x="f379" y="f464"/>
                </a:cubicBezTo>
                <a:cubicBezTo>
                  <a:pt x="f1043" y="f467"/>
                  <a:pt x="f375" y="f1044"/>
                  <a:pt x="f912" y="f923"/>
                </a:cubicBezTo>
                <a:cubicBezTo>
                  <a:pt x="f893" y="f855"/>
                  <a:pt x="f371" y="f432"/>
                  <a:pt x="f1045" y="f433"/>
                </a:cubicBezTo>
                <a:cubicBezTo>
                  <a:pt x="f391" y="f432"/>
                  <a:pt x="f497" y="f855"/>
                  <a:pt x="f906" y="f279"/>
                </a:cubicBezTo>
                <a:cubicBezTo>
                  <a:pt x="f400" y="f276"/>
                  <a:pt x="f408" y="f274"/>
                  <a:pt x="f1046" y="f277"/>
                </a:cubicBezTo>
                <a:cubicBezTo>
                  <a:pt x="f1047" y="f854"/>
                  <a:pt x="f350" y="f873"/>
                  <a:pt x="f1048" y="f467"/>
                </a:cubicBezTo>
                <a:cubicBezTo>
                  <a:pt x="f1049" y="f273"/>
                  <a:pt x="f345" y="f869"/>
                  <a:pt x="f345" y="f268"/>
                </a:cubicBezTo>
                <a:cubicBezTo>
                  <a:pt x="f1050" y="f1051"/>
                  <a:pt x="f412" y="f871"/>
                  <a:pt x="f1052" y="f270"/>
                </a:cubicBezTo>
                <a:cubicBezTo>
                  <a:pt x="f1053" y="f869"/>
                  <a:pt x="f413" y="f1054"/>
                  <a:pt x="f1055" y="f271"/>
                </a:cubicBezTo>
                <a:cubicBezTo>
                  <a:pt x="f886" y="f489"/>
                  <a:pt x="f1056" y="f473"/>
                  <a:pt x="f1056" y="f1035"/>
                </a:cubicBezTo>
                <a:cubicBezTo>
                  <a:pt x="f1057" y="f1058"/>
                  <a:pt x="f1059" y="f476"/>
                  <a:pt x="f1060" y="f262"/>
                </a:cubicBezTo>
                <a:cubicBezTo>
                  <a:pt x="f342" y="f262"/>
                  <a:pt x="f342" y="f480"/>
                  <a:pt x="f342" y="f483"/>
                </a:cubicBezTo>
                <a:cubicBezTo>
                  <a:pt x="f342" y="f259"/>
                  <a:pt x="f342" y="f485"/>
                  <a:pt x="f342" y="f1061"/>
                </a:cubicBezTo>
                <a:cubicBezTo>
                  <a:pt x="f319" y="f485"/>
                  <a:pt x="f322" y="f259"/>
                  <a:pt x="f883" y="f1022"/>
                </a:cubicBezTo>
                <a:cubicBezTo>
                  <a:pt x="f883" y="f1062"/>
                  <a:pt x="f315" y="f1063"/>
                  <a:pt x="f315" y="f253"/>
                </a:cubicBezTo>
                <a:cubicBezTo>
                  <a:pt x="f315" y="f252"/>
                  <a:pt x="f301" y="f250"/>
                  <a:pt x="f883" y="f249"/>
                </a:cubicBezTo>
                <a:cubicBezTo>
                  <a:pt x="f883" y="f247"/>
                  <a:pt x="f306" y="f992"/>
                  <a:pt x="f493" y="f1064"/>
                </a:cubicBezTo>
                <a:cubicBezTo>
                  <a:pt x="f315" y="f991"/>
                  <a:pt x="f305" y="f991"/>
                  <a:pt x="f312" y="f1065"/>
                </a:cubicBezTo>
                <a:cubicBezTo>
                  <a:pt x="f312" y="f986"/>
                  <a:pt x="f305" y="f1066"/>
                  <a:pt x="f301" y="f239"/>
                </a:cubicBezTo>
                <a:cubicBezTo>
                  <a:pt x="f308" y="f1067"/>
                  <a:pt x="f322" y="f1068"/>
                  <a:pt x="f448" y="f1069"/>
                </a:cubicBezTo>
                <a:cubicBezTo>
                  <a:pt x="f417" y="f1070"/>
                  <a:pt x="f416" y="f817"/>
                  <a:pt x="f1071" y="f819"/>
                </a:cubicBezTo>
                <a:cubicBezTo>
                  <a:pt x="f342" y="f814"/>
                  <a:pt x="f1072" y="f809"/>
                  <a:pt x="f1073" y="f1074"/>
                </a:cubicBezTo>
                <a:cubicBezTo>
                  <a:pt x="f420" y="f806"/>
                  <a:pt x="f448" y="f1074"/>
                  <a:pt x="f449" y="f809"/>
                </a:cubicBezTo>
                <a:cubicBezTo>
                  <a:pt x="f299" y="f814"/>
                  <a:pt x="f308" y="f818"/>
                  <a:pt x="f303" y="f1000"/>
                </a:cubicBezTo>
                <a:cubicBezTo>
                  <a:pt x="f296" y="f998"/>
                  <a:pt x="f1075" y="f982"/>
                  <a:pt x="f286" y="f927"/>
                </a:cubicBezTo>
                <a:cubicBezTo>
                  <a:pt x="f455" y="f983"/>
                  <a:pt x="f1076" y="f994"/>
                  <a:pt x="f1077" y="f1067"/>
                </a:cubicBezTo>
                <a:cubicBezTo>
                  <a:pt x="f284" y="f1078"/>
                  <a:pt x="f430" y="f1068"/>
                  <a:pt x="f1079" y="f233"/>
                </a:cubicBezTo>
                <a:cubicBezTo>
                  <a:pt x="f431" y="f234"/>
                  <a:pt x="f277" y="f994"/>
                  <a:pt x="f866" y="f1067"/>
                </a:cubicBezTo>
                <a:cubicBezTo>
                  <a:pt x="f1038" y="f235"/>
                  <a:pt x="f1054" y="f235"/>
                  <a:pt x="f489" y="f1067"/>
                </a:cubicBezTo>
                <a:cubicBezTo>
                  <a:pt x="f270" y="f994"/>
                  <a:pt x="f489" y="f927"/>
                  <a:pt x="f489" y="f1078"/>
                </a:cubicBezTo>
                <a:cubicBezTo>
                  <a:pt x="f1054" y="f998"/>
                  <a:pt x="f271" y="f818"/>
                  <a:pt x="f1080" y="f222"/>
                </a:cubicBezTo>
                <a:cubicBezTo>
                  <a:pt x="f1054" y="f222"/>
                  <a:pt x="f489" y="f810"/>
                  <a:pt x="f473" y="f810"/>
                </a:cubicBezTo>
                <a:cubicBezTo>
                  <a:pt x="f268" y="f72"/>
                  <a:pt x="f473" y="f813"/>
                  <a:pt x="f489" y="f77"/>
                </a:cubicBezTo>
                <a:cubicBezTo>
                  <a:pt x="f274" y="f826"/>
                  <a:pt x="f1081" y="f1082"/>
                  <a:pt x="f475" y="f797"/>
                </a:cubicBezTo>
                <a:cubicBezTo>
                  <a:pt x="f266" y="f968"/>
                  <a:pt x="f265" y="f968"/>
                  <a:pt x="f477" y="f796"/>
                </a:cubicBezTo>
                <a:cubicBezTo>
                  <a:pt x="f265" y="f1083"/>
                  <a:pt x="f489" y="f203"/>
                  <a:pt x="f470" y="f933"/>
                </a:cubicBezTo>
                <a:cubicBezTo>
                  <a:pt x="f271" y="f198"/>
                  <a:pt x="f1080" y="f1084"/>
                  <a:pt x="f470" y="f961"/>
                </a:cubicBezTo>
                <a:cubicBezTo>
                  <a:pt x="f873" y="f197"/>
                  <a:pt x="f1085" y="f960"/>
                  <a:pt x="f1086" y="f83"/>
                </a:cubicBezTo>
                <a:cubicBezTo>
                  <a:pt x="f1087" y="f1088"/>
                  <a:pt x="f1089" y="f776"/>
                  <a:pt x="f284" y="f841"/>
                </a:cubicBezTo>
                <a:cubicBezTo>
                  <a:pt x="f1089" y="f844"/>
                  <a:pt x="f1087" y="f770"/>
                  <a:pt x="f1086" y="f84"/>
                </a:cubicBezTo>
                <a:cubicBezTo>
                  <a:pt x="f1085" y="f192"/>
                  <a:pt x="f873" y="f186"/>
                  <a:pt x="f470" y="f936"/>
                </a:cubicBezTo>
                <a:cubicBezTo>
                  <a:pt x="f866" y="f162"/>
                  <a:pt x="f271" y="f949"/>
                  <a:pt x="f271" y="f86"/>
                </a:cubicBezTo>
                <a:cubicBezTo>
                  <a:pt x="f868" y="f1090"/>
                  <a:pt x="f273" y="f165"/>
                  <a:pt x="f1081" y="f1091"/>
                </a:cubicBezTo>
                <a:cubicBezTo>
                  <a:pt x="f1044" y="f1092"/>
                  <a:pt x="f280" y="f54"/>
                  <a:pt x="f282" y="f760"/>
                </a:cubicBezTo>
                <a:cubicBezTo>
                  <a:pt x="f279" y="f752"/>
                  <a:pt x="f1085" y="f750"/>
                  <a:pt x="f433" y="f148"/>
                </a:cubicBezTo>
                <a:cubicBezTo>
                  <a:pt x="f1077" y="f542"/>
                  <a:pt x="f1093" y="f109"/>
                  <a:pt x="f1087" y="f749"/>
                </a:cubicBezTo>
                <a:cubicBezTo>
                  <a:pt x="f1077" y="f117"/>
                  <a:pt x="f285" y="f143"/>
                  <a:pt x="f919" y="f538"/>
                </a:cubicBezTo>
                <a:cubicBezTo>
                  <a:pt x="f437" y="f536"/>
                  <a:pt x="f437" y="f746"/>
                  <a:pt x="f1094" y="f121"/>
                </a:cubicBezTo>
                <a:cubicBezTo>
                  <a:pt x="f289" y="f121"/>
                  <a:pt x="f1075" y="f121"/>
                  <a:pt x="f453" y="f115"/>
                </a:cubicBezTo>
                <a:cubicBezTo>
                  <a:pt x="f1095" y="f1096"/>
                  <a:pt x="f291" y="f554"/>
                  <a:pt x="f1095" y="f113"/>
                </a:cubicBezTo>
                <a:cubicBezTo>
                  <a:pt x="f296" y="f529"/>
                  <a:pt x="f443" y="f1097"/>
                  <a:pt x="f290" y="f136"/>
                </a:cubicBezTo>
                <a:cubicBezTo>
                  <a:pt x="f298" y="f508"/>
                  <a:pt x="f493" y="f1098"/>
                  <a:pt x="f1099" y="f1098"/>
                </a:cubicBezTo>
                <a:cubicBezTo>
                  <a:pt x="f448" y="f503"/>
                  <a:pt x="f448" y="f502"/>
                  <a:pt x="f320" y="f50"/>
                </a:cubicBezTo>
                <a:cubicBezTo>
                  <a:pt x="f1071" y="f502"/>
                  <a:pt x="f1059" y="f140"/>
                  <a:pt x="f1100" y="f1097"/>
                </a:cubicBezTo>
                <a:cubicBezTo>
                  <a:pt x="f1101" y="f1098"/>
                  <a:pt x="f495" y="f136"/>
                  <a:pt x="f1102" y="f136"/>
                </a:cubicBezTo>
                <a:cubicBezTo>
                  <a:pt x="f1103" y="f1098"/>
                  <a:pt x="f346" y="f1097"/>
                  <a:pt x="f410" y="f1104"/>
                </a:cubicBezTo>
                <a:cubicBezTo>
                  <a:pt x="f1046" y="f744"/>
                  <a:pt x="f403" y="f117"/>
                  <a:pt x="f1105" y="f119"/>
                </a:cubicBezTo>
                <a:cubicBezTo>
                  <a:pt x="f357" y="f750"/>
                  <a:pt x="f388" y="f101"/>
                  <a:pt x="f368" y="f54"/>
                </a:cubicBezTo>
                <a:cubicBezTo>
                  <a:pt x="f901" y="f94"/>
                  <a:pt x="f373" y="f103"/>
                  <a:pt x="f1043" y="f1106"/>
                </a:cubicBezTo>
                <a:cubicBezTo>
                  <a:pt x="f499" y="f1107"/>
                  <a:pt x="f898" y="f119"/>
                  <a:pt x="f501" y="f746"/>
                </a:cubicBezTo>
                <a:cubicBezTo>
                  <a:pt x="f910" y="f121"/>
                  <a:pt x="f1042" y="f1108"/>
                  <a:pt x="f375" y="f113"/>
                </a:cubicBezTo>
                <a:cubicBezTo>
                  <a:pt x="f371" y="f123"/>
                  <a:pt x="f395" y="f1097"/>
                  <a:pt x="f1109" y="f136"/>
                </a:cubicBezTo>
                <a:cubicBezTo>
                  <a:pt x="f343" y="f517"/>
                  <a:pt x="f449" y="f570"/>
                  <a:pt x="f1110" y="f630"/>
                </a:cubicBezTo>
                <a:cubicBezTo>
                  <a:pt x="f282" y="f593"/>
                  <a:pt x="f1111" y="f636"/>
                  <a:pt x="f1019" y="f1112"/>
                </a:cubicBezTo>
                <a:cubicBezTo>
                  <a:pt x="f1113" y="f1112"/>
                  <a:pt x="f487" y="f645"/>
                  <a:pt x="f1114" y="f1115"/>
                </a:cubicBezTo>
                <a:cubicBezTo>
                  <a:pt x="f926" y="f1116"/>
                  <a:pt x="f244" y="f1115"/>
                  <a:pt x="f987" y="f639"/>
                </a:cubicBezTo>
                <a:cubicBezTo>
                  <a:pt x="f234" y="f468"/>
                  <a:pt x="f817" y="f460"/>
                  <a:pt x="f1117" y="f462"/>
                </a:cubicBezTo>
                <a:cubicBezTo>
                  <a:pt x="f794" y="f691"/>
                  <a:pt x="f1118" y="f466"/>
                  <a:pt x="f167" y="f651"/>
                </a:cubicBezTo>
                <a:cubicBezTo>
                  <a:pt x="f55" y="f1119"/>
                  <a:pt x="f842" y="f1120"/>
                  <a:pt x="f182" y="f519"/>
                </a:cubicBezTo>
                <a:cubicBezTo>
                  <a:pt x="f55" y="f127"/>
                  <a:pt x="f83" y="f1121"/>
                  <a:pt x="f770" y="f548"/>
                </a:cubicBezTo>
                <a:cubicBezTo>
                  <a:pt x="f844" y="f1107"/>
                  <a:pt x="f842" y="f542"/>
                  <a:pt x="f195" y="f146"/>
                </a:cubicBezTo>
                <a:cubicBezTo>
                  <a:pt x="f81" y="f107"/>
                  <a:pt x="f203" y="f760"/>
                  <a:pt x="f203" y="f165"/>
                </a:cubicBezTo>
                <a:cubicBezTo>
                  <a:pt x="f1122" y="f936"/>
                  <a:pt x="f203" y="f842"/>
                  <a:pt x="f203" y="f1084"/>
                </a:cubicBezTo>
                <a:cubicBezTo>
                  <a:pt x="f832" y="f1084"/>
                  <a:pt x="f59" y="f1084"/>
                  <a:pt x="f933" y="f1084"/>
                </a:cubicBezTo>
                <a:cubicBezTo>
                  <a:pt x="f933" y="f1123"/>
                  <a:pt x="f933" y="f1123"/>
                  <a:pt x="f933" y="f961"/>
                </a:cubicBezTo>
                <a:cubicBezTo>
                  <a:pt x="f933" y="f774"/>
                  <a:pt x="f933" y="f767"/>
                  <a:pt x="f200" y="f1091"/>
                </a:cubicBezTo>
                <a:cubicBezTo>
                  <a:pt x="f1124" y="f94"/>
                  <a:pt x="f960" y="f106"/>
                  <a:pt x="f192" y="f150"/>
                </a:cubicBezTo>
                <a:cubicBezTo>
                  <a:pt x="f188" y="f1106"/>
                  <a:pt x="f936" y="f150"/>
                  <a:pt x="f767" y="f750"/>
                </a:cubicBezTo>
                <a:cubicBezTo>
                  <a:pt x="f949" y="f107"/>
                  <a:pt x="f182" y="f752"/>
                  <a:pt x="f159" y="f105"/>
                </a:cubicBezTo>
                <a:cubicBezTo>
                  <a:pt x="f766" y="f755"/>
                  <a:pt x="f157" y="f758"/>
                  <a:pt x="f167" y="f105"/>
                </a:cubicBezTo>
                <a:cubicBezTo>
                  <a:pt x="f1092" y="f150"/>
                  <a:pt x="f88" y="f147"/>
                  <a:pt x="f1091" y="f1107"/>
                </a:cubicBezTo>
                <a:cubicBezTo>
                  <a:pt x="f165" y="f109"/>
                  <a:pt x="f1090" y="f109"/>
                  <a:pt x="f159" y="f109"/>
                </a:cubicBezTo>
                <a:cubicBezTo>
                  <a:pt x="f936" y="f540"/>
                  <a:pt x="f194" y="f747"/>
                  <a:pt x="f194" y="f1096"/>
                </a:cubicBezTo>
                <a:cubicBezTo>
                  <a:pt x="f192" y="f1104"/>
                  <a:pt x="f162" y="f136"/>
                  <a:pt x="f1090" y="f125"/>
                </a:cubicBezTo>
                <a:cubicBezTo>
                  <a:pt x="f765" y="f502"/>
                  <a:pt x="f157" y="f136"/>
                  <a:pt x="f178" y="f1098"/>
                </a:cubicBezTo>
                <a:cubicBezTo>
                  <a:pt x="f90" y="f1097"/>
                  <a:pt x="f92" y="f123"/>
                  <a:pt x="f95" y="f123"/>
                </a:cubicBezTo>
                <a:cubicBezTo>
                  <a:pt x="f101" y="f529"/>
                  <a:pt x="f752" y="f1098"/>
                  <a:pt x="f752" y="f502"/>
                </a:cubicBezTo>
                <a:cubicBezTo>
                  <a:pt x="f106" y="f738"/>
                  <a:pt x="f755" y="f507"/>
                  <a:pt x="f1125" y="f517"/>
                </a:cubicBezTo>
                <a:cubicBezTo>
                  <a:pt x="f95" y="f505"/>
                  <a:pt x="f169" y="f516"/>
                  <a:pt x="f88" y="f516"/>
                </a:cubicBezTo>
                <a:cubicBezTo>
                  <a:pt x="f765" y="f516"/>
                  <a:pt x="f1126" y="f513"/>
                  <a:pt x="f1090" y="f734"/>
                </a:cubicBezTo>
                <a:cubicBezTo>
                  <a:pt x="f186" y="f611"/>
                  <a:pt x="f936" y="f645"/>
                  <a:pt x="f92" y="f691"/>
                </a:cubicBezTo>
                <a:cubicBezTo>
                  <a:pt x="f97" y="f1127"/>
                  <a:pt x="f99" y="f651"/>
                  <a:pt x="f1128" y="f651"/>
                </a:cubicBezTo>
                <a:cubicBezTo>
                  <a:pt x="f52" y="f699"/>
                  <a:pt x="f136" y="f696"/>
                  <a:pt x="f570" y="f696"/>
                </a:cubicBezTo>
                <a:cubicBezTo>
                  <a:pt x="f1129" y="f457"/>
                  <a:pt x="f486" y="f457"/>
                  <a:pt x="f1130" y="f454"/>
                </a:cubicBezTo>
                <a:cubicBezTo>
                  <a:pt x="f447" y="f58"/>
                  <a:pt x="f67" y="f56"/>
                  <a:pt x="f1131" y="f56"/>
                </a:cubicBezTo>
                <a:cubicBezTo>
                  <a:pt x="f1132" y="f46"/>
                  <a:pt x="f434" y="f56"/>
                  <a:pt x="f411" y="f459"/>
                </a:cubicBezTo>
                <a:cubicBezTo>
                  <a:pt x="f1133" y="f468"/>
                  <a:pt x="f19" y="f460"/>
                  <a:pt x="f35" y="f462"/>
                </a:cubicBezTo>
                <a:cubicBezTo>
                  <a:pt x="f35" y="f468"/>
                  <a:pt x="f35" y="f459"/>
                  <a:pt x="f35" y="f486"/>
                </a:cubicBezTo>
                <a:cubicBezTo>
                  <a:pt x="f35" y="f486"/>
                  <a:pt x="f71" y="f486"/>
                  <a:pt x="f36" y="f486"/>
                </a:cubicBezTo>
                <a:cubicBezTo>
                  <a:pt x="f1134" y="f474"/>
                  <a:pt x="f1135" y="f486"/>
                  <a:pt x="f67" y="f474"/>
                </a:cubicBezTo>
                <a:cubicBezTo>
                  <a:pt x="f26" y="f472"/>
                  <a:pt x="f38" y="f684"/>
                  <a:pt x="f1136" y="f1137"/>
                </a:cubicBezTo>
                <a:cubicBezTo>
                  <a:pt x="f1138" y="f665"/>
                  <a:pt x="f1136" y="f645"/>
                  <a:pt x="f42" y="f1119"/>
                </a:cubicBezTo>
                <a:cubicBezTo>
                  <a:pt x="f38" y="f1139"/>
                  <a:pt x="f1140" y="f1141"/>
                  <a:pt x="f34" y="f1129"/>
                </a:cubicBezTo>
                <a:cubicBezTo>
                  <a:pt x="f67" y="f596"/>
                  <a:pt x="f43" y="f632"/>
                  <a:pt x="f1142" y="f590"/>
                </a:cubicBezTo>
                <a:cubicBezTo>
                  <a:pt x="f28" y="f1129"/>
                  <a:pt x="f1143" y="f590"/>
                  <a:pt x="f62" y="f719"/>
                </a:cubicBezTo>
                <a:cubicBezTo>
                  <a:pt x="f709" y="f592"/>
                  <a:pt x="f56" y="f1144"/>
                  <a:pt x="f456" y="f579"/>
                </a:cubicBezTo>
                <a:cubicBezTo>
                  <a:pt x="f481" y="f579"/>
                  <a:pt x="f667" y="f579"/>
                  <a:pt x="f490" y="f614"/>
                </a:cubicBezTo>
                <a:cubicBezTo>
                  <a:pt x="f645" y="f625"/>
                  <a:pt x="f647" y="f566"/>
                  <a:pt x="f669" y="f507"/>
                </a:cubicBezTo>
                <a:cubicBezTo>
                  <a:pt x="f647" y="f511"/>
                  <a:pt x="f1115" y="f508"/>
                  <a:pt x="f607" y="f125"/>
                </a:cubicBezTo>
                <a:cubicBezTo>
                  <a:pt x="f1119" y="f140"/>
                  <a:pt x="f1116" y="f129"/>
                  <a:pt x="f599" y="f529"/>
                </a:cubicBezTo>
                <a:cubicBezTo>
                  <a:pt x="f1145" y="f531"/>
                  <a:pt x="f596" y="f1121"/>
                  <a:pt x="f590" y="f746"/>
                </a:cubicBezTo>
                <a:cubicBezTo>
                  <a:pt x="f633" y="f143"/>
                  <a:pt x="f1129" y="f1146"/>
                  <a:pt x="f636" y="f109"/>
                </a:cubicBezTo>
                <a:cubicBezTo>
                  <a:pt x="f592" y="f103"/>
                  <a:pt x="f630" y="f760"/>
                  <a:pt x="f1147" y="f1090"/>
                </a:cubicBezTo>
                <a:cubicBezTo>
                  <a:pt x="f723" y="f86"/>
                  <a:pt x="f1145" y="f767"/>
                  <a:pt x="f1115" y="f949"/>
                </a:cubicBezTo>
                <a:cubicBezTo>
                  <a:pt x="f645" y="f949"/>
                  <a:pt x="f641" y="f767"/>
                  <a:pt x="f47" y="f767"/>
                </a:cubicBezTo>
                <a:cubicBezTo>
                  <a:pt x="f669" y="f162"/>
                  <a:pt x="f472" y="f769"/>
                  <a:pt x="f459" y="f936"/>
                </a:cubicBezTo>
                <a:cubicBezTo>
                  <a:pt x="f481" y="f162"/>
                  <a:pt x="f658" y="f182"/>
                  <a:pt x="f653" y="f159"/>
                </a:cubicBezTo>
                <a:cubicBezTo>
                  <a:pt x="f46" y="f1090"/>
                  <a:pt x="f1148" y="f766"/>
                  <a:pt x="f44" y="f165"/>
                </a:cubicBezTo>
                <a:cubicBezTo>
                  <a:pt x="f65" y="f765"/>
                  <a:pt x="f30" y="f765"/>
                  <a:pt x="f24" y="f1091"/>
                </a:cubicBezTo>
                <a:cubicBezTo>
                  <a:pt x="f1149" y="f1091"/>
                  <a:pt x="f1150" y="f1091"/>
                  <a:pt x="f1135" y="f1091"/>
                </a:cubicBezTo>
                <a:cubicBezTo>
                  <a:pt x="f1150" y="f186"/>
                  <a:pt x="f1151" y="f842"/>
                  <a:pt x="f1152" y="f195"/>
                </a:cubicBezTo>
                <a:cubicBezTo>
                  <a:pt x="f1153" y="f837"/>
                  <a:pt x="f486" y="f82"/>
                  <a:pt x="f1115" y="f197"/>
                </a:cubicBezTo>
                <a:cubicBezTo>
                  <a:pt x="f598" y="f961"/>
                  <a:pt x="f632" y="f1124"/>
                  <a:pt x="f719" y="f1122"/>
                </a:cubicBezTo>
                <a:cubicBezTo>
                  <a:pt x="f634" y="f791"/>
                  <a:pt x="f596" y="f1083"/>
                  <a:pt x="f636" y="f206"/>
                </a:cubicBezTo>
                <a:cubicBezTo>
                  <a:pt x="f492" y="f931"/>
                  <a:pt x="f634" y="f794"/>
                  <a:pt x="f592" y="f1154"/>
                </a:cubicBezTo>
                <a:cubicBezTo>
                  <a:pt x="f581" y="f798"/>
                  <a:pt x="f1155" y="f64"/>
                  <a:pt x="f572" y="f813"/>
                </a:cubicBezTo>
                <a:cubicBezTo>
                  <a:pt x="f1156" y="f72"/>
                  <a:pt x="f570" y="f811"/>
                  <a:pt x="f628" y="f811"/>
                </a:cubicBezTo>
                <a:cubicBezTo>
                  <a:pt x="f1157" y="f811"/>
                  <a:pt x="f1147" y="f73"/>
                  <a:pt x="f727" y="f811"/>
                </a:cubicBezTo>
                <a:cubicBezTo>
                  <a:pt x="f579" y="f809"/>
                  <a:pt x="f1158" y="f809"/>
                  <a:pt x="f597" y="f809"/>
                </a:cubicBezTo>
                <a:cubicBezTo>
                  <a:pt x="f1145" y="f809"/>
                  <a:pt x="f1145" y="f1159"/>
                  <a:pt x="f636" y="f1159"/>
                </a:cubicBezTo>
                <a:cubicBezTo>
                  <a:pt x="f1129" y="f1006"/>
                  <a:pt x="f633" y="f1070"/>
                  <a:pt x="f595" y="f1160"/>
                </a:cubicBezTo>
                <a:cubicBezTo>
                  <a:pt x="f592" y="f927"/>
                  <a:pt x="f590" y="f994"/>
                  <a:pt x="f597" y="f235"/>
                </a:cubicBezTo>
                <a:cubicBezTo>
                  <a:pt x="f1139" y="f237"/>
                  <a:pt x="f1139" y="f237"/>
                  <a:pt x="f1161" y="f242"/>
                </a:cubicBezTo>
                <a:cubicBezTo>
                  <a:pt x="f603" y="f245"/>
                  <a:pt x="f603" y="f1015"/>
                  <a:pt x="f1162" y="f1163"/>
                </a:cubicBezTo>
                <a:cubicBezTo>
                  <a:pt x="f607" y="f1164"/>
                  <a:pt x="f1116" y="f1113"/>
                  <a:pt x="f637" y="f1165"/>
                </a:cubicBezTo>
                <a:cubicBezTo>
                  <a:pt x="f669" y="f1020"/>
                  <a:pt x="f460" y="f252"/>
                  <a:pt x="f1153" y="f250"/>
                </a:cubicBezTo>
                <a:cubicBezTo>
                  <a:pt x="f709" y="f1113"/>
                  <a:pt x="f709" y="f1166"/>
                  <a:pt x="f653" y="f255"/>
                </a:cubicBezTo>
                <a:cubicBezTo>
                  <a:pt x="f53" y="f1019"/>
                  <a:pt x="f1143" y="f250"/>
                  <a:pt x="f38" y="f249"/>
                </a:cubicBezTo>
                <a:cubicBezTo>
                  <a:pt x="f28" y="f1017"/>
                  <a:pt x="f1140" y="f926"/>
                  <a:pt x="f32" y="f1017"/>
                </a:cubicBezTo>
                <a:cubicBezTo>
                  <a:pt x="f34" y="f249"/>
                  <a:pt x="f1142" y="f1167"/>
                  <a:pt x="f1150" y="f247"/>
                </a:cubicBezTo>
                <a:cubicBezTo>
                  <a:pt x="f69" y="f1065"/>
                  <a:pt x="f1168" y="f1169"/>
                  <a:pt x="f33" y="f927"/>
                </a:cubicBezTo>
                <a:cubicBezTo>
                  <a:pt x="f424" y="f1069"/>
                  <a:pt x="f414" y="f1000"/>
                  <a:pt x="f27" y="f224"/>
                </a:cubicBezTo>
                <a:cubicBezTo>
                  <a:pt x="f407" y="f809"/>
                  <a:pt x="f1170" y="f810"/>
                  <a:pt x="f406" y="f222"/>
                </a:cubicBezTo>
                <a:cubicBezTo>
                  <a:pt x="f1171" y="f1074"/>
                  <a:pt x="f23" y="f819"/>
                  <a:pt x="f1172" y="f817"/>
                </a:cubicBezTo>
                <a:cubicBezTo>
                  <a:pt x="f1173" y="f1174"/>
                  <a:pt x="f74" y="f1175"/>
                  <a:pt x="f17" y="f994"/>
                </a:cubicBezTo>
                <a:cubicBezTo>
                  <a:pt x="f1176" y="f1169"/>
                  <a:pt x="f1177" y="f988"/>
                  <a:pt x="f1178" y="f244"/>
                </a:cubicBezTo>
                <a:cubicBezTo>
                  <a:pt x="f407" y="f1179"/>
                  <a:pt x="f27" y="f245"/>
                  <a:pt x="f1177" y="f1163"/>
                </a:cubicBezTo>
                <a:cubicBezTo>
                  <a:pt x="f1180" y="f926"/>
                  <a:pt x="f409" y="f1167"/>
                  <a:pt x="f411" y="f249"/>
                </a:cubicBezTo>
                <a:cubicBezTo>
                  <a:pt x="f411" y="f249"/>
                  <a:pt x="f1181" y="f853"/>
                  <a:pt x="f1181" y="f1164"/>
                </a:cubicBezTo>
                <a:cubicBezTo>
                  <a:pt x="f1180" y="f853"/>
                  <a:pt x="f27" y="f249"/>
                  <a:pt x="f1178" y="f1167"/>
                </a:cubicBezTo>
                <a:cubicBezTo>
                  <a:pt x="f25" y="f1015"/>
                  <a:pt x="f406" y="f1064"/>
                  <a:pt x="f1182" y="f244"/>
                </a:cubicBezTo>
                <a:cubicBezTo>
                  <a:pt x="f1183" y="f1184"/>
                  <a:pt x="f1185" y="f991"/>
                  <a:pt x="f89" y="f243"/>
                </a:cubicBezTo>
                <a:cubicBezTo>
                  <a:pt x="f91" y="f990"/>
                  <a:pt x="f76" y="f1169"/>
                  <a:pt x="f9" y="f237"/>
                </a:cubicBezTo>
                <a:cubicBezTo>
                  <a:pt x="f13" y="f1078"/>
                  <a:pt x="f102" y="f982"/>
                  <a:pt x="f392" y="f996"/>
                </a:cubicBezTo>
                <a:cubicBezTo>
                  <a:pt x="f1186" y="f1160"/>
                  <a:pt x="f1187" y="f981"/>
                  <a:pt x="f1188" y="f1069"/>
                </a:cubicBezTo>
                <a:cubicBezTo>
                  <a:pt x="f1189" y="f1069"/>
                  <a:pt x="f160" y="f1174"/>
                  <a:pt x="f1190" y="f1000"/>
                </a:cubicBezTo>
                <a:cubicBezTo>
                  <a:pt x="f1190" y="f1191"/>
                  <a:pt x="f139" y="f226"/>
                  <a:pt x="f158" y="f819"/>
                </a:cubicBezTo>
                <a:cubicBezTo>
                  <a:pt x="f141" y="f1074"/>
                  <a:pt x="f144" y="f810"/>
                  <a:pt x="f1192" y="f75"/>
                </a:cubicBezTo>
                <a:cubicBezTo>
                  <a:pt x="f358" y="f1193"/>
                  <a:pt x="f354" y="f73"/>
                  <a:pt x="f356" y="f68"/>
                </a:cubicBezTo>
                <a:cubicBezTo>
                  <a:pt x="f358" y="f1194"/>
                  <a:pt x="f356" y="f802"/>
                  <a:pt x="f356" y="f64"/>
                </a:cubicBezTo>
                <a:cubicBezTo>
                  <a:pt x="f354" y="f213"/>
                  <a:pt x="f354" y="f1082"/>
                  <a:pt x="f168" y="f968"/>
                </a:cubicBezTo>
                <a:cubicBezTo>
                  <a:pt x="f352" y="f794"/>
                  <a:pt x="f1195" y="f60"/>
                  <a:pt x="f1196" y="f209"/>
                </a:cubicBezTo>
                <a:cubicBezTo>
                  <a:pt x="f344" y="f1083"/>
                  <a:pt x="f1197" y="f59"/>
                  <a:pt x="f1197" y="f779"/>
                </a:cubicBezTo>
                <a:cubicBezTo>
                  <a:pt x="f1197" y="f961"/>
                  <a:pt x="f1198" y="f960"/>
                  <a:pt x="f174" y="f83"/>
                </a:cubicBezTo>
                <a:cubicBezTo>
                  <a:pt x="f1199" y="f774"/>
                  <a:pt x="f331" y="f770"/>
                  <a:pt x="f341" y="f188"/>
                </a:cubicBezTo>
                <a:cubicBezTo>
                  <a:pt x="f352" y="f948"/>
                  <a:pt x="f354" y="f167"/>
                  <a:pt x="f338" y="f758"/>
                </a:cubicBezTo>
                <a:cubicBezTo>
                  <a:pt x="f349" y="f749"/>
                  <a:pt x="f340" y="f531"/>
                  <a:pt x="f358" y="f1200"/>
                </a:cubicBezTo>
                <a:cubicBezTo>
                  <a:pt x="f1201" y="f561"/>
                  <a:pt x="f1201" y="f727"/>
                  <a:pt x="f1192" y="f586"/>
                </a:cubicBezTo>
                <a:cubicBezTo>
                  <a:pt x="f1192" y="f1202"/>
                  <a:pt x="f166" y="f719"/>
                  <a:pt x="f356" y="f633"/>
                </a:cubicBezTo>
                <a:cubicBezTo>
                  <a:pt x="f168" y="f1145"/>
                  <a:pt x="f170" y="f599"/>
                  <a:pt x="f1195" y="f637"/>
                </a:cubicBezTo>
                <a:cubicBezTo>
                  <a:pt x="f1195" y="f1162"/>
                  <a:pt x="f168" y="f1112"/>
                  <a:pt x="f358" y="f645"/>
                </a:cubicBezTo>
                <a:cubicBezTo>
                  <a:pt x="f166" y="f637"/>
                  <a:pt x="f1203" y="f1139"/>
                  <a:pt x="f152" y="f599"/>
                </a:cubicBezTo>
                <a:cubicBezTo>
                  <a:pt x="f1190" y="f636"/>
                  <a:pt x="f135" y="f633"/>
                  <a:pt x="f1204" y="f593"/>
                </a:cubicBezTo>
                <a:cubicBezTo>
                  <a:pt x="f378" y="f588"/>
                  <a:pt x="f1205" y="f579"/>
                  <a:pt x="f1206" y="f630"/>
                </a:cubicBezTo>
                <a:cubicBezTo>
                  <a:pt x="f1207" y="f1147"/>
                  <a:pt x="f1208" y="f496"/>
                  <a:pt x="f3" y="f628"/>
                </a:cubicBezTo>
                <a:cubicBezTo>
                  <a:pt x="f1209" y="f1157"/>
                  <a:pt x="f138" y="f1157"/>
                  <a:pt x="f160" y="f1147"/>
                </a:cubicBezTo>
                <a:cubicBezTo>
                  <a:pt x="f158" y="f559"/>
                  <a:pt x="f1210" y="f738"/>
                  <a:pt x="f128" y="f125"/>
                </a:cubicBezTo>
                <a:cubicBezTo>
                  <a:pt x="f126" y="f125"/>
                  <a:pt x="f1211" y="f50"/>
                  <a:pt x="f1212" y="f508"/>
                </a:cubicBezTo>
                <a:cubicBezTo>
                  <a:pt x="f122" y="f507"/>
                  <a:pt x="f380" y="f516"/>
                  <a:pt x="f1213" y="f566"/>
                </a:cubicBezTo>
                <a:cubicBezTo>
                  <a:pt x="f390" y="f625"/>
                  <a:pt x="f1214" y="f628"/>
                  <a:pt x="f1215" y="f577"/>
                </a:cubicBezTo>
                <a:cubicBezTo>
                  <a:pt x="f102" y="f634"/>
                  <a:pt x="f11" y="f637"/>
                  <a:pt x="f76" y="f667"/>
                </a:cubicBezTo>
                <a:cubicBezTo>
                  <a:pt x="f1216" y="f459"/>
                  <a:pt x="f23" y="f459"/>
                  <a:pt x="f1173" y="f669"/>
                </a:cubicBezTo>
                <a:cubicBezTo>
                  <a:pt x="f17" y="f459"/>
                  <a:pt x="f428" y="f466"/>
                  <a:pt x="f27" y="f58"/>
                </a:cubicBezTo>
                <a:cubicBezTo>
                  <a:pt x="f27" y="f450"/>
                  <a:pt x="f407" y="f2"/>
                  <a:pt x="f74" y="f1130"/>
                </a:cubicBezTo>
                <a:cubicBezTo>
                  <a:pt x="f1204" y="f1217"/>
                  <a:pt x="f326" y="f436"/>
                  <a:pt x="f293" y="f74"/>
                </a:cubicBezTo>
                <a:cubicBezTo>
                  <a:pt x="f214" y="f429"/>
                  <a:pt x="f287" y="f1218"/>
                  <a:pt x="f261" y="f23"/>
                </a:cubicBezTo>
                <a:cubicBezTo>
                  <a:pt x="f267" y="f87"/>
                  <a:pt x="f275" y="f1183"/>
                  <a:pt x="f6" y="f1185"/>
                </a:cubicBezTo>
                <a:cubicBezTo>
                  <a:pt x="f6" y="f1219"/>
                  <a:pt x="f6" y="f76"/>
                  <a:pt x="f6" y="f9"/>
                </a:cubicBezTo>
                <a:close/>
                <a:moveTo>
                  <a:pt x="f621" y="f502"/>
                </a:moveTo>
                <a:cubicBezTo>
                  <a:pt x="f1220" y="f747"/>
                  <a:pt x="f591" y="f548"/>
                  <a:pt x="f602" y="f755"/>
                </a:cubicBezTo>
                <a:cubicBezTo>
                  <a:pt x="f1221" y="f94"/>
                  <a:pt x="f939" y="f54"/>
                  <a:pt x="f1222" y="f167"/>
                </a:cubicBezTo>
                <a:cubicBezTo>
                  <a:pt x="f1223" y="f1091"/>
                  <a:pt x="f657" y="f165"/>
                  <a:pt x="f1224" y="f155"/>
                </a:cubicBezTo>
                <a:cubicBezTo>
                  <a:pt x="f934" y="f99"/>
                  <a:pt x="f1225" y="f105"/>
                  <a:pt x="f1226" y="f542"/>
                </a:cubicBezTo>
                <a:cubicBezTo>
                  <a:pt x="f1226" y="f542"/>
                  <a:pt x="f664" y="f1107"/>
                  <a:pt x="f664" y="f1107"/>
                </a:cubicBezTo>
                <a:cubicBezTo>
                  <a:pt x="f1227" y="f1107"/>
                  <a:pt x="f661" y="f548"/>
                  <a:pt x="f934" y="f1107"/>
                </a:cubicBezTo>
                <a:cubicBezTo>
                  <a:pt x="f659" y="f148"/>
                  <a:pt x="f1228" y="f546"/>
                  <a:pt x="f654" y="f119"/>
                </a:cubicBezTo>
                <a:cubicBezTo>
                  <a:pt x="f649" y="f746"/>
                  <a:pt x="f644" y="f554"/>
                  <a:pt x="f640" y="f1108"/>
                </a:cubicBezTo>
                <a:cubicBezTo>
                  <a:pt x="f629" y="f1108"/>
                  <a:pt x="f623" y="f131"/>
                  <a:pt x="f627" y="f529"/>
                </a:cubicBezTo>
                <a:cubicBezTo>
                  <a:pt x="f631" y="f1097"/>
                  <a:pt x="f617" y="f140"/>
                  <a:pt x="f621" y="f502"/>
                </a:cubicBezTo>
                <a:close/>
                <a:moveTo>
                  <a:pt x="f929" y="f1218"/>
                </a:moveTo>
                <a:cubicBezTo>
                  <a:pt x="f1003" y="f1170"/>
                  <a:pt x="f1229" y="f407"/>
                  <a:pt x="f1159" y="f409"/>
                </a:cubicBezTo>
                <a:cubicBezTo>
                  <a:pt x="f222" y="f1132"/>
                  <a:pt x="f1193" y="f1134"/>
                  <a:pt x="f72" y="f1142"/>
                </a:cubicBezTo>
                <a:cubicBezTo>
                  <a:pt x="f70" y="f1140"/>
                  <a:pt x="f803" y="f40"/>
                  <a:pt x="f66" y="f2"/>
                </a:cubicBezTo>
                <a:cubicBezTo>
                  <a:pt x="f930" y="f53"/>
                  <a:pt x="f930" y="f46"/>
                  <a:pt x="f68" y="f56"/>
                </a:cubicBezTo>
                <a:cubicBezTo>
                  <a:pt x="f811" y="f452"/>
                  <a:pt x="f224" y="f454"/>
                  <a:pt x="f1000" y="f709"/>
                </a:cubicBezTo>
                <a:cubicBezTo>
                  <a:pt x="f1000" y="f452"/>
                  <a:pt x="f1000" y="f56"/>
                  <a:pt x="f817" y="f46"/>
                </a:cubicBezTo>
                <a:cubicBezTo>
                  <a:pt x="f818" y="f38"/>
                  <a:pt x="f226" y="f446"/>
                  <a:pt x="f1230" y="f438"/>
                </a:cubicBezTo>
                <a:cubicBezTo>
                  <a:pt x="f228" y="f418"/>
                  <a:pt x="f1230" y="f407"/>
                  <a:pt x="f929" y="f1218"/>
                </a:cubicBezTo>
                <a:close/>
                <a:moveTo>
                  <a:pt x="f845" y="f767"/>
                </a:moveTo>
                <a:cubicBezTo>
                  <a:pt x="f845" y="f951"/>
                  <a:pt x="f845" y="f949"/>
                  <a:pt x="f845" y="f161"/>
                </a:cubicBezTo>
                <a:cubicBezTo>
                  <a:pt x="f1231" y="f1126"/>
                  <a:pt x="f681" y="f1126"/>
                  <a:pt x="f680" y="f92"/>
                </a:cubicBezTo>
                <a:cubicBezTo>
                  <a:pt x="f680" y="f171"/>
                  <a:pt x="f680" y="f99"/>
                  <a:pt x="f679" y="f1128"/>
                </a:cubicBezTo>
                <a:cubicBezTo>
                  <a:pt x="f1232" y="f154"/>
                  <a:pt x="f677" y="f106"/>
                  <a:pt x="f850" y="f147"/>
                </a:cubicBezTo>
                <a:cubicBezTo>
                  <a:pt x="f1226" y="f154"/>
                  <a:pt x="f1225" y="f95"/>
                  <a:pt x="f1233" y="f1092"/>
                </a:cubicBezTo>
                <a:cubicBezTo>
                  <a:pt x="f660" y="f165"/>
                  <a:pt x="f1234" y="f159"/>
                  <a:pt x="f663" y="f86"/>
                </a:cubicBezTo>
                <a:cubicBezTo>
                  <a:pt x="f670" y="f161"/>
                  <a:pt x="f1235" y="f949"/>
                  <a:pt x="f845" y="f767"/>
                </a:cubicBezTo>
                <a:close/>
                <a:moveTo>
                  <a:pt x="f1236" y="f1146"/>
                </a:moveTo>
                <a:cubicBezTo>
                  <a:pt x="f957" y="f1107"/>
                  <a:pt x="f1237" y="f150"/>
                  <a:pt x="f975" y="f103"/>
                </a:cubicBezTo>
                <a:cubicBezTo>
                  <a:pt x="f537" y="f749"/>
                  <a:pt x="f958" y="f117"/>
                  <a:pt x="f1238" y="f121"/>
                </a:cubicBezTo>
                <a:cubicBezTo>
                  <a:pt x="f1239" y="f117"/>
                  <a:pt x="f1240" y="f538"/>
                  <a:pt x="f1236" y="f1146"/>
                </a:cubicBezTo>
                <a:close/>
                <a:moveTo>
                  <a:pt x="f820" y="f835"/>
                </a:moveTo>
                <a:cubicBezTo>
                  <a:pt x="f705" y="f835"/>
                  <a:pt x="f706" y="f781"/>
                  <a:pt x="f706" y="f781"/>
                </a:cubicBezTo>
                <a:cubicBezTo>
                  <a:pt x="f1241" y="f1123"/>
                  <a:pt x="f707" y="f197"/>
                  <a:pt x="f708" y="f82"/>
                </a:cubicBezTo>
                <a:cubicBezTo>
                  <a:pt x="f710" y="f837"/>
                  <a:pt x="f711" y="f841"/>
                  <a:pt x="f1242" y="f55"/>
                </a:cubicBezTo>
                <a:cubicBezTo>
                  <a:pt x="f708" y="f956"/>
                  <a:pt x="f705" y="f956"/>
                  <a:pt x="f704" y="f770"/>
                </a:cubicBezTo>
                <a:cubicBezTo>
                  <a:pt x="f704" y="f837"/>
                  <a:pt x="f825" y="f844"/>
                  <a:pt x="f1243" y="f841"/>
                </a:cubicBezTo>
                <a:cubicBezTo>
                  <a:pt x="f829" y="f1123"/>
                  <a:pt x="f1244" y="f197"/>
                  <a:pt x="f820" y="f835"/>
                </a:cubicBezTo>
                <a:close/>
                <a:moveTo>
                  <a:pt x="f708" y="f734"/>
                </a:moveTo>
                <a:cubicBezTo>
                  <a:pt x="f1245" y="f561"/>
                  <a:pt x="f823" y="f559"/>
                  <a:pt x="f702" y="f559"/>
                </a:cubicBezTo>
                <a:cubicBezTo>
                  <a:pt x="f829" y="f559"/>
                  <a:pt x="f700" y="f734"/>
                  <a:pt x="f1246" y="f563"/>
                </a:cubicBezTo>
                <a:cubicBezTo>
                  <a:pt x="f1246" y="f566"/>
                  <a:pt x="f1246" y="f498"/>
                  <a:pt x="f1246" y="f513"/>
                </a:cubicBezTo>
                <a:cubicBezTo>
                  <a:pt x="f1243" y="f498"/>
                  <a:pt x="f703" y="f566"/>
                  <a:pt x="f708" y="f734"/>
                </a:cubicBezTo>
                <a:close/>
                <a:moveTo>
                  <a:pt x="f758" y="f125"/>
                </a:moveTo>
                <a:cubicBezTo>
                  <a:pt x="f95" y="f136"/>
                  <a:pt x="f54" y="f136"/>
                  <a:pt x="f178" y="f511"/>
                </a:cubicBezTo>
                <a:cubicBezTo>
                  <a:pt x="f54" y="f508"/>
                  <a:pt x="f99" y="f50"/>
                  <a:pt x="f758" y="f125"/>
                </a:cubicBezTo>
                <a:close/>
              </a:path>
            </a:pathLst>
          </a:custGeom>
          <a:solidFill>
            <a:srgbClr val="A72424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4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831423BE-0077-82EE-0989-759100A153D7}"/>
              </a:ext>
            </a:extLst>
          </p:cNvPr>
          <p:cNvSpPr/>
          <p:nvPr/>
        </p:nvSpPr>
        <p:spPr>
          <a:xfrm>
            <a:off x="-14328" y="63495"/>
            <a:ext cx="1440244" cy="933126"/>
          </a:xfrm>
          <a:custGeom>
            <a:avLst/>
            <a:gdLst>
              <a:gd name="f0" fmla="val 10800000"/>
              <a:gd name="f1" fmla="val 5400000"/>
              <a:gd name="f2" fmla="val 360"/>
              <a:gd name="f3" fmla="val 180"/>
              <a:gd name="f4" fmla="val w"/>
              <a:gd name="f5" fmla="val h"/>
              <a:gd name="f6" fmla="val 0"/>
              <a:gd name="f7" fmla="val 1590"/>
              <a:gd name="f8" fmla="val 1029"/>
              <a:gd name="f9" fmla="val 250"/>
              <a:gd name="f10" fmla="val 6"/>
              <a:gd name="f11" fmla="val 243"/>
              <a:gd name="f12" fmla="val 12"/>
              <a:gd name="f13" fmla="val 245"/>
              <a:gd name="f14" fmla="val 19"/>
              <a:gd name="f15" fmla="val 248"/>
              <a:gd name="f16" fmla="val 93"/>
              <a:gd name="f17" fmla="val 273"/>
              <a:gd name="f18" fmla="val 168"/>
              <a:gd name="f19" fmla="val 298"/>
              <a:gd name="f20" fmla="val 239"/>
              <a:gd name="f21" fmla="val 331"/>
              <a:gd name="f22" fmla="val 336"/>
              <a:gd name="f23" fmla="val 261"/>
              <a:gd name="f24" fmla="val 338"/>
              <a:gd name="f25" fmla="val 272"/>
              <a:gd name="f26" fmla="val 341"/>
              <a:gd name="f27" fmla="val 280"/>
              <a:gd name="f28" fmla="val 344"/>
              <a:gd name="f29" fmla="val 288"/>
              <a:gd name="f30" fmla="val 343"/>
              <a:gd name="f31" fmla="val 296"/>
              <a:gd name="f32" fmla="val 339"/>
              <a:gd name="f33" fmla="val 301"/>
              <a:gd name="f34" fmla="val 337"/>
              <a:gd name="f35" fmla="val 305"/>
              <a:gd name="f36" fmla="val 307"/>
              <a:gd name="f37" fmla="val 308"/>
              <a:gd name="f38" fmla="val 347"/>
              <a:gd name="f39" fmla="val 312"/>
              <a:gd name="f40" fmla="val 351"/>
              <a:gd name="f41" fmla="val 315"/>
              <a:gd name="f42" fmla="val 352"/>
              <a:gd name="f43" fmla="val 333"/>
              <a:gd name="f44" fmla="val 355"/>
              <a:gd name="f45" fmla="val 359"/>
              <a:gd name="f46" fmla="val 369"/>
              <a:gd name="f47" fmla="val 412"/>
              <a:gd name="f48" fmla="val 361"/>
              <a:gd name="f49" fmla="val 456"/>
              <a:gd name="f50" fmla="val 499"/>
              <a:gd name="f51" fmla="val 363"/>
              <a:gd name="f52" fmla="val 534"/>
              <a:gd name="f53" fmla="val 365"/>
              <a:gd name="f54" fmla="val 570"/>
              <a:gd name="f55" fmla="val 605"/>
              <a:gd name="f56" fmla="val 371"/>
              <a:gd name="f57" fmla="val 619"/>
              <a:gd name="f58" fmla="val 372"/>
              <a:gd name="f59" fmla="val 633"/>
              <a:gd name="f60" fmla="val 647"/>
              <a:gd name="f61" fmla="val 659"/>
              <a:gd name="f62" fmla="val 368"/>
              <a:gd name="f63" fmla="val 668"/>
              <a:gd name="f64" fmla="val 672"/>
              <a:gd name="f65" fmla="val 349"/>
              <a:gd name="f66" fmla="val 677"/>
              <a:gd name="f67" fmla="val 335"/>
              <a:gd name="f68" fmla="val 682"/>
              <a:gd name="f69" fmla="val 320"/>
              <a:gd name="f70" fmla="val 685"/>
              <a:gd name="f71" fmla="val 306"/>
              <a:gd name="f72" fmla="val 688"/>
              <a:gd name="f73" fmla="val 690"/>
              <a:gd name="f74" fmla="val 270"/>
              <a:gd name="f75" fmla="val 693"/>
              <a:gd name="f76" fmla="val 252"/>
              <a:gd name="f77" fmla="val 679"/>
              <a:gd name="f78" fmla="val 663"/>
              <a:gd name="f79" fmla="val 650"/>
              <a:gd name="f80" fmla="val 640"/>
              <a:gd name="f81" fmla="val 627"/>
              <a:gd name="f82" fmla="val 615"/>
              <a:gd name="f83" fmla="val 614"/>
              <a:gd name="f84" fmla="val 602"/>
              <a:gd name="f85" fmla="val 265"/>
              <a:gd name="f86" fmla="val 589"/>
              <a:gd name="f87" fmla="val 260"/>
              <a:gd name="f88" fmla="val 577"/>
              <a:gd name="f89" fmla="val 255"/>
              <a:gd name="f90" fmla="val 573"/>
              <a:gd name="f91" fmla="val 253"/>
              <a:gd name="f92" fmla="val 569"/>
              <a:gd name="f93" fmla="val 251"/>
              <a:gd name="f94" fmla="val 563"/>
              <a:gd name="f95" fmla="val 566"/>
              <a:gd name="f96" fmla="val 246"/>
              <a:gd name="f97" fmla="val 568"/>
              <a:gd name="f98" fmla="val 244"/>
              <a:gd name="f99" fmla="val 565"/>
              <a:gd name="f100" fmla="val 240"/>
              <a:gd name="f101" fmla="val 560"/>
              <a:gd name="f102" fmla="val 235"/>
              <a:gd name="f103" fmla="val 555"/>
              <a:gd name="f104" fmla="val 231"/>
              <a:gd name="f105" fmla="val 554"/>
              <a:gd name="f106" fmla="val 552"/>
              <a:gd name="f107" fmla="val 551"/>
              <a:gd name="f108" fmla="val 230"/>
              <a:gd name="f109" fmla="val 540"/>
              <a:gd name="f110" fmla="val 227"/>
              <a:gd name="f111" fmla="val 530"/>
              <a:gd name="f112" fmla="val 223"/>
              <a:gd name="f113" fmla="val 517"/>
              <a:gd name="f114" fmla="val 219"/>
              <a:gd name="f115" fmla="val 524"/>
              <a:gd name="f116" fmla="val 216"/>
              <a:gd name="f117" fmla="val 528"/>
              <a:gd name="f118" fmla="val 213"/>
              <a:gd name="f119" fmla="val 535"/>
              <a:gd name="f120" fmla="val 210"/>
              <a:gd name="f121" fmla="val 523"/>
              <a:gd name="f122" fmla="val 205"/>
              <a:gd name="f123" fmla="val 512"/>
              <a:gd name="f124" fmla="val 201"/>
              <a:gd name="f125" fmla="val 500"/>
              <a:gd name="f126" fmla="val 195"/>
              <a:gd name="f127" fmla="val 504"/>
              <a:gd name="f128" fmla="val 193"/>
              <a:gd name="f129" fmla="val 509"/>
              <a:gd name="f130" fmla="val 190"/>
              <a:gd name="f131" fmla="val 515"/>
              <a:gd name="f132" fmla="val 187"/>
              <a:gd name="f133" fmla="val 511"/>
              <a:gd name="f134" fmla="val 184"/>
              <a:gd name="f135" fmla="val 182"/>
              <a:gd name="f136" fmla="val 506"/>
              <a:gd name="f137" fmla="val 501"/>
              <a:gd name="f138" fmla="val 176"/>
              <a:gd name="f139" fmla="val 172"/>
              <a:gd name="f140" fmla="val 507"/>
              <a:gd name="f141" fmla="val 170"/>
              <a:gd name="f142" fmla="val 167"/>
              <a:gd name="f143" fmla="val 531"/>
              <a:gd name="f144" fmla="val 166"/>
              <a:gd name="f145" fmla="val 539"/>
              <a:gd name="f146" fmla="val 544"/>
              <a:gd name="f147" fmla="val 545"/>
              <a:gd name="f148" fmla="val 547"/>
              <a:gd name="f149" fmla="val 165"/>
              <a:gd name="f150" fmla="val 549"/>
              <a:gd name="f151" fmla="val 164"/>
              <a:gd name="f152" fmla="val 163"/>
              <a:gd name="f153" fmla="val 162"/>
              <a:gd name="f154" fmla="val 557"/>
              <a:gd name="f155" fmla="val 574"/>
              <a:gd name="f156" fmla="val 169"/>
              <a:gd name="f157" fmla="val 580"/>
              <a:gd name="f158" fmla="val 171"/>
              <a:gd name="f159" fmla="val 588"/>
              <a:gd name="f160" fmla="val 174"/>
              <a:gd name="f161" fmla="val 591"/>
              <a:gd name="f162" fmla="val 595"/>
              <a:gd name="f163" fmla="val 161"/>
              <a:gd name="f164" fmla="val 156"/>
              <a:gd name="f165" fmla="val 583"/>
              <a:gd name="f166" fmla="val 152"/>
              <a:gd name="f167" fmla="val 578"/>
              <a:gd name="f168" fmla="val 148"/>
              <a:gd name="f169" fmla="val 572"/>
              <a:gd name="f170" fmla="val 146"/>
              <a:gd name="f171" fmla="val 567"/>
              <a:gd name="f172" fmla="val 143"/>
              <a:gd name="f173" fmla="val 135"/>
              <a:gd name="f174" fmla="val 127"/>
              <a:gd name="f175" fmla="val 120"/>
              <a:gd name="f176" fmla="val 571"/>
              <a:gd name="f177" fmla="val 111"/>
              <a:gd name="f178" fmla="val 576"/>
              <a:gd name="f179" fmla="val 105"/>
              <a:gd name="f180" fmla="val 100"/>
              <a:gd name="f181" fmla="val 97"/>
              <a:gd name="f182" fmla="val 590"/>
              <a:gd name="f183" fmla="val 88"/>
              <a:gd name="f184" fmla="val 81"/>
              <a:gd name="f185" fmla="val 75"/>
              <a:gd name="f186" fmla="val 599"/>
              <a:gd name="f187" fmla="val 77"/>
              <a:gd name="f188" fmla="val 598"/>
              <a:gd name="f189" fmla="val 71"/>
              <a:gd name="f190" fmla="val 64"/>
              <a:gd name="f191" fmla="val 58"/>
              <a:gd name="f192" fmla="val 600"/>
              <a:gd name="f193" fmla="val 57"/>
              <a:gd name="f194" fmla="val 601"/>
              <a:gd name="f195" fmla="val 610"/>
              <a:gd name="f196" fmla="val 66"/>
              <a:gd name="f197" fmla="val 618"/>
              <a:gd name="f198" fmla="val 626"/>
              <a:gd name="f199" fmla="val 56"/>
              <a:gd name="f200" fmla="val 629"/>
              <a:gd name="f201" fmla="val 54"/>
              <a:gd name="f202" fmla="val 53"/>
              <a:gd name="f203" fmla="val 637"/>
              <a:gd name="f204" fmla="val 51"/>
              <a:gd name="f205" fmla="val 49"/>
              <a:gd name="f206" fmla="val 644"/>
              <a:gd name="f207" fmla="val 47"/>
              <a:gd name="f208" fmla="val 44"/>
              <a:gd name="f209" fmla="val 646"/>
              <a:gd name="f210" fmla="val 32"/>
              <a:gd name="f211" fmla="val 658"/>
              <a:gd name="f212" fmla="val 31"/>
              <a:gd name="f213" fmla="val 666"/>
              <a:gd name="f214" fmla="val 26"/>
              <a:gd name="f215" fmla="val 24"/>
              <a:gd name="f216" fmla="val 673"/>
              <a:gd name="f217" fmla="val 27"/>
              <a:gd name="f218" fmla="val 29"/>
              <a:gd name="f219" fmla="val 686"/>
              <a:gd name="f220" fmla="val 33"/>
              <a:gd name="f221" fmla="val 689"/>
              <a:gd name="f222" fmla="val 695"/>
              <a:gd name="f223" fmla="val 30"/>
              <a:gd name="f224" fmla="val 701"/>
              <a:gd name="f225" fmla="val 34"/>
              <a:gd name="f226" fmla="val 706"/>
              <a:gd name="f227" fmla="val 39"/>
              <a:gd name="f228" fmla="val 715"/>
              <a:gd name="f229" fmla="val 48"/>
              <a:gd name="f230" fmla="val 720"/>
              <a:gd name="f231" fmla="val 728"/>
              <a:gd name="f232" fmla="val 37"/>
              <a:gd name="f233" fmla="val 731"/>
              <a:gd name="f234" fmla="val 734"/>
              <a:gd name="f235" fmla="val 738"/>
              <a:gd name="f236" fmla="val 23"/>
              <a:gd name="f237" fmla="val 739"/>
              <a:gd name="f238" fmla="val 21"/>
              <a:gd name="f239" fmla="val 744"/>
              <a:gd name="f240" fmla="val 20"/>
              <a:gd name="f241" fmla="val 745"/>
              <a:gd name="f242" fmla="val 750"/>
              <a:gd name="f243" fmla="val 753"/>
              <a:gd name="f244" fmla="val 757"/>
              <a:gd name="f245" fmla="val 761"/>
              <a:gd name="f246" fmla="val 18"/>
              <a:gd name="f247" fmla="val 764"/>
              <a:gd name="f248" fmla="val 15"/>
              <a:gd name="f249" fmla="val 768"/>
              <a:gd name="f250" fmla="val 773"/>
              <a:gd name="f251" fmla="val 9"/>
              <a:gd name="f252" fmla="val 777"/>
              <a:gd name="f253" fmla="val 782"/>
              <a:gd name="f254" fmla="val 11"/>
              <a:gd name="f255" fmla="val 784"/>
              <a:gd name="f256" fmla="val 788"/>
              <a:gd name="f257" fmla="val 792"/>
              <a:gd name="f258" fmla="val 10"/>
              <a:gd name="f259" fmla="val 797"/>
              <a:gd name="f260" fmla="val 802"/>
              <a:gd name="f261" fmla="val 8"/>
              <a:gd name="f262" fmla="val 807"/>
              <a:gd name="f263" fmla="val 7"/>
              <a:gd name="f264" fmla="val 809"/>
              <a:gd name="f265" fmla="val 811"/>
              <a:gd name="f266" fmla="val 813"/>
              <a:gd name="f267" fmla="val 5"/>
              <a:gd name="f268" fmla="val 819"/>
              <a:gd name="f269" fmla="val 2"/>
              <a:gd name="f270" fmla="val 824"/>
              <a:gd name="f271" fmla="val 829"/>
              <a:gd name="f272" fmla="val 4"/>
              <a:gd name="f273" fmla="val 832"/>
              <a:gd name="f274" fmla="val 835"/>
              <a:gd name="f275" fmla="val 3"/>
              <a:gd name="f276" fmla="val 839"/>
              <a:gd name="f277" fmla="val 841"/>
              <a:gd name="f278" fmla="val 1"/>
              <a:gd name="f279" fmla="val 844"/>
              <a:gd name="f280" fmla="val 846"/>
              <a:gd name="f281" fmla="val 849"/>
              <a:gd name="f282" fmla="val 852"/>
              <a:gd name="f283" fmla="val 855"/>
              <a:gd name="f284" fmla="val 867"/>
              <a:gd name="f285" fmla="val 877"/>
              <a:gd name="f286" fmla="val 882"/>
              <a:gd name="f287" fmla="val 17"/>
              <a:gd name="f288" fmla="val 883"/>
              <a:gd name="f289" fmla="val 888"/>
              <a:gd name="f290" fmla="val 894"/>
              <a:gd name="f291" fmla="val 902"/>
              <a:gd name="f292" fmla="val 900"/>
              <a:gd name="f293" fmla="val 35"/>
              <a:gd name="f294" fmla="val 898"/>
              <a:gd name="f295" fmla="val 40"/>
              <a:gd name="f296" fmla="val 899"/>
              <a:gd name="f297" fmla="val 42"/>
              <a:gd name="f298" fmla="val 904"/>
              <a:gd name="f299" fmla="val 917"/>
              <a:gd name="f300" fmla="val 918"/>
              <a:gd name="f301" fmla="val 909"/>
              <a:gd name="f302" fmla="val 61"/>
              <a:gd name="f303" fmla="val 908"/>
              <a:gd name="f304" fmla="val 62"/>
              <a:gd name="f305" fmla="val 907"/>
              <a:gd name="f306" fmla="val 912"/>
              <a:gd name="f307" fmla="val 68"/>
              <a:gd name="f308" fmla="val 913"/>
              <a:gd name="f309" fmla="val 72"/>
              <a:gd name="f310" fmla="val 78"/>
              <a:gd name="f311" fmla="val 79"/>
              <a:gd name="f312" fmla="val 906"/>
              <a:gd name="f313" fmla="val 83"/>
              <a:gd name="f314" fmla="val 84"/>
              <a:gd name="f315" fmla="val 911"/>
              <a:gd name="f316" fmla="val 915"/>
              <a:gd name="f317" fmla="val 920"/>
              <a:gd name="f318" fmla="val 96"/>
              <a:gd name="f319" fmla="val 926"/>
              <a:gd name="f320" fmla="val 923"/>
              <a:gd name="f321" fmla="val 103"/>
              <a:gd name="f322" fmla="val 919"/>
              <a:gd name="f323" fmla="val 107"/>
              <a:gd name="f324" fmla="val 108"/>
              <a:gd name="f325" fmla="val 110"/>
              <a:gd name="f326" fmla="val 113"/>
              <a:gd name="f327" fmla="val 117"/>
              <a:gd name="f328" fmla="val 119"/>
              <a:gd name="f329" fmla="val 121"/>
              <a:gd name="f330" fmla="val 122"/>
              <a:gd name="f331" fmla="val 124"/>
              <a:gd name="f332" fmla="val 887"/>
              <a:gd name="f333" fmla="val 881"/>
              <a:gd name="f334" fmla="val 130"/>
              <a:gd name="f335" fmla="val 874"/>
              <a:gd name="f336" fmla="val 134"/>
              <a:gd name="f337" fmla="val 880"/>
              <a:gd name="f338" fmla="val 144"/>
              <a:gd name="f339" fmla="val 892"/>
              <a:gd name="f340" fmla="val 140"/>
              <a:gd name="f341" fmla="val 131"/>
              <a:gd name="f342" fmla="val 933"/>
              <a:gd name="f343" fmla="val 954"/>
              <a:gd name="f344" fmla="val 133"/>
              <a:gd name="f345" fmla="val 959"/>
              <a:gd name="f346" fmla="val 963"/>
              <a:gd name="f347" fmla="val 136"/>
              <a:gd name="f348" fmla="val 968"/>
              <a:gd name="f349" fmla="val 138"/>
              <a:gd name="f350" fmla="val 962"/>
              <a:gd name="f351" fmla="val 964"/>
              <a:gd name="f352" fmla="val 147"/>
              <a:gd name="f353" fmla="val 971"/>
              <a:gd name="f354" fmla="val 149"/>
              <a:gd name="f355" fmla="val 975"/>
              <a:gd name="f356" fmla="val 150"/>
              <a:gd name="f357" fmla="val 978"/>
              <a:gd name="f358" fmla="val 151"/>
              <a:gd name="f359" fmla="val 982"/>
              <a:gd name="f360" fmla="val 153"/>
              <a:gd name="f361" fmla="val 985"/>
              <a:gd name="f362" fmla="val 154"/>
              <a:gd name="f363" fmla="val 989"/>
              <a:gd name="f364" fmla="val 988"/>
              <a:gd name="f365" fmla="val 160"/>
              <a:gd name="f366" fmla="val 993"/>
              <a:gd name="f367" fmla="val 996"/>
              <a:gd name="f368" fmla="val 1000"/>
              <a:gd name="f369" fmla="val 1005"/>
              <a:gd name="f370" fmla="val 175"/>
              <a:gd name="f371" fmla="val 1007"/>
              <a:gd name="f372" fmla="val 179"/>
              <a:gd name="f373" fmla="val 1011"/>
              <a:gd name="f374" fmla="val 188"/>
              <a:gd name="f375" fmla="val 1016"/>
              <a:gd name="f376" fmla="val 196"/>
              <a:gd name="f377" fmla="val 1027"/>
              <a:gd name="f378" fmla="val 197"/>
              <a:gd name="f379" fmla="val 1018"/>
              <a:gd name="f380" fmla="val 209"/>
              <a:gd name="f381" fmla="val 1004"/>
              <a:gd name="f382" fmla="val 204"/>
              <a:gd name="f383" fmla="val 994"/>
              <a:gd name="f384" fmla="val 995"/>
              <a:gd name="f385" fmla="val 215"/>
              <a:gd name="f386" fmla="val 998"/>
              <a:gd name="f387" fmla="val 220"/>
              <a:gd name="f388" fmla="val 990"/>
              <a:gd name="f389" fmla="val 218"/>
              <a:gd name="f390" fmla="val 221"/>
              <a:gd name="f391" fmla="val 992"/>
              <a:gd name="f392" fmla="val 225"/>
              <a:gd name="f393" fmla="val 228"/>
              <a:gd name="f394" fmla="val 234"/>
              <a:gd name="f395" fmla="val 997"/>
              <a:gd name="f396" fmla="val 237"/>
              <a:gd name="f397" fmla="val 238"/>
              <a:gd name="f398" fmla="val 991"/>
              <a:gd name="f399" fmla="val 983"/>
              <a:gd name="f400" fmla="val 977"/>
              <a:gd name="f401" fmla="val 236"/>
              <a:gd name="f402" fmla="val 972"/>
              <a:gd name="f403" fmla="val 973"/>
              <a:gd name="f404" fmla="val 249"/>
              <a:gd name="f405" fmla="val 969"/>
              <a:gd name="f406" fmla="val 268"/>
              <a:gd name="f407" fmla="val 277"/>
              <a:gd name="f408" fmla="val 976"/>
              <a:gd name="f409" fmla="val 284"/>
              <a:gd name="f410" fmla="val 965"/>
              <a:gd name="f411" fmla="val 286"/>
              <a:gd name="f412" fmla="val 955"/>
              <a:gd name="f413" fmla="val 945"/>
              <a:gd name="f414" fmla="val 287"/>
              <a:gd name="f415" fmla="val 935"/>
              <a:gd name="f416" fmla="val 930"/>
              <a:gd name="f417" fmla="val 927"/>
              <a:gd name="f418" fmla="val 290"/>
              <a:gd name="f419" fmla="val 293"/>
              <a:gd name="f420" fmla="val 928"/>
              <a:gd name="f421" fmla="val 295"/>
              <a:gd name="f422" fmla="val 921"/>
              <a:gd name="f423" fmla="val 916"/>
              <a:gd name="f424" fmla="val 294"/>
              <a:gd name="f425" fmla="val 291"/>
              <a:gd name="f426" fmla="val 283"/>
              <a:gd name="f427" fmla="val 897"/>
              <a:gd name="f428" fmla="val 279"/>
              <a:gd name="f429" fmla="val 267"/>
              <a:gd name="f430" fmla="val 863"/>
              <a:gd name="f431" fmla="val 850"/>
              <a:gd name="f432" fmla="val 861"/>
              <a:gd name="f433" fmla="val 871"/>
              <a:gd name="f434" fmla="val 297"/>
              <a:gd name="f435" fmla="val 879"/>
              <a:gd name="f436" fmla="val 299"/>
              <a:gd name="f437" fmla="val 885"/>
              <a:gd name="f438" fmla="val 303"/>
              <a:gd name="f439" fmla="val 311"/>
              <a:gd name="f440" fmla="val 314"/>
              <a:gd name="f441" fmla="val 893"/>
              <a:gd name="f442" fmla="val 319"/>
              <a:gd name="f443" fmla="val 896"/>
              <a:gd name="f444" fmla="val 321"/>
              <a:gd name="f445" fmla="val 323"/>
              <a:gd name="f446" fmla="val 325"/>
              <a:gd name="f447" fmla="val 346"/>
              <a:gd name="f448" fmla="val 924"/>
              <a:gd name="f449" fmla="val 922"/>
              <a:gd name="f450" fmla="val 364"/>
              <a:gd name="f451" fmla="val 366"/>
              <a:gd name="f452" fmla="val 373"/>
              <a:gd name="f453" fmla="val 895"/>
              <a:gd name="f454" fmla="val 374"/>
              <a:gd name="f455" fmla="val 878"/>
              <a:gd name="f456" fmla="val 370"/>
              <a:gd name="f457" fmla="val 378"/>
              <a:gd name="f458" fmla="val 394"/>
              <a:gd name="f459" fmla="val 395"/>
              <a:gd name="f460" fmla="val 392"/>
              <a:gd name="f461" fmla="val 854"/>
              <a:gd name="f462" fmla="val 390"/>
              <a:gd name="f463" fmla="val 389"/>
              <a:gd name="f464" fmla="val 837"/>
              <a:gd name="f465" fmla="val 380"/>
              <a:gd name="f466" fmla="val 385"/>
              <a:gd name="f467" fmla="val 838"/>
              <a:gd name="f468" fmla="val 393"/>
              <a:gd name="f469" fmla="val 401"/>
              <a:gd name="f470" fmla="val 836"/>
              <a:gd name="f471" fmla="val 403"/>
              <a:gd name="f472" fmla="val 400"/>
              <a:gd name="f473" fmla="val 822"/>
              <a:gd name="f474" fmla="val 398"/>
              <a:gd name="f475" fmla="val 816"/>
              <a:gd name="f476" fmla="val 810"/>
              <a:gd name="f477" fmla="val 808"/>
              <a:gd name="f478" fmla="val 391"/>
              <a:gd name="f479" fmla="val 806"/>
              <a:gd name="f480" fmla="val 803"/>
              <a:gd name="f481" fmla="val 388"/>
              <a:gd name="f482" fmla="val 396"/>
              <a:gd name="f483" fmla="val 800"/>
              <a:gd name="f484" fmla="val 796"/>
              <a:gd name="f485" fmla="val 794"/>
              <a:gd name="f486" fmla="val 397"/>
              <a:gd name="f487" fmla="val 775"/>
              <a:gd name="f488" fmla="val 780"/>
              <a:gd name="f489" fmla="val 825"/>
              <a:gd name="f490" fmla="val 419"/>
              <a:gd name="f491" fmla="val 869"/>
              <a:gd name="f492" fmla="val 438"/>
              <a:gd name="f493" fmla="val 914"/>
              <a:gd name="f494" fmla="val 457"/>
              <a:gd name="f495" fmla="val 950"/>
              <a:gd name="f496" fmla="val 472"/>
              <a:gd name="f497" fmla="val 986"/>
              <a:gd name="f498" fmla="val 487"/>
              <a:gd name="f499" fmla="val 1022"/>
              <a:gd name="f500" fmla="val 502"/>
              <a:gd name="f501" fmla="val 1024"/>
              <a:gd name="f502" fmla="val 503"/>
              <a:gd name="f503" fmla="val 505"/>
              <a:gd name="f504" fmla="val 1033"/>
              <a:gd name="f505" fmla="val 491"/>
              <a:gd name="f506" fmla="val 1043"/>
              <a:gd name="f507" fmla="val 494"/>
              <a:gd name="f508" fmla="val 498"/>
              <a:gd name="f509" fmla="val 1044"/>
              <a:gd name="f510" fmla="val 1051"/>
              <a:gd name="f511" fmla="val 496"/>
              <a:gd name="f512" fmla="val 1057"/>
              <a:gd name="f513" fmla="val 488"/>
              <a:gd name="f514" fmla="val 1068"/>
              <a:gd name="f515" fmla="val 1069"/>
              <a:gd name="f516" fmla="val 490"/>
              <a:gd name="f517" fmla="val 492"/>
              <a:gd name="f518" fmla="val 1070"/>
              <a:gd name="f519" fmla="val 493"/>
              <a:gd name="f520" fmla="val 1081"/>
              <a:gd name="f521" fmla="val 1093"/>
              <a:gd name="f522" fmla="val 1104"/>
              <a:gd name="f523" fmla="val 1105"/>
              <a:gd name="f524" fmla="val 1103"/>
              <a:gd name="f525" fmla="val 1101"/>
              <a:gd name="f526" fmla="val 1098"/>
              <a:gd name="f527" fmla="val 1111"/>
              <a:gd name="f528" fmla="val 1123"/>
              <a:gd name="f529" fmla="val 513"/>
              <a:gd name="f530" fmla="val 1135"/>
              <a:gd name="f531" fmla="val 516"/>
              <a:gd name="f532" fmla="val 1148"/>
              <a:gd name="f533" fmla="val 519"/>
              <a:gd name="f534" fmla="val 1161"/>
              <a:gd name="f535" fmla="val 1173"/>
              <a:gd name="f536" fmla="val 529"/>
              <a:gd name="f537" fmla="val 1180"/>
              <a:gd name="f538" fmla="val 532"/>
              <a:gd name="f539" fmla="val 1185"/>
              <a:gd name="f540" fmla="val 538"/>
              <a:gd name="f541" fmla="val 1191"/>
              <a:gd name="f542" fmla="val 543"/>
              <a:gd name="f543" fmla="val 1199"/>
              <a:gd name="f544" fmla="val 1205"/>
              <a:gd name="f545" fmla="val 1214"/>
              <a:gd name="f546" fmla="val 546"/>
              <a:gd name="f547" fmla="val 1223"/>
              <a:gd name="f548" fmla="val 541"/>
              <a:gd name="f549" fmla="val 1231"/>
              <a:gd name="f550" fmla="val 1239"/>
              <a:gd name="f551" fmla="val 1244"/>
              <a:gd name="f552" fmla="val 526"/>
              <a:gd name="f553" fmla="val 1248"/>
              <a:gd name="f554" fmla="val 521"/>
              <a:gd name="f555" fmla="val 1251"/>
              <a:gd name="f556" fmla="val 1261"/>
              <a:gd name="f557" fmla="val 1259"/>
              <a:gd name="f558" fmla="val 1247"/>
              <a:gd name="f559" fmla="val 482"/>
              <a:gd name="f560" fmla="val 1241"/>
              <a:gd name="f561" fmla="val 483"/>
              <a:gd name="f562" fmla="val 1235"/>
              <a:gd name="f563" fmla="val 485"/>
              <a:gd name="f564" fmla="val 1230"/>
              <a:gd name="f565" fmla="val 1228"/>
              <a:gd name="f566" fmla="val 486"/>
              <a:gd name="f567" fmla="val 1225"/>
              <a:gd name="f568" fmla="val 480"/>
              <a:gd name="f569" fmla="val 1227"/>
              <a:gd name="f570" fmla="val 477"/>
              <a:gd name="f571" fmla="val 1233"/>
              <a:gd name="f572" fmla="val 475"/>
              <a:gd name="f573" fmla="val 1238"/>
              <a:gd name="f574" fmla="val 473"/>
              <a:gd name="f575" fmla="val 463"/>
              <a:gd name="f576" fmla="val 1246"/>
              <a:gd name="f577" fmla="val 461"/>
              <a:gd name="f578" fmla="val 1237"/>
              <a:gd name="f579" fmla="val 458"/>
              <a:gd name="f580" fmla="val 1232"/>
              <a:gd name="f581" fmla="val 459"/>
              <a:gd name="f582" fmla="val 1226"/>
              <a:gd name="f583" fmla="val 460"/>
              <a:gd name="f584" fmla="val 1220"/>
              <a:gd name="f585" fmla="val 1218"/>
              <a:gd name="f586" fmla="val 454"/>
              <a:gd name="f587" fmla="val 1219"/>
              <a:gd name="f588" fmla="val 452"/>
              <a:gd name="f589" fmla="val 1222"/>
              <a:gd name="f590" fmla="val 444"/>
              <a:gd name="f591" fmla="val 1229"/>
              <a:gd name="f592" fmla="val 446"/>
              <a:gd name="f593" fmla="val 448"/>
              <a:gd name="f594" fmla="val 1236"/>
              <a:gd name="f595" fmla="val 443"/>
              <a:gd name="f596" fmla="val 439"/>
              <a:gd name="f597" fmla="val 435"/>
              <a:gd name="f598" fmla="val 429"/>
              <a:gd name="f599" fmla="val 428"/>
              <a:gd name="f600" fmla="val 1216"/>
              <a:gd name="f601" fmla="val 1213"/>
              <a:gd name="f602" fmla="val 1210"/>
              <a:gd name="f603" fmla="val 430"/>
              <a:gd name="f604" fmla="val 1208"/>
              <a:gd name="f605" fmla="val 1207"/>
              <a:gd name="f606" fmla="val 1204"/>
              <a:gd name="f607" fmla="val 421"/>
              <a:gd name="f608" fmla="val 426"/>
              <a:gd name="f609" fmla="val 1242"/>
              <a:gd name="f610" fmla="val 432"/>
              <a:gd name="f611" fmla="val 450"/>
              <a:gd name="f612" fmla="val 1250"/>
              <a:gd name="f613" fmla="val 1254"/>
              <a:gd name="f614" fmla="val 474"/>
              <a:gd name="f615" fmla="val 476"/>
              <a:gd name="f616" fmla="val 1255"/>
              <a:gd name="f617" fmla="val 1267"/>
              <a:gd name="f618" fmla="val 1265"/>
              <a:gd name="f619" fmla="val 1263"/>
              <a:gd name="f620" fmla="val 1262"/>
              <a:gd name="f621" fmla="val 1264"/>
              <a:gd name="f622" fmla="val 1270"/>
              <a:gd name="f623" fmla="val 1273"/>
              <a:gd name="f624" fmla="val 1276"/>
              <a:gd name="f625" fmla="val 479"/>
              <a:gd name="f626" fmla="val 1280"/>
              <a:gd name="f627" fmla="val 1271"/>
              <a:gd name="f628" fmla="val 471"/>
              <a:gd name="f629" fmla="val 1274"/>
              <a:gd name="f630" fmla="val 464"/>
              <a:gd name="f631" fmla="val 1269"/>
              <a:gd name="f632" fmla="val 441"/>
              <a:gd name="f633" fmla="val 440"/>
              <a:gd name="f634" fmla="val 442"/>
              <a:gd name="f635" fmla="val 1275"/>
              <a:gd name="f636" fmla="val 433"/>
              <a:gd name="f637" fmla="val 423"/>
              <a:gd name="f638" fmla="val 1272"/>
              <a:gd name="f639" fmla="val 411"/>
              <a:gd name="f640" fmla="val 1277"/>
              <a:gd name="f641" fmla="val 413"/>
              <a:gd name="f642" fmla="val 1281"/>
              <a:gd name="f643" fmla="val 414"/>
              <a:gd name="f644" fmla="val 1285"/>
              <a:gd name="f645" fmla="val 415"/>
              <a:gd name="f646" fmla="val 1287"/>
              <a:gd name="f647" fmla="val 410"/>
              <a:gd name="f648" fmla="val 1289"/>
              <a:gd name="f649" fmla="val 1291"/>
              <a:gd name="f650" fmla="val 1292"/>
              <a:gd name="f651" fmla="val 383"/>
              <a:gd name="f652" fmla="val 1294"/>
              <a:gd name="f653" fmla="val 375"/>
              <a:gd name="f654" fmla="val 1295"/>
              <a:gd name="f655" fmla="val 1296"/>
              <a:gd name="f656" fmla="val 1297"/>
              <a:gd name="f657" fmla="val 1304"/>
              <a:gd name="f658" fmla="val 382"/>
              <a:gd name="f659" fmla="val 1309"/>
              <a:gd name="f660" fmla="val 1318"/>
              <a:gd name="f661" fmla="val 1327"/>
              <a:gd name="f662" fmla="val 402"/>
              <a:gd name="f663" fmla="val 1329"/>
              <a:gd name="f664" fmla="val 1337"/>
              <a:gd name="f665" fmla="val 409"/>
              <a:gd name="f666" fmla="val 1340"/>
              <a:gd name="f667" fmla="val 405"/>
              <a:gd name="f668" fmla="val 1342"/>
              <a:gd name="f669" fmla="val 406"/>
              <a:gd name="f670" fmla="val 1344"/>
              <a:gd name="f671" fmla="val 407"/>
              <a:gd name="f672" fmla="val 1345"/>
              <a:gd name="f673" fmla="val 1346"/>
              <a:gd name="f674" fmla="val 399"/>
              <a:gd name="f675" fmla="val 1347"/>
              <a:gd name="f676" fmla="val 1349"/>
              <a:gd name="f677" fmla="val 1351"/>
              <a:gd name="f678" fmla="val 1352"/>
              <a:gd name="f679" fmla="val 1355"/>
              <a:gd name="f680" fmla="val 1356"/>
              <a:gd name="f681" fmla="val 1359"/>
              <a:gd name="f682" fmla="val 1362"/>
              <a:gd name="f683" fmla="val 1365"/>
              <a:gd name="f684" fmla="val 404"/>
              <a:gd name="f685" fmla="val 1371"/>
              <a:gd name="f686" fmla="val 1377"/>
              <a:gd name="f687" fmla="val 387"/>
              <a:gd name="f688" fmla="val 1383"/>
              <a:gd name="f689" fmla="val 1386"/>
              <a:gd name="f690" fmla="val 1388"/>
              <a:gd name="f691" fmla="val 386"/>
              <a:gd name="f692" fmla="val 1390"/>
              <a:gd name="f693" fmla="val 1395"/>
              <a:gd name="f694" fmla="val 1399"/>
              <a:gd name="f695" fmla="val 1404"/>
              <a:gd name="f696" fmla="val 379"/>
              <a:gd name="f697" fmla="val 1405"/>
              <a:gd name="f698" fmla="val 1407"/>
              <a:gd name="f699" fmla="val 381"/>
              <a:gd name="f700" fmla="val 1410"/>
              <a:gd name="f701" fmla="val 1414"/>
              <a:gd name="f702" fmla="val 1419"/>
              <a:gd name="f703" fmla="val 1425"/>
              <a:gd name="f704" fmla="val 1427"/>
              <a:gd name="f705" fmla="val 1432"/>
              <a:gd name="f706" fmla="val 1433"/>
              <a:gd name="f707" fmla="val 1435"/>
              <a:gd name="f708" fmla="val 1436"/>
              <a:gd name="f709" fmla="val 376"/>
              <a:gd name="f710" fmla="val 1437"/>
              <a:gd name="f711" fmla="val 1438"/>
              <a:gd name="f712" fmla="val 1442"/>
              <a:gd name="f713" fmla="val 1444"/>
              <a:gd name="f714" fmla="val 1453"/>
              <a:gd name="f715" fmla="val 1451"/>
              <a:gd name="f716" fmla="val 1448"/>
              <a:gd name="f717" fmla="val 436"/>
              <a:gd name="f718" fmla="val 1447"/>
              <a:gd name="f719" fmla="val 445"/>
              <a:gd name="f720" fmla="val 1452"/>
              <a:gd name="f721" fmla="val 1458"/>
              <a:gd name="f722" fmla="val 1460"/>
              <a:gd name="f723" fmla="val 451"/>
              <a:gd name="f724" fmla="val 1464"/>
              <a:gd name="f725" fmla="val 1462"/>
              <a:gd name="f726" fmla="val 462"/>
              <a:gd name="f727" fmla="val 468"/>
              <a:gd name="f728" fmla="val 1467"/>
              <a:gd name="f729" fmla="val 466"/>
              <a:gd name="f730" fmla="val 1469"/>
              <a:gd name="f731" fmla="val 1468"/>
              <a:gd name="f732" fmla="val 1470"/>
              <a:gd name="f733" fmla="val 1477"/>
              <a:gd name="f734" fmla="val 484"/>
              <a:gd name="f735" fmla="val 1484"/>
              <a:gd name="f736" fmla="val 1486"/>
              <a:gd name="f737" fmla="val 1483"/>
              <a:gd name="f738" fmla="val 497"/>
              <a:gd name="f739" fmla="val 1480"/>
              <a:gd name="f740" fmla="val 1481"/>
              <a:gd name="f741" fmla="val 1487"/>
              <a:gd name="f742" fmla="val 1490"/>
              <a:gd name="f743" fmla="val 1493"/>
              <a:gd name="f744" fmla="val 520"/>
              <a:gd name="f745" fmla="val 1491"/>
              <a:gd name="f746" fmla="val 527"/>
              <a:gd name="f747" fmla="val 533"/>
              <a:gd name="f748" fmla="val 1475"/>
              <a:gd name="f749" fmla="val 537"/>
              <a:gd name="f750" fmla="val 550"/>
              <a:gd name="f751" fmla="val 1465"/>
              <a:gd name="f752" fmla="val 553"/>
              <a:gd name="f753" fmla="val 1461"/>
              <a:gd name="f754" fmla="val 1457"/>
              <a:gd name="f755" fmla="val 556"/>
              <a:gd name="f756" fmla="val 558"/>
              <a:gd name="f757" fmla="val 1450"/>
              <a:gd name="f758" fmla="val 559"/>
              <a:gd name="f759" fmla="val 1454"/>
              <a:gd name="f760" fmla="val 564"/>
              <a:gd name="f761" fmla="val 1456"/>
              <a:gd name="f762" fmla="val 1459"/>
              <a:gd name="f763" fmla="val 1463"/>
              <a:gd name="f764" fmla="val 579"/>
              <a:gd name="f765" fmla="val 582"/>
              <a:gd name="f766" fmla="val 585"/>
              <a:gd name="f767" fmla="val 594"/>
              <a:gd name="f768" fmla="val 1466"/>
              <a:gd name="f769" fmla="val 597"/>
              <a:gd name="f770" fmla="val 603"/>
              <a:gd name="f771" fmla="val 1473"/>
              <a:gd name="f772" fmla="val 1479"/>
              <a:gd name="f773" fmla="val 1485"/>
              <a:gd name="f774" fmla="val 607"/>
              <a:gd name="f775" fmla="val 1495"/>
              <a:gd name="f776" fmla="val 611"/>
              <a:gd name="f777" fmla="val 1496"/>
              <a:gd name="f778" fmla="val 1500"/>
              <a:gd name="f779" fmla="val 623"/>
              <a:gd name="f780" fmla="val 1509"/>
              <a:gd name="f781" fmla="val 624"/>
              <a:gd name="f782" fmla="val 1512"/>
              <a:gd name="f783" fmla="val 1515"/>
              <a:gd name="f784" fmla="val 1517"/>
              <a:gd name="f785" fmla="val 1513"/>
              <a:gd name="f786" fmla="val 631"/>
              <a:gd name="f787" fmla="val 1510"/>
              <a:gd name="f788" fmla="val 632"/>
              <a:gd name="f789" fmla="val 1502"/>
              <a:gd name="f790" fmla="val 636"/>
              <a:gd name="f791" fmla="val 639"/>
              <a:gd name="f792" fmla="val 1488"/>
              <a:gd name="f793" fmla="val 649"/>
              <a:gd name="f794" fmla="val 652"/>
              <a:gd name="f795" fmla="val 1494"/>
              <a:gd name="f796" fmla="val 655"/>
              <a:gd name="f797" fmla="val 657"/>
              <a:gd name="f798" fmla="val 660"/>
              <a:gd name="f799" fmla="val 667"/>
              <a:gd name="f800" fmla="val 1497"/>
              <a:gd name="f801" fmla="val 669"/>
              <a:gd name="f802" fmla="val 675"/>
              <a:gd name="f803" fmla="val 681"/>
              <a:gd name="f804" fmla="val 1499"/>
              <a:gd name="f805" fmla="val 1501"/>
              <a:gd name="f806" fmla="val 696"/>
              <a:gd name="f807" fmla="val 684"/>
              <a:gd name="f808" fmla="val 1476"/>
              <a:gd name="f809" fmla="val 698"/>
              <a:gd name="f810" fmla="val 694"/>
              <a:gd name="f811" fmla="val 691"/>
              <a:gd name="f812" fmla="val 1446"/>
              <a:gd name="f813" fmla="val 683"/>
              <a:gd name="f814" fmla="val 702"/>
              <a:gd name="f815" fmla="val 1439"/>
              <a:gd name="f816" fmla="val 713"/>
              <a:gd name="f817" fmla="val 710"/>
              <a:gd name="f818" fmla="val 707"/>
              <a:gd name="f819" fmla="val 704"/>
              <a:gd name="f820" fmla="val 1431"/>
              <a:gd name="f821" fmla="val 1426"/>
              <a:gd name="f822" fmla="val 680"/>
              <a:gd name="f823" fmla="val 1424"/>
              <a:gd name="f824" fmla="val 670"/>
              <a:gd name="f825" fmla="val 1420"/>
              <a:gd name="f826" fmla="val 662"/>
              <a:gd name="f827" fmla="val 1417"/>
              <a:gd name="f828" fmla="val 653"/>
              <a:gd name="f829" fmla="val 1415"/>
              <a:gd name="f830" fmla="val 642"/>
              <a:gd name="f831" fmla="val 1418"/>
              <a:gd name="f832" fmla="val 635"/>
              <a:gd name="f833" fmla="val 1421"/>
              <a:gd name="f834" fmla="val 1423"/>
              <a:gd name="f835" fmla="val 625"/>
              <a:gd name="f836" fmla="val 1397"/>
              <a:gd name="f837" fmla="val 612"/>
              <a:gd name="f838" fmla="val 1392"/>
              <a:gd name="f839" fmla="val 1387"/>
              <a:gd name="f840" fmla="val 1385"/>
              <a:gd name="f841" fmla="val 609"/>
              <a:gd name="f842" fmla="val 608"/>
              <a:gd name="f843" fmla="val 1378"/>
              <a:gd name="f844" fmla="val 606"/>
              <a:gd name="f845" fmla="val 1373"/>
              <a:gd name="f846" fmla="val 1368"/>
              <a:gd name="f847" fmla="val 1336"/>
              <a:gd name="f848" fmla="val 1319"/>
              <a:gd name="f849" fmla="val 1339"/>
              <a:gd name="f850" fmla="val 1348"/>
              <a:gd name="f851" fmla="val 1364"/>
              <a:gd name="f852" fmla="val 742"/>
              <a:gd name="f853" fmla="val 769"/>
              <a:gd name="f854" fmla="val 845"/>
              <a:gd name="f855" fmla="val 853"/>
              <a:gd name="f856" fmla="val 1507"/>
              <a:gd name="f857" fmla="val 860"/>
              <a:gd name="f858" fmla="val 866"/>
              <a:gd name="f859" fmla="val 1529"/>
              <a:gd name="f860" fmla="val 1545"/>
              <a:gd name="f861" fmla="val 1562"/>
              <a:gd name="f862" fmla="val 1582"/>
              <a:gd name="f863" fmla="val 870"/>
              <a:gd name="f864" fmla="val 1587"/>
              <a:gd name="f865" fmla="val 1578"/>
              <a:gd name="f866" fmla="val 833"/>
              <a:gd name="f867" fmla="val 1575"/>
              <a:gd name="f868" fmla="val 828"/>
              <a:gd name="f869" fmla="val 826"/>
              <a:gd name="f870" fmla="val 1580"/>
              <a:gd name="f871" fmla="val 823"/>
              <a:gd name="f872" fmla="val 1589"/>
              <a:gd name="f873" fmla="val 843"/>
              <a:gd name="f874" fmla="val 1588"/>
              <a:gd name="f875" fmla="val 876"/>
              <a:gd name="f876" fmla="val 1569"/>
              <a:gd name="f877" fmla="val 1557"/>
              <a:gd name="f878" fmla="val 1534"/>
              <a:gd name="f879" fmla="val 1531"/>
              <a:gd name="f880" fmla="val 1524"/>
              <a:gd name="f881" fmla="val 1533"/>
              <a:gd name="f882" fmla="val 1540"/>
              <a:gd name="f883" fmla="val 910"/>
              <a:gd name="f884" fmla="val 1549"/>
              <a:gd name="f885" fmla="val 1559"/>
              <a:gd name="f886" fmla="val 940"/>
              <a:gd name="f887" fmla="val 1568"/>
              <a:gd name="f888" fmla="val 958"/>
              <a:gd name="f889" fmla="val 979"/>
              <a:gd name="f890" fmla="val 1570"/>
              <a:gd name="f891" fmla="val 1003"/>
              <a:gd name="f892" fmla="val 1561"/>
              <a:gd name="f893" fmla="val 1014"/>
              <a:gd name="f894" fmla="val 1556"/>
              <a:gd name="f895" fmla="val 1547"/>
              <a:gd name="f896" fmla="val 1538"/>
              <a:gd name="f897" fmla="val 1527"/>
              <a:gd name="f898" fmla="val 1025"/>
              <a:gd name="f899" fmla="val 1521"/>
              <a:gd name="f900" fmla="val 1520"/>
              <a:gd name="f901" fmla="val 1006"/>
              <a:gd name="f902" fmla="val 1519"/>
              <a:gd name="f903" fmla="val 1522"/>
              <a:gd name="f904" fmla="val 981"/>
              <a:gd name="f905" fmla="val 1526"/>
              <a:gd name="f906" fmla="val 980"/>
              <a:gd name="f907" fmla="val 1532"/>
              <a:gd name="f908" fmla="val 1523"/>
              <a:gd name="f909" fmla="val 1001"/>
              <a:gd name="f910" fmla="val 1023"/>
              <a:gd name="f911" fmla="val 1553"/>
              <a:gd name="f912" fmla="val 1015"/>
              <a:gd name="f913" fmla="val 1564"/>
              <a:gd name="f914" fmla="val 1563"/>
              <a:gd name="f915" fmla="val 1554"/>
              <a:gd name="f916" fmla="val 943"/>
              <a:gd name="f917" fmla="val 1539"/>
              <a:gd name="f918" fmla="val 1528"/>
              <a:gd name="f919" fmla="val 886"/>
              <a:gd name="f920" fmla="val 1514"/>
              <a:gd name="f921" fmla="val 1503"/>
              <a:gd name="f922" fmla="val 856"/>
              <a:gd name="f923" fmla="val 842"/>
              <a:gd name="f924" fmla="val 1471"/>
              <a:gd name="f925" fmla="val 1422"/>
              <a:gd name="f926" fmla="val 765"/>
              <a:gd name="f927" fmla="val 732"/>
              <a:gd name="f928" fmla="val 1381"/>
              <a:gd name="f929" fmla="val 705"/>
              <a:gd name="f930" fmla="val 676"/>
              <a:gd name="f931" fmla="val 648"/>
              <a:gd name="f932" fmla="val 1335"/>
              <a:gd name="f933" fmla="val 630"/>
              <a:gd name="f934" fmla="val 1322"/>
              <a:gd name="f935" fmla="val 1308"/>
              <a:gd name="f936" fmla="val 596"/>
              <a:gd name="f937" fmla="val 1306"/>
              <a:gd name="f938" fmla="val 1305"/>
              <a:gd name="f939" fmla="val 1258"/>
              <a:gd name="f940" fmla="val 1211"/>
              <a:gd name="f941" fmla="val 1163"/>
              <a:gd name="f942" fmla="val 1165"/>
              <a:gd name="f943" fmla="val 1177"/>
              <a:gd name="f944" fmla="val 1170"/>
              <a:gd name="f945" fmla="val 1178"/>
              <a:gd name="f946" fmla="val 1186"/>
              <a:gd name="f947" fmla="val 1194"/>
              <a:gd name="f948" fmla="val 587"/>
              <a:gd name="f949" fmla="val 592"/>
              <a:gd name="f950" fmla="val 1179"/>
              <a:gd name="f951" fmla="val 593"/>
              <a:gd name="f952" fmla="val 1172"/>
              <a:gd name="f953" fmla="val 1168"/>
              <a:gd name="f954" fmla="val 1164"/>
              <a:gd name="f955" fmla="val 1158"/>
              <a:gd name="f956" fmla="val 604"/>
              <a:gd name="f957" fmla="val 1155"/>
              <a:gd name="f958" fmla="val 1162"/>
              <a:gd name="f959" fmla="val 1171"/>
              <a:gd name="f960" fmla="val 617"/>
              <a:gd name="f961" fmla="val 620"/>
              <a:gd name="f962" fmla="val 1184"/>
              <a:gd name="f963" fmla="val 1198"/>
              <a:gd name="f964" fmla="val 1209"/>
              <a:gd name="f965" fmla="val 1200"/>
              <a:gd name="f966" fmla="val 643"/>
              <a:gd name="f967" fmla="val 1182"/>
              <a:gd name="f968" fmla="val 656"/>
              <a:gd name="f969" fmla="val 1196"/>
              <a:gd name="f970" fmla="val 671"/>
              <a:gd name="f971" fmla="val 1203"/>
              <a:gd name="f972" fmla="val 674"/>
              <a:gd name="f973" fmla="val 1202"/>
              <a:gd name="f974" fmla="val 1189"/>
              <a:gd name="f975" fmla="val 1195"/>
              <a:gd name="f976" fmla="val 1197"/>
              <a:gd name="f977" fmla="val 1201"/>
              <a:gd name="f978" fmla="val 1206"/>
              <a:gd name="f979" fmla="val 717"/>
              <a:gd name="f980" fmla="val 721"/>
              <a:gd name="f981" fmla="val 723"/>
              <a:gd name="f982" fmla="val 726"/>
              <a:gd name="f983" fmla="val 735"/>
              <a:gd name="f984" fmla="val 1212"/>
              <a:gd name="f985" fmla="val 746"/>
              <a:gd name="f986" fmla="val 751"/>
              <a:gd name="f987" fmla="val 752"/>
              <a:gd name="f988" fmla="val 749"/>
              <a:gd name="f989" fmla="val 1176"/>
              <a:gd name="f990" fmla="val 748"/>
              <a:gd name="f991" fmla="val 755"/>
              <a:gd name="f992" fmla="val 760"/>
              <a:gd name="f993" fmla="val 1110"/>
              <a:gd name="f994" fmla="val 736"/>
              <a:gd name="f995" fmla="val 1097"/>
              <a:gd name="f996" fmla="val 725"/>
              <a:gd name="f997" fmla="val 1092"/>
              <a:gd name="f998" fmla="val 718"/>
              <a:gd name="f999" fmla="val 1086"/>
              <a:gd name="f1000" fmla="val 711"/>
              <a:gd name="f1001" fmla="val 1080"/>
              <a:gd name="f1002" fmla="val 1071"/>
              <a:gd name="f1003" fmla="val 703"/>
              <a:gd name="f1004" fmla="val 1066"/>
              <a:gd name="f1005" fmla="val 1064"/>
              <a:gd name="f1006" fmla="val 708"/>
              <a:gd name="f1007" fmla="val 1065"/>
              <a:gd name="f1008" fmla="val 714"/>
              <a:gd name="f1009" fmla="val 1067"/>
              <a:gd name="f1010" fmla="val 1073"/>
              <a:gd name="f1011" fmla="val 1077"/>
              <a:gd name="f1012" fmla="val 741"/>
              <a:gd name="f1013" fmla="val 1079"/>
              <a:gd name="f1014" fmla="val 1083"/>
              <a:gd name="f1015" fmla="val 762"/>
              <a:gd name="f1016" fmla="val 1075"/>
              <a:gd name="f1017" fmla="val 767"/>
              <a:gd name="f1018" fmla="val 1074"/>
              <a:gd name="f1019" fmla="val 778"/>
              <a:gd name="f1020" fmla="val 786"/>
              <a:gd name="f1021" fmla="val 795"/>
              <a:gd name="f1022" fmla="val 801"/>
              <a:gd name="f1023" fmla="val 1061"/>
              <a:gd name="f1024" fmla="val 1056"/>
              <a:gd name="f1025" fmla="val 1055"/>
              <a:gd name="f1026" fmla="val 799"/>
              <a:gd name="f1027" fmla="val 1054"/>
              <a:gd name="f1028" fmla="val 1053"/>
              <a:gd name="f1029" fmla="val 805"/>
              <a:gd name="f1030" fmla="val 1049"/>
              <a:gd name="f1031" fmla="val 1046"/>
              <a:gd name="f1032" fmla="val 1041"/>
              <a:gd name="f1033" fmla="val 820"/>
              <a:gd name="f1034" fmla="val 1038"/>
              <a:gd name="f1035" fmla="val 818"/>
              <a:gd name="f1036" fmla="val 1035"/>
              <a:gd name="f1037" fmla="val 1034"/>
              <a:gd name="f1038" fmla="val 830"/>
              <a:gd name="f1039" fmla="val 1032"/>
              <a:gd name="f1040" fmla="val 1030"/>
              <a:gd name="f1041" fmla="val 1021"/>
              <a:gd name="f1042" fmla="val 1019"/>
              <a:gd name="f1043" fmla="val 1017"/>
              <a:gd name="f1044" fmla="val 840"/>
              <a:gd name="f1045" fmla="val 999"/>
              <a:gd name="f1046" fmla="val 970"/>
              <a:gd name="f1047" fmla="val 966"/>
              <a:gd name="f1048" fmla="val 961"/>
              <a:gd name="f1049" fmla="val 960"/>
              <a:gd name="f1050" fmla="val 956"/>
              <a:gd name="f1051" fmla="val 821"/>
              <a:gd name="f1052" fmla="val 953"/>
              <a:gd name="f1053" fmla="val 949"/>
              <a:gd name="f1054" fmla="val 827"/>
              <a:gd name="f1055" fmla="val 941"/>
              <a:gd name="f1056" fmla="val 938"/>
              <a:gd name="f1057" fmla="val 937"/>
              <a:gd name="f1058" fmla="val 814"/>
              <a:gd name="f1059" fmla="val 939"/>
              <a:gd name="f1060" fmla="val 934"/>
              <a:gd name="f1061" fmla="val 790"/>
              <a:gd name="f1062" fmla="val 793"/>
              <a:gd name="f1063" fmla="val 787"/>
              <a:gd name="f1064" fmla="val 756"/>
              <a:gd name="f1065" fmla="val 754"/>
              <a:gd name="f1066" fmla="val 747"/>
              <a:gd name="f1067" fmla="val 737"/>
              <a:gd name="f1068" fmla="val 730"/>
              <a:gd name="f1069" fmla="val 722"/>
              <a:gd name="f1070" fmla="val 716"/>
              <a:gd name="f1071" fmla="val 932"/>
              <a:gd name="f1072" fmla="val 931"/>
              <a:gd name="f1073" fmla="val 929"/>
              <a:gd name="f1074" fmla="val 697"/>
              <a:gd name="f1075" fmla="val 891"/>
              <a:gd name="f1076" fmla="val 873"/>
              <a:gd name="f1077" fmla="val 868"/>
              <a:gd name="f1078" fmla="val 729"/>
              <a:gd name="f1079" fmla="val 858"/>
              <a:gd name="f1080" fmla="val 831"/>
              <a:gd name="f1081" fmla="val 834"/>
              <a:gd name="f1082" fmla="val 661"/>
              <a:gd name="f1083" fmla="val 641"/>
              <a:gd name="f1084" fmla="val 622"/>
              <a:gd name="f1085" fmla="val 851"/>
              <a:gd name="f1086" fmla="val 859"/>
              <a:gd name="f1087" fmla="val 862"/>
              <a:gd name="f1088" fmla="val 613"/>
              <a:gd name="f1089" fmla="val 864"/>
              <a:gd name="f1090" fmla="val 586"/>
              <a:gd name="f1091" fmla="val 581"/>
              <a:gd name="f1092" fmla="val 575"/>
              <a:gd name="f1093" fmla="val 865"/>
              <a:gd name="f1094" fmla="val 884"/>
              <a:gd name="f1095" fmla="val 901"/>
              <a:gd name="f1096" fmla="val 525"/>
              <a:gd name="f1097" fmla="val 510"/>
              <a:gd name="f1098" fmla="val 508"/>
              <a:gd name="f1099" fmla="val 925"/>
              <a:gd name="f1100" fmla="val 946"/>
              <a:gd name="f1101" fmla="val 948"/>
              <a:gd name="f1102" fmla="val 952"/>
              <a:gd name="f1103" fmla="val 957"/>
              <a:gd name="f1104" fmla="val 514"/>
              <a:gd name="f1105" fmla="val 974"/>
              <a:gd name="f1106" fmla="val 548"/>
              <a:gd name="f1107" fmla="val 542"/>
              <a:gd name="f1108" fmla="val 518"/>
              <a:gd name="f1109" fmla="val 987"/>
              <a:gd name="f1110" fmla="val 889"/>
              <a:gd name="f1111" fmla="val 815"/>
              <a:gd name="f1112" fmla="val 417"/>
              <a:gd name="f1113" fmla="val 776"/>
              <a:gd name="f1114" fmla="val 774"/>
              <a:gd name="f1115" fmla="val 416"/>
              <a:gd name="f1116" fmla="val 422"/>
              <a:gd name="f1117" fmla="val 687"/>
              <a:gd name="f1118" fmla="val 616"/>
              <a:gd name="f1119" fmla="val 418"/>
              <a:gd name="f1120" fmla="val 455"/>
              <a:gd name="f1121" fmla="val 522"/>
              <a:gd name="f1122" fmla="val 638"/>
              <a:gd name="f1123" fmla="val 621"/>
              <a:gd name="f1124" fmla="val 628"/>
              <a:gd name="f1125" fmla="val 561"/>
              <a:gd name="f1126" fmla="val 584"/>
              <a:gd name="f1127" fmla="val 384"/>
              <a:gd name="f1128" fmla="val 562"/>
              <a:gd name="f1129" fmla="val 437"/>
              <a:gd name="f1130" fmla="val 357"/>
              <a:gd name="f1131" fmla="val 324"/>
              <a:gd name="f1132" fmla="val 300"/>
              <a:gd name="f1133" fmla="val 292"/>
              <a:gd name="f1134" fmla="val 316"/>
              <a:gd name="f1135" fmla="val 326"/>
              <a:gd name="f1136" fmla="val 353"/>
              <a:gd name="f1137" fmla="val 408"/>
              <a:gd name="f1138" fmla="val 354"/>
              <a:gd name="f1139" fmla="val 425"/>
              <a:gd name="f1140" fmla="val 342"/>
              <a:gd name="f1141" fmla="val 431"/>
              <a:gd name="f1142" fmla="val 332"/>
              <a:gd name="f1143" fmla="val 356"/>
              <a:gd name="f1144" fmla="val 453"/>
              <a:gd name="f1145" fmla="val 434"/>
              <a:gd name="f1146" fmla="val 536"/>
              <a:gd name="f1147" fmla="val 469"/>
              <a:gd name="f1148" fmla="val 362"/>
              <a:gd name="f1149" fmla="val 334"/>
              <a:gd name="f1150" fmla="val 330"/>
              <a:gd name="f1151" fmla="val 340"/>
              <a:gd name="f1152" fmla="val 358"/>
              <a:gd name="f1153" fmla="val 377"/>
              <a:gd name="f1154" fmla="val 654"/>
              <a:gd name="f1155" fmla="val 467"/>
              <a:gd name="f1156" fmla="val 478"/>
              <a:gd name="f1157" fmla="val 470"/>
              <a:gd name="f1158" fmla="val 447"/>
              <a:gd name="f1159" fmla="val 699"/>
              <a:gd name="f1160" fmla="val 724"/>
              <a:gd name="f1161" fmla="val 427"/>
              <a:gd name="f1162" fmla="val 420"/>
              <a:gd name="f1163" fmla="val 763"/>
              <a:gd name="f1164" fmla="val 770"/>
              <a:gd name="f1165" fmla="val 783"/>
              <a:gd name="f1166" fmla="val 779"/>
              <a:gd name="f1167" fmla="val 766"/>
              <a:gd name="f1168" fmla="val 310"/>
              <a:gd name="f1169" fmla="val 743"/>
              <a:gd name="f1170" fmla="val 271"/>
              <a:gd name="f1171" fmla="val 262"/>
              <a:gd name="f1172" fmla="val 263"/>
              <a:gd name="f1173" fmla="val 266"/>
              <a:gd name="f1174" fmla="val 719"/>
              <a:gd name="f1175" fmla="val 727"/>
              <a:gd name="f1176" fmla="val 276"/>
              <a:gd name="f1177" fmla="val 281"/>
              <a:gd name="f1178" fmla="val 278"/>
              <a:gd name="f1179" fmla="val 759"/>
              <a:gd name="f1180" fmla="val 282"/>
              <a:gd name="f1181" fmla="val 285"/>
              <a:gd name="f1182" fmla="val 259"/>
              <a:gd name="f1183" fmla="val 258"/>
              <a:gd name="f1184" fmla="val 758"/>
              <a:gd name="f1185" fmla="val 256"/>
              <a:gd name="f1186" fmla="val 212"/>
              <a:gd name="f1187" fmla="val 199"/>
              <a:gd name="f1188" fmla="val 185"/>
              <a:gd name="f1189" fmla="val 177"/>
              <a:gd name="f1190" fmla="val 173"/>
              <a:gd name="f1191" fmla="val 709"/>
              <a:gd name="f1192" fmla="val 159"/>
              <a:gd name="f1193" fmla="val 692"/>
              <a:gd name="f1194" fmla="val 678"/>
              <a:gd name="f1195" fmla="val 145"/>
              <a:gd name="f1196" fmla="val 142"/>
              <a:gd name="f1197" fmla="val 129"/>
              <a:gd name="f1198" fmla="val 128"/>
              <a:gd name="f1199" fmla="val 123"/>
              <a:gd name="f1200" fmla="val 495"/>
              <a:gd name="f1201" fmla="val 158"/>
              <a:gd name="f1202" fmla="val 449"/>
              <a:gd name="f1203" fmla="val 157"/>
              <a:gd name="f1204" fmla="val 191"/>
              <a:gd name="f1205" fmla="val 194"/>
              <a:gd name="f1206" fmla="val 192"/>
              <a:gd name="f1207" fmla="val 189"/>
              <a:gd name="f1208" fmla="val 186"/>
              <a:gd name="f1209" fmla="val 178"/>
              <a:gd name="f1210" fmla="val 181"/>
              <a:gd name="f1211" fmla="val 198"/>
              <a:gd name="f1212" fmla="val 200"/>
              <a:gd name="f1213" fmla="val 214"/>
              <a:gd name="f1214" fmla="val 226"/>
              <a:gd name="f1215" fmla="val 229"/>
              <a:gd name="f1216" fmla="val 257"/>
              <a:gd name="f1217" fmla="val 328"/>
              <a:gd name="f1218" fmla="val 264"/>
              <a:gd name="f1219" fmla="val 254"/>
              <a:gd name="f1220" fmla="val 1256"/>
              <a:gd name="f1221" fmla="val 1234"/>
              <a:gd name="f1222" fmla="val 1283"/>
              <a:gd name="f1223" fmla="val 1293"/>
              <a:gd name="f1224" fmla="val 1313"/>
              <a:gd name="f1225" fmla="val 1330"/>
              <a:gd name="f1226" fmla="val 1338"/>
              <a:gd name="f1227" fmla="val 1332"/>
              <a:gd name="f1228" fmla="val 1301"/>
              <a:gd name="f1229" fmla="val 700"/>
              <a:gd name="f1230" fmla="val 712"/>
              <a:gd name="f1231" fmla="val 1360"/>
              <a:gd name="f1232" fmla="val 1353"/>
              <a:gd name="f1233" fmla="val 1324"/>
              <a:gd name="f1234" fmla="val 1320"/>
              <a:gd name="f1235" fmla="val 1358"/>
              <a:gd name="f1236" fmla="val 1136"/>
              <a:gd name="f1237" fmla="val 1174"/>
              <a:gd name="f1238" fmla="val 1141"/>
              <a:gd name="f1239" fmla="val 1139"/>
              <a:gd name="f1240" fmla="val 1138"/>
              <a:gd name="f1241" fmla="val 1434"/>
              <a:gd name="f1242" fmla="val 1440"/>
              <a:gd name="f1243" fmla="val 1416"/>
              <a:gd name="f1244" fmla="val 1428"/>
              <a:gd name="f1245" fmla="val 1429"/>
              <a:gd name="f1246" fmla="val 1406"/>
              <a:gd name="f1247" fmla="+- 0 0 -90"/>
              <a:gd name="f1248" fmla="*/ f4 1 1590"/>
              <a:gd name="f1249" fmla="*/ f5 1 1029"/>
              <a:gd name="f1250" fmla="val f6"/>
              <a:gd name="f1251" fmla="val f7"/>
              <a:gd name="f1252" fmla="val f8"/>
              <a:gd name="f1253" fmla="*/ f1247 f0 1"/>
              <a:gd name="f1254" fmla="+- f1252 0 f1250"/>
              <a:gd name="f1255" fmla="+- f1251 0 f1250"/>
              <a:gd name="f1256" fmla="*/ f1253 1 f3"/>
              <a:gd name="f1257" fmla="*/ f1255 1 1590"/>
              <a:gd name="f1258" fmla="*/ f1254 1 1029"/>
              <a:gd name="f1259" fmla="*/ 499 f1255 1"/>
              <a:gd name="f1260" fmla="*/ 363 f1254 1"/>
              <a:gd name="f1261" fmla="*/ 577 f1255 1"/>
              <a:gd name="f1262" fmla="*/ 255 f1254 1"/>
              <a:gd name="f1263" fmla="*/ 506 f1255 1"/>
              <a:gd name="f1264" fmla="*/ 180 f1254 1"/>
              <a:gd name="f1265" fmla="*/ 567 f1255 1"/>
              <a:gd name="f1266" fmla="*/ 143 f1254 1"/>
              <a:gd name="f1267" fmla="*/ 644 f1255 1"/>
              <a:gd name="f1268" fmla="*/ 44 f1254 1"/>
              <a:gd name="f1269" fmla="*/ 768 f1255 1"/>
              <a:gd name="f1270" fmla="*/ 12 f1254 1"/>
              <a:gd name="f1271" fmla="*/ 882 f1255 1"/>
              <a:gd name="f1272" fmla="*/ 17 f1254 1"/>
              <a:gd name="f1273" fmla="*/ 919 f1255 1"/>
              <a:gd name="f1274" fmla="*/ 105 f1254 1"/>
              <a:gd name="f1275" fmla="*/ 982 f1255 1"/>
              <a:gd name="f1276" fmla="*/ 153 f1254 1"/>
              <a:gd name="f1277" fmla="*/ 997 f1255 1"/>
              <a:gd name="f1278" fmla="*/ 237 f1254 1"/>
              <a:gd name="f1279" fmla="*/ 912 f1255 1"/>
              <a:gd name="f1280" fmla="*/ 291 f1254 1"/>
              <a:gd name="f1281" fmla="*/ 913 f1255 1"/>
              <a:gd name="f1282" fmla="*/ 366 f1254 1"/>
              <a:gd name="f1283" fmla="*/ 803 f1255 1"/>
              <a:gd name="f1284" fmla="*/ 394 f1254 1"/>
              <a:gd name="f1285" fmla="*/ 1044 f1255 1"/>
              <a:gd name="f1286" fmla="*/ 503 f1254 1"/>
              <a:gd name="f1287" fmla="*/ 1214 f1255 1"/>
              <a:gd name="f1288" fmla="*/ 546 f1254 1"/>
              <a:gd name="f1289" fmla="*/ 1220 f1255 1"/>
              <a:gd name="f1290" fmla="*/ 460 f1254 1"/>
              <a:gd name="f1291" fmla="*/ 1250 f1255 1"/>
              <a:gd name="f1292" fmla="*/ 474 f1254 1"/>
              <a:gd name="f1293" fmla="*/ 1261 f1255 1"/>
              <a:gd name="f1294" fmla="*/ 441 f1254 1"/>
              <a:gd name="f1295" fmla="*/ 1337 f1255 1"/>
              <a:gd name="f1296" fmla="*/ 419 f1254 1"/>
              <a:gd name="f1297" fmla="*/ 1390 f1255 1"/>
              <a:gd name="f1298" fmla="*/ 389 f1254 1"/>
              <a:gd name="f1299" fmla="*/ 1447 f1255 1"/>
              <a:gd name="f1300" fmla="*/ 443 f1254 1"/>
              <a:gd name="f1301" fmla="*/ 1484 f1255 1"/>
              <a:gd name="f1302" fmla="*/ 516 f1254 1"/>
              <a:gd name="f1303" fmla="*/ 1457 f1255 1"/>
              <a:gd name="f1304" fmla="*/ 585 f1254 1"/>
              <a:gd name="f1305" fmla="*/ 1483 f1255 1"/>
              <a:gd name="f1306" fmla="*/ 644 f1254 1"/>
              <a:gd name="f1307" fmla="*/ 1439 f1255 1"/>
              <a:gd name="f1308" fmla="*/ 713 f1254 1"/>
              <a:gd name="f1309" fmla="*/ 1368 f1255 1"/>
              <a:gd name="f1310" fmla="*/ 602 f1254 1"/>
              <a:gd name="f1311" fmla="*/ 1580 f1255 1"/>
              <a:gd name="f1312" fmla="*/ 823 f1254 1"/>
              <a:gd name="f1313" fmla="*/ 1520 f1255 1"/>
              <a:gd name="f1314" fmla="*/ 1006 f1254 1"/>
              <a:gd name="f1315" fmla="*/ 1471 f1255 1"/>
              <a:gd name="f1316" fmla="*/ 829 f1254 1"/>
              <a:gd name="f1317" fmla="*/ 1172 f1255 1"/>
              <a:gd name="f1318" fmla="*/ 594 f1254 1"/>
              <a:gd name="f1319" fmla="*/ 1207 f1255 1"/>
              <a:gd name="f1320" fmla="*/ 684 f1254 1"/>
              <a:gd name="f1321" fmla="*/ 1180 f1255 1"/>
              <a:gd name="f1322" fmla="*/ 749 f1254 1"/>
              <a:gd name="f1323" fmla="*/ 1075 f1255 1"/>
              <a:gd name="f1324" fmla="*/ 767 f1254 1"/>
              <a:gd name="f1325" fmla="*/ 822 f1254 1"/>
              <a:gd name="f1326" fmla="*/ 961 f1255 1"/>
              <a:gd name="f1327" fmla="*/ 838 f1254 1"/>
              <a:gd name="f1328" fmla="*/ 911 f1255 1"/>
              <a:gd name="f1329" fmla="*/ 782 f1254 1"/>
              <a:gd name="f1330" fmla="*/ 908 f1255 1"/>
              <a:gd name="f1331" fmla="*/ 711 f1254 1"/>
              <a:gd name="f1332" fmla="*/ 825 f1255 1"/>
              <a:gd name="f1333" fmla="*/ 679 f1254 1"/>
              <a:gd name="f1334" fmla="*/ 829 f1255 1"/>
              <a:gd name="f1335" fmla="*/ 589 f1254 1"/>
              <a:gd name="f1336" fmla="*/ 894 f1255 1"/>
              <a:gd name="f1337" fmla="*/ 506 f1254 1"/>
              <a:gd name="f1338" fmla="*/ 1024 f1255 1"/>
              <a:gd name="f1339" fmla="*/ 527 f1254 1"/>
              <a:gd name="f1340" fmla="*/ 590 f1255 1"/>
              <a:gd name="f1341" fmla="*/ 493 f1254 1"/>
              <a:gd name="f1342" fmla="*/ 594 f1255 1"/>
              <a:gd name="f1343" fmla="*/ 550 f1254 1"/>
              <a:gd name="f1344" fmla="*/ 553 f1255 1"/>
              <a:gd name="f1345" fmla="*/ 286 f1255 1"/>
              <a:gd name="f1346" fmla="*/ 395 f1254 1"/>
              <a:gd name="f1347" fmla="*/ 368 f1255 1"/>
              <a:gd name="f1348" fmla="*/ 445 f1254 1"/>
              <a:gd name="f1349" fmla="*/ 416 f1255 1"/>
              <a:gd name="f1350" fmla="*/ 592 f1254 1"/>
              <a:gd name="f1351" fmla="*/ 445 f1255 1"/>
              <a:gd name="f1352" fmla="*/ 638 f1254 1"/>
              <a:gd name="f1353" fmla="*/ 435 f1255 1"/>
              <a:gd name="f1354" fmla="*/ 738 f1254 1"/>
              <a:gd name="f1355" fmla="*/ 301 f1255 1"/>
              <a:gd name="f1356" fmla="*/ 732 f1254 1"/>
              <a:gd name="f1357" fmla="*/ 278 f1255 1"/>
              <a:gd name="f1358" fmla="*/ 766 f1254 1"/>
              <a:gd name="f1359" fmla="*/ 150 f1255 1"/>
              <a:gd name="f1360" fmla="*/ 682 f1254 1"/>
              <a:gd name="f1361" fmla="*/ 159 f1255 1"/>
              <a:gd name="f1362" fmla="*/ 454 f1254 1"/>
              <a:gd name="f1363" fmla="*/ 193 f1255 1"/>
              <a:gd name="f1364" fmla="*/ 500 f1254 1"/>
              <a:gd name="f1365" fmla="*/ 8 f1255 1"/>
              <a:gd name="f1366" fmla="*/ 261 f1254 1"/>
              <a:gd name="f1367" fmla="*/ 1322 f1255 1"/>
              <a:gd name="f1368" fmla="*/ 542 f1254 1"/>
              <a:gd name="f1369" fmla="*/ 682 f1255 1"/>
              <a:gd name="f1370" fmla="*/ 371 f1254 1"/>
              <a:gd name="f1371" fmla="*/ 1348 f1255 1"/>
              <a:gd name="f1372" fmla="*/ 545 f1254 1"/>
              <a:gd name="f1373" fmla="*/ 1433 f1255 1"/>
              <a:gd name="f1374" fmla="*/ 624 f1254 1"/>
              <a:gd name="f1375" fmla="*/ 1406 f1255 1"/>
              <a:gd name="f1376" fmla="*/ 488 f1254 1"/>
              <a:gd name="f1377" fmla="+- f1256 0 f1"/>
              <a:gd name="f1378" fmla="*/ f1259 1 1590"/>
              <a:gd name="f1379" fmla="*/ f1260 1 1029"/>
              <a:gd name="f1380" fmla="*/ f1261 1 1590"/>
              <a:gd name="f1381" fmla="*/ f1262 1 1029"/>
              <a:gd name="f1382" fmla="*/ f1263 1 1590"/>
              <a:gd name="f1383" fmla="*/ f1264 1 1029"/>
              <a:gd name="f1384" fmla="*/ f1265 1 1590"/>
              <a:gd name="f1385" fmla="*/ f1266 1 1029"/>
              <a:gd name="f1386" fmla="*/ f1267 1 1590"/>
              <a:gd name="f1387" fmla="*/ f1268 1 1029"/>
              <a:gd name="f1388" fmla="*/ f1269 1 1590"/>
              <a:gd name="f1389" fmla="*/ f1270 1 1029"/>
              <a:gd name="f1390" fmla="*/ f1271 1 1590"/>
              <a:gd name="f1391" fmla="*/ f1272 1 1029"/>
              <a:gd name="f1392" fmla="*/ f1273 1 1590"/>
              <a:gd name="f1393" fmla="*/ f1274 1 1029"/>
              <a:gd name="f1394" fmla="*/ f1275 1 1590"/>
              <a:gd name="f1395" fmla="*/ f1276 1 1029"/>
              <a:gd name="f1396" fmla="*/ f1277 1 1590"/>
              <a:gd name="f1397" fmla="*/ f1278 1 1029"/>
              <a:gd name="f1398" fmla="*/ f1279 1 1590"/>
              <a:gd name="f1399" fmla="*/ f1280 1 1029"/>
              <a:gd name="f1400" fmla="*/ f1281 1 1590"/>
              <a:gd name="f1401" fmla="*/ f1282 1 1029"/>
              <a:gd name="f1402" fmla="*/ f1283 1 1590"/>
              <a:gd name="f1403" fmla="*/ f1284 1 1029"/>
              <a:gd name="f1404" fmla="*/ f1285 1 1590"/>
              <a:gd name="f1405" fmla="*/ f1286 1 1029"/>
              <a:gd name="f1406" fmla="*/ f1287 1 1590"/>
              <a:gd name="f1407" fmla="*/ f1288 1 1029"/>
              <a:gd name="f1408" fmla="*/ f1289 1 1590"/>
              <a:gd name="f1409" fmla="*/ f1290 1 1029"/>
              <a:gd name="f1410" fmla="*/ f1291 1 1590"/>
              <a:gd name="f1411" fmla="*/ f1292 1 1029"/>
              <a:gd name="f1412" fmla="*/ f1293 1 1590"/>
              <a:gd name="f1413" fmla="*/ f1294 1 1029"/>
              <a:gd name="f1414" fmla="*/ f1295 1 1590"/>
              <a:gd name="f1415" fmla="*/ f1296 1 1029"/>
              <a:gd name="f1416" fmla="*/ f1297 1 1590"/>
              <a:gd name="f1417" fmla="*/ f1298 1 1029"/>
              <a:gd name="f1418" fmla="*/ f1299 1 1590"/>
              <a:gd name="f1419" fmla="*/ f1300 1 1029"/>
              <a:gd name="f1420" fmla="*/ f1301 1 1590"/>
              <a:gd name="f1421" fmla="*/ f1302 1 1029"/>
              <a:gd name="f1422" fmla="*/ f1303 1 1590"/>
              <a:gd name="f1423" fmla="*/ f1304 1 1029"/>
              <a:gd name="f1424" fmla="*/ f1305 1 1590"/>
              <a:gd name="f1425" fmla="*/ f1306 1 1029"/>
              <a:gd name="f1426" fmla="*/ f1307 1 1590"/>
              <a:gd name="f1427" fmla="*/ f1308 1 1029"/>
              <a:gd name="f1428" fmla="*/ f1309 1 1590"/>
              <a:gd name="f1429" fmla="*/ f1310 1 1029"/>
              <a:gd name="f1430" fmla="*/ f1311 1 1590"/>
              <a:gd name="f1431" fmla="*/ f1312 1 1029"/>
              <a:gd name="f1432" fmla="*/ f1313 1 1590"/>
              <a:gd name="f1433" fmla="*/ f1314 1 1029"/>
              <a:gd name="f1434" fmla="*/ f1315 1 1590"/>
              <a:gd name="f1435" fmla="*/ f1316 1 1029"/>
              <a:gd name="f1436" fmla="*/ f1317 1 1590"/>
              <a:gd name="f1437" fmla="*/ f1318 1 1029"/>
              <a:gd name="f1438" fmla="*/ f1319 1 1590"/>
              <a:gd name="f1439" fmla="*/ f1320 1 1029"/>
              <a:gd name="f1440" fmla="*/ f1321 1 1590"/>
              <a:gd name="f1441" fmla="*/ f1322 1 1029"/>
              <a:gd name="f1442" fmla="*/ f1323 1 1590"/>
              <a:gd name="f1443" fmla="*/ f1324 1 1029"/>
              <a:gd name="f1444" fmla="*/ f1325 1 1029"/>
              <a:gd name="f1445" fmla="*/ f1326 1 1590"/>
              <a:gd name="f1446" fmla="*/ f1327 1 1029"/>
              <a:gd name="f1447" fmla="*/ f1328 1 1590"/>
              <a:gd name="f1448" fmla="*/ f1329 1 1029"/>
              <a:gd name="f1449" fmla="*/ f1330 1 1590"/>
              <a:gd name="f1450" fmla="*/ f1331 1 1029"/>
              <a:gd name="f1451" fmla="*/ f1332 1 1590"/>
              <a:gd name="f1452" fmla="*/ f1333 1 1029"/>
              <a:gd name="f1453" fmla="*/ f1334 1 1590"/>
              <a:gd name="f1454" fmla="*/ f1335 1 1029"/>
              <a:gd name="f1455" fmla="*/ f1336 1 1590"/>
              <a:gd name="f1456" fmla="*/ f1337 1 1029"/>
              <a:gd name="f1457" fmla="*/ f1338 1 1590"/>
              <a:gd name="f1458" fmla="*/ f1339 1 1029"/>
              <a:gd name="f1459" fmla="*/ f1340 1 1590"/>
              <a:gd name="f1460" fmla="*/ f1341 1 1029"/>
              <a:gd name="f1461" fmla="*/ f1342 1 1590"/>
              <a:gd name="f1462" fmla="*/ f1343 1 1029"/>
              <a:gd name="f1463" fmla="*/ f1344 1 1590"/>
              <a:gd name="f1464" fmla="*/ f1345 1 1590"/>
              <a:gd name="f1465" fmla="*/ f1346 1 1029"/>
              <a:gd name="f1466" fmla="*/ f1347 1 1590"/>
              <a:gd name="f1467" fmla="*/ f1348 1 1029"/>
              <a:gd name="f1468" fmla="*/ f1349 1 1590"/>
              <a:gd name="f1469" fmla="*/ f1350 1 1029"/>
              <a:gd name="f1470" fmla="*/ f1351 1 1590"/>
              <a:gd name="f1471" fmla="*/ f1352 1 1029"/>
              <a:gd name="f1472" fmla="*/ f1353 1 1590"/>
              <a:gd name="f1473" fmla="*/ f1354 1 1029"/>
              <a:gd name="f1474" fmla="*/ f1355 1 1590"/>
              <a:gd name="f1475" fmla="*/ f1356 1 1029"/>
              <a:gd name="f1476" fmla="*/ f1357 1 1590"/>
              <a:gd name="f1477" fmla="*/ f1358 1 1029"/>
              <a:gd name="f1478" fmla="*/ f1359 1 1590"/>
              <a:gd name="f1479" fmla="*/ f1360 1 1029"/>
              <a:gd name="f1480" fmla="*/ f1361 1 1590"/>
              <a:gd name="f1481" fmla="*/ f1362 1 1029"/>
              <a:gd name="f1482" fmla="*/ f1363 1 1590"/>
              <a:gd name="f1483" fmla="*/ f1364 1 1029"/>
              <a:gd name="f1484" fmla="*/ f1365 1 1590"/>
              <a:gd name="f1485" fmla="*/ f1366 1 1029"/>
              <a:gd name="f1486" fmla="*/ f1367 1 1590"/>
              <a:gd name="f1487" fmla="*/ f1368 1 1029"/>
              <a:gd name="f1488" fmla="*/ f1369 1 1590"/>
              <a:gd name="f1489" fmla="*/ f1370 1 1029"/>
              <a:gd name="f1490" fmla="*/ f1371 1 1590"/>
              <a:gd name="f1491" fmla="*/ f1372 1 1029"/>
              <a:gd name="f1492" fmla="*/ f1373 1 1590"/>
              <a:gd name="f1493" fmla="*/ f1374 1 1029"/>
              <a:gd name="f1494" fmla="*/ f1375 1 1590"/>
              <a:gd name="f1495" fmla="*/ f1376 1 1029"/>
              <a:gd name="f1496" fmla="*/ 0 1 f1257"/>
              <a:gd name="f1497" fmla="*/ f1251 1 f1257"/>
              <a:gd name="f1498" fmla="*/ 0 1 f1258"/>
              <a:gd name="f1499" fmla="*/ f1252 1 f1258"/>
              <a:gd name="f1500" fmla="*/ f1378 1 f1257"/>
              <a:gd name="f1501" fmla="*/ f1379 1 f1258"/>
              <a:gd name="f1502" fmla="*/ f1380 1 f1257"/>
              <a:gd name="f1503" fmla="*/ f1381 1 f1258"/>
              <a:gd name="f1504" fmla="*/ f1382 1 f1257"/>
              <a:gd name="f1505" fmla="*/ f1383 1 f1258"/>
              <a:gd name="f1506" fmla="*/ f1384 1 f1257"/>
              <a:gd name="f1507" fmla="*/ f1385 1 f1258"/>
              <a:gd name="f1508" fmla="*/ f1386 1 f1257"/>
              <a:gd name="f1509" fmla="*/ f1387 1 f1258"/>
              <a:gd name="f1510" fmla="*/ f1388 1 f1257"/>
              <a:gd name="f1511" fmla="*/ f1389 1 f1258"/>
              <a:gd name="f1512" fmla="*/ f1390 1 f1257"/>
              <a:gd name="f1513" fmla="*/ f1391 1 f1258"/>
              <a:gd name="f1514" fmla="*/ f1392 1 f1257"/>
              <a:gd name="f1515" fmla="*/ f1393 1 f1258"/>
              <a:gd name="f1516" fmla="*/ f1394 1 f1257"/>
              <a:gd name="f1517" fmla="*/ f1395 1 f1258"/>
              <a:gd name="f1518" fmla="*/ f1396 1 f1257"/>
              <a:gd name="f1519" fmla="*/ f1397 1 f1258"/>
              <a:gd name="f1520" fmla="*/ f1398 1 f1257"/>
              <a:gd name="f1521" fmla="*/ f1399 1 f1258"/>
              <a:gd name="f1522" fmla="*/ f1400 1 f1257"/>
              <a:gd name="f1523" fmla="*/ f1401 1 f1258"/>
              <a:gd name="f1524" fmla="*/ f1402 1 f1257"/>
              <a:gd name="f1525" fmla="*/ f1403 1 f1258"/>
              <a:gd name="f1526" fmla="*/ f1404 1 f1257"/>
              <a:gd name="f1527" fmla="*/ f1405 1 f1258"/>
              <a:gd name="f1528" fmla="*/ f1406 1 f1257"/>
              <a:gd name="f1529" fmla="*/ f1407 1 f1258"/>
              <a:gd name="f1530" fmla="*/ f1408 1 f1257"/>
              <a:gd name="f1531" fmla="*/ f1409 1 f1258"/>
              <a:gd name="f1532" fmla="*/ f1410 1 f1257"/>
              <a:gd name="f1533" fmla="*/ f1411 1 f1258"/>
              <a:gd name="f1534" fmla="*/ f1412 1 f1257"/>
              <a:gd name="f1535" fmla="*/ f1413 1 f1258"/>
              <a:gd name="f1536" fmla="*/ f1414 1 f1257"/>
              <a:gd name="f1537" fmla="*/ f1415 1 f1258"/>
              <a:gd name="f1538" fmla="*/ f1416 1 f1257"/>
              <a:gd name="f1539" fmla="*/ f1417 1 f1258"/>
              <a:gd name="f1540" fmla="*/ f1418 1 f1257"/>
              <a:gd name="f1541" fmla="*/ f1419 1 f1258"/>
              <a:gd name="f1542" fmla="*/ f1420 1 f1257"/>
              <a:gd name="f1543" fmla="*/ f1421 1 f1258"/>
              <a:gd name="f1544" fmla="*/ f1422 1 f1257"/>
              <a:gd name="f1545" fmla="*/ f1423 1 f1258"/>
              <a:gd name="f1546" fmla="*/ f1424 1 f1257"/>
              <a:gd name="f1547" fmla="*/ f1425 1 f1258"/>
              <a:gd name="f1548" fmla="*/ f1426 1 f1257"/>
              <a:gd name="f1549" fmla="*/ f1427 1 f1258"/>
              <a:gd name="f1550" fmla="*/ f1428 1 f1257"/>
              <a:gd name="f1551" fmla="*/ f1429 1 f1258"/>
              <a:gd name="f1552" fmla="*/ f1430 1 f1257"/>
              <a:gd name="f1553" fmla="*/ f1431 1 f1258"/>
              <a:gd name="f1554" fmla="*/ f1432 1 f1257"/>
              <a:gd name="f1555" fmla="*/ f1433 1 f1258"/>
              <a:gd name="f1556" fmla="*/ f1434 1 f1257"/>
              <a:gd name="f1557" fmla="*/ f1435 1 f1258"/>
              <a:gd name="f1558" fmla="*/ f1436 1 f1257"/>
              <a:gd name="f1559" fmla="*/ f1437 1 f1258"/>
              <a:gd name="f1560" fmla="*/ f1438 1 f1257"/>
              <a:gd name="f1561" fmla="*/ f1439 1 f1258"/>
              <a:gd name="f1562" fmla="*/ f1440 1 f1257"/>
              <a:gd name="f1563" fmla="*/ f1441 1 f1258"/>
              <a:gd name="f1564" fmla="*/ f1442 1 f1257"/>
              <a:gd name="f1565" fmla="*/ f1443 1 f1258"/>
              <a:gd name="f1566" fmla="*/ f1444 1 f1258"/>
              <a:gd name="f1567" fmla="*/ f1445 1 f1257"/>
              <a:gd name="f1568" fmla="*/ f1446 1 f1258"/>
              <a:gd name="f1569" fmla="*/ f1447 1 f1257"/>
              <a:gd name="f1570" fmla="*/ f1448 1 f1258"/>
              <a:gd name="f1571" fmla="*/ f1449 1 f1257"/>
              <a:gd name="f1572" fmla="*/ f1450 1 f1258"/>
              <a:gd name="f1573" fmla="*/ f1451 1 f1257"/>
              <a:gd name="f1574" fmla="*/ f1452 1 f1258"/>
              <a:gd name="f1575" fmla="*/ f1453 1 f1257"/>
              <a:gd name="f1576" fmla="*/ f1454 1 f1258"/>
              <a:gd name="f1577" fmla="*/ f1455 1 f1257"/>
              <a:gd name="f1578" fmla="*/ f1456 1 f1258"/>
              <a:gd name="f1579" fmla="*/ f1457 1 f1257"/>
              <a:gd name="f1580" fmla="*/ f1458 1 f1258"/>
              <a:gd name="f1581" fmla="*/ f1459 1 f1257"/>
              <a:gd name="f1582" fmla="*/ f1460 1 f1258"/>
              <a:gd name="f1583" fmla="*/ f1461 1 f1257"/>
              <a:gd name="f1584" fmla="*/ f1462 1 f1258"/>
              <a:gd name="f1585" fmla="*/ f1463 1 f1257"/>
              <a:gd name="f1586" fmla="*/ f1464 1 f1257"/>
              <a:gd name="f1587" fmla="*/ f1465 1 f1258"/>
              <a:gd name="f1588" fmla="*/ f1466 1 f1257"/>
              <a:gd name="f1589" fmla="*/ f1467 1 f1258"/>
              <a:gd name="f1590" fmla="*/ f1468 1 f1257"/>
              <a:gd name="f1591" fmla="*/ f1469 1 f1258"/>
              <a:gd name="f1592" fmla="*/ f1470 1 f1257"/>
              <a:gd name="f1593" fmla="*/ f1471 1 f1258"/>
              <a:gd name="f1594" fmla="*/ f1472 1 f1257"/>
              <a:gd name="f1595" fmla="*/ f1473 1 f1258"/>
              <a:gd name="f1596" fmla="*/ f1474 1 f1257"/>
              <a:gd name="f1597" fmla="*/ f1475 1 f1258"/>
              <a:gd name="f1598" fmla="*/ f1476 1 f1257"/>
              <a:gd name="f1599" fmla="*/ f1477 1 f1258"/>
              <a:gd name="f1600" fmla="*/ f1478 1 f1257"/>
              <a:gd name="f1601" fmla="*/ f1479 1 f1258"/>
              <a:gd name="f1602" fmla="*/ f1480 1 f1257"/>
              <a:gd name="f1603" fmla="*/ f1481 1 f1258"/>
              <a:gd name="f1604" fmla="*/ f1482 1 f1257"/>
              <a:gd name="f1605" fmla="*/ f1483 1 f1258"/>
              <a:gd name="f1606" fmla="*/ f1484 1 f1257"/>
              <a:gd name="f1607" fmla="*/ f1485 1 f1258"/>
              <a:gd name="f1608" fmla="*/ f1486 1 f1257"/>
              <a:gd name="f1609" fmla="*/ f1487 1 f1258"/>
              <a:gd name="f1610" fmla="*/ f1488 1 f1257"/>
              <a:gd name="f1611" fmla="*/ f1489 1 f1258"/>
              <a:gd name="f1612" fmla="*/ f1490 1 f1257"/>
              <a:gd name="f1613" fmla="*/ f1491 1 f1258"/>
              <a:gd name="f1614" fmla="*/ f1492 1 f1257"/>
              <a:gd name="f1615" fmla="*/ f1493 1 f1258"/>
              <a:gd name="f1616" fmla="*/ f1494 1 f1257"/>
              <a:gd name="f1617" fmla="*/ f1495 1 f1258"/>
              <a:gd name="f1618" fmla="*/ f1496 f1248 1"/>
              <a:gd name="f1619" fmla="*/ f1497 f1248 1"/>
              <a:gd name="f1620" fmla="*/ f1499 f1249 1"/>
              <a:gd name="f1621" fmla="*/ f1498 f1249 1"/>
              <a:gd name="f1622" fmla="*/ f1500 f1248 1"/>
              <a:gd name="f1623" fmla="*/ f1501 f1249 1"/>
              <a:gd name="f1624" fmla="*/ f1502 f1248 1"/>
              <a:gd name="f1625" fmla="*/ f1503 f1249 1"/>
              <a:gd name="f1626" fmla="*/ f1504 f1248 1"/>
              <a:gd name="f1627" fmla="*/ f1505 f1249 1"/>
              <a:gd name="f1628" fmla="*/ f1506 f1248 1"/>
              <a:gd name="f1629" fmla="*/ f1507 f1249 1"/>
              <a:gd name="f1630" fmla="*/ f1508 f1248 1"/>
              <a:gd name="f1631" fmla="*/ f1509 f1249 1"/>
              <a:gd name="f1632" fmla="*/ f1510 f1248 1"/>
              <a:gd name="f1633" fmla="*/ f1511 f1249 1"/>
              <a:gd name="f1634" fmla="*/ f1512 f1248 1"/>
              <a:gd name="f1635" fmla="*/ f1513 f1249 1"/>
              <a:gd name="f1636" fmla="*/ f1514 f1248 1"/>
              <a:gd name="f1637" fmla="*/ f1515 f1249 1"/>
              <a:gd name="f1638" fmla="*/ f1516 f1248 1"/>
              <a:gd name="f1639" fmla="*/ f1517 f1249 1"/>
              <a:gd name="f1640" fmla="*/ f1518 f1248 1"/>
              <a:gd name="f1641" fmla="*/ f1519 f1249 1"/>
              <a:gd name="f1642" fmla="*/ f1520 f1248 1"/>
              <a:gd name="f1643" fmla="*/ f1521 f1249 1"/>
              <a:gd name="f1644" fmla="*/ f1522 f1248 1"/>
              <a:gd name="f1645" fmla="*/ f1523 f1249 1"/>
              <a:gd name="f1646" fmla="*/ f1524 f1248 1"/>
              <a:gd name="f1647" fmla="*/ f1525 f1249 1"/>
              <a:gd name="f1648" fmla="*/ f1526 f1248 1"/>
              <a:gd name="f1649" fmla="*/ f1527 f1249 1"/>
              <a:gd name="f1650" fmla="*/ f1528 f1248 1"/>
              <a:gd name="f1651" fmla="*/ f1529 f1249 1"/>
              <a:gd name="f1652" fmla="*/ f1530 f1248 1"/>
              <a:gd name="f1653" fmla="*/ f1531 f1249 1"/>
              <a:gd name="f1654" fmla="*/ f1532 f1248 1"/>
              <a:gd name="f1655" fmla="*/ f1533 f1249 1"/>
              <a:gd name="f1656" fmla="*/ f1534 f1248 1"/>
              <a:gd name="f1657" fmla="*/ f1535 f1249 1"/>
              <a:gd name="f1658" fmla="*/ f1536 f1248 1"/>
              <a:gd name="f1659" fmla="*/ f1537 f1249 1"/>
              <a:gd name="f1660" fmla="*/ f1538 f1248 1"/>
              <a:gd name="f1661" fmla="*/ f1539 f1249 1"/>
              <a:gd name="f1662" fmla="*/ f1540 f1248 1"/>
              <a:gd name="f1663" fmla="*/ f1541 f1249 1"/>
              <a:gd name="f1664" fmla="*/ f1542 f1248 1"/>
              <a:gd name="f1665" fmla="*/ f1543 f1249 1"/>
              <a:gd name="f1666" fmla="*/ f1544 f1248 1"/>
              <a:gd name="f1667" fmla="*/ f1545 f1249 1"/>
              <a:gd name="f1668" fmla="*/ f1546 f1248 1"/>
              <a:gd name="f1669" fmla="*/ f1547 f1249 1"/>
              <a:gd name="f1670" fmla="*/ f1548 f1248 1"/>
              <a:gd name="f1671" fmla="*/ f1549 f1249 1"/>
              <a:gd name="f1672" fmla="*/ f1550 f1248 1"/>
              <a:gd name="f1673" fmla="*/ f1551 f1249 1"/>
              <a:gd name="f1674" fmla="*/ f1552 f1248 1"/>
              <a:gd name="f1675" fmla="*/ f1553 f1249 1"/>
              <a:gd name="f1676" fmla="*/ f1554 f1248 1"/>
              <a:gd name="f1677" fmla="*/ f1555 f1249 1"/>
              <a:gd name="f1678" fmla="*/ f1556 f1248 1"/>
              <a:gd name="f1679" fmla="*/ f1557 f1249 1"/>
              <a:gd name="f1680" fmla="*/ f1558 f1248 1"/>
              <a:gd name="f1681" fmla="*/ f1559 f1249 1"/>
              <a:gd name="f1682" fmla="*/ f1560 f1248 1"/>
              <a:gd name="f1683" fmla="*/ f1561 f1249 1"/>
              <a:gd name="f1684" fmla="*/ f1562 f1248 1"/>
              <a:gd name="f1685" fmla="*/ f1563 f1249 1"/>
              <a:gd name="f1686" fmla="*/ f1564 f1248 1"/>
              <a:gd name="f1687" fmla="*/ f1565 f1249 1"/>
              <a:gd name="f1688" fmla="*/ f1566 f1249 1"/>
              <a:gd name="f1689" fmla="*/ f1567 f1248 1"/>
              <a:gd name="f1690" fmla="*/ f1568 f1249 1"/>
              <a:gd name="f1691" fmla="*/ f1569 f1248 1"/>
              <a:gd name="f1692" fmla="*/ f1570 f1249 1"/>
              <a:gd name="f1693" fmla="*/ f1571 f1248 1"/>
              <a:gd name="f1694" fmla="*/ f1572 f1249 1"/>
              <a:gd name="f1695" fmla="*/ f1573 f1248 1"/>
              <a:gd name="f1696" fmla="*/ f1574 f1249 1"/>
              <a:gd name="f1697" fmla="*/ f1575 f1248 1"/>
              <a:gd name="f1698" fmla="*/ f1576 f1249 1"/>
              <a:gd name="f1699" fmla="*/ f1577 f1248 1"/>
              <a:gd name="f1700" fmla="*/ f1578 f1249 1"/>
              <a:gd name="f1701" fmla="*/ f1579 f1248 1"/>
              <a:gd name="f1702" fmla="*/ f1580 f1249 1"/>
              <a:gd name="f1703" fmla="*/ f1581 f1248 1"/>
              <a:gd name="f1704" fmla="*/ f1582 f1249 1"/>
              <a:gd name="f1705" fmla="*/ f1583 f1248 1"/>
              <a:gd name="f1706" fmla="*/ f1584 f1249 1"/>
              <a:gd name="f1707" fmla="*/ f1585 f1248 1"/>
              <a:gd name="f1708" fmla="*/ f1586 f1248 1"/>
              <a:gd name="f1709" fmla="*/ f1587 f1249 1"/>
              <a:gd name="f1710" fmla="*/ f1588 f1248 1"/>
              <a:gd name="f1711" fmla="*/ f1589 f1249 1"/>
              <a:gd name="f1712" fmla="*/ f1590 f1248 1"/>
              <a:gd name="f1713" fmla="*/ f1591 f1249 1"/>
              <a:gd name="f1714" fmla="*/ f1592 f1248 1"/>
              <a:gd name="f1715" fmla="*/ f1593 f1249 1"/>
              <a:gd name="f1716" fmla="*/ f1594 f1248 1"/>
              <a:gd name="f1717" fmla="*/ f1595 f1249 1"/>
              <a:gd name="f1718" fmla="*/ f1596 f1248 1"/>
              <a:gd name="f1719" fmla="*/ f1597 f1249 1"/>
              <a:gd name="f1720" fmla="*/ f1598 f1248 1"/>
              <a:gd name="f1721" fmla="*/ f1599 f1249 1"/>
              <a:gd name="f1722" fmla="*/ f1600 f1248 1"/>
              <a:gd name="f1723" fmla="*/ f1601 f1249 1"/>
              <a:gd name="f1724" fmla="*/ f1602 f1248 1"/>
              <a:gd name="f1725" fmla="*/ f1603 f1249 1"/>
              <a:gd name="f1726" fmla="*/ f1604 f1248 1"/>
              <a:gd name="f1727" fmla="*/ f1605 f1249 1"/>
              <a:gd name="f1728" fmla="*/ f1606 f1248 1"/>
              <a:gd name="f1729" fmla="*/ f1607 f1249 1"/>
              <a:gd name="f1730" fmla="*/ f1608 f1248 1"/>
              <a:gd name="f1731" fmla="*/ f1609 f1249 1"/>
              <a:gd name="f1732" fmla="*/ f1610 f1248 1"/>
              <a:gd name="f1733" fmla="*/ f1611 f1249 1"/>
              <a:gd name="f1734" fmla="*/ f1612 f1248 1"/>
              <a:gd name="f1735" fmla="*/ f1613 f1249 1"/>
              <a:gd name="f1736" fmla="*/ f1614 f1248 1"/>
              <a:gd name="f1737" fmla="*/ f1615 f1249 1"/>
              <a:gd name="f1738" fmla="*/ f1616 f1248 1"/>
              <a:gd name="f1739" fmla="*/ f1617 f124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1377">
                <a:pos x="f1622" y="f1623"/>
              </a:cxn>
              <a:cxn ang="f1377">
                <a:pos x="f1624" y="f1625"/>
              </a:cxn>
              <a:cxn ang="f1377">
                <a:pos x="f1626" y="f1627"/>
              </a:cxn>
              <a:cxn ang="f1377">
                <a:pos x="f1628" y="f1629"/>
              </a:cxn>
              <a:cxn ang="f1377">
                <a:pos x="f1630" y="f1631"/>
              </a:cxn>
              <a:cxn ang="f1377">
                <a:pos x="f1632" y="f1633"/>
              </a:cxn>
              <a:cxn ang="f1377">
                <a:pos x="f1634" y="f1635"/>
              </a:cxn>
              <a:cxn ang="f1377">
                <a:pos x="f1636" y="f1637"/>
              </a:cxn>
              <a:cxn ang="f1377">
                <a:pos x="f1638" y="f1639"/>
              </a:cxn>
              <a:cxn ang="f1377">
                <a:pos x="f1640" y="f1641"/>
              </a:cxn>
              <a:cxn ang="f1377">
                <a:pos x="f1642" y="f1643"/>
              </a:cxn>
              <a:cxn ang="f1377">
                <a:pos x="f1644" y="f1645"/>
              </a:cxn>
              <a:cxn ang="f1377">
                <a:pos x="f1646" y="f1647"/>
              </a:cxn>
              <a:cxn ang="f1377">
                <a:pos x="f1648" y="f1649"/>
              </a:cxn>
              <a:cxn ang="f1377">
                <a:pos x="f1650" y="f1651"/>
              </a:cxn>
              <a:cxn ang="f1377">
                <a:pos x="f1652" y="f1653"/>
              </a:cxn>
              <a:cxn ang="f1377">
                <a:pos x="f1654" y="f1655"/>
              </a:cxn>
              <a:cxn ang="f1377">
                <a:pos x="f1656" y="f1657"/>
              </a:cxn>
              <a:cxn ang="f1377">
                <a:pos x="f1658" y="f1659"/>
              </a:cxn>
              <a:cxn ang="f1377">
                <a:pos x="f1660" y="f1661"/>
              </a:cxn>
              <a:cxn ang="f1377">
                <a:pos x="f1662" y="f1663"/>
              </a:cxn>
              <a:cxn ang="f1377">
                <a:pos x="f1664" y="f1665"/>
              </a:cxn>
              <a:cxn ang="f1377">
                <a:pos x="f1666" y="f1667"/>
              </a:cxn>
              <a:cxn ang="f1377">
                <a:pos x="f1668" y="f1669"/>
              </a:cxn>
              <a:cxn ang="f1377">
                <a:pos x="f1670" y="f1671"/>
              </a:cxn>
              <a:cxn ang="f1377">
                <a:pos x="f1672" y="f1673"/>
              </a:cxn>
              <a:cxn ang="f1377">
                <a:pos x="f1674" y="f1675"/>
              </a:cxn>
              <a:cxn ang="f1377">
                <a:pos x="f1676" y="f1677"/>
              </a:cxn>
              <a:cxn ang="f1377">
                <a:pos x="f1678" y="f1679"/>
              </a:cxn>
              <a:cxn ang="f1377">
                <a:pos x="f1680" y="f1681"/>
              </a:cxn>
              <a:cxn ang="f1377">
                <a:pos x="f1682" y="f1683"/>
              </a:cxn>
              <a:cxn ang="f1377">
                <a:pos x="f1684" y="f1685"/>
              </a:cxn>
              <a:cxn ang="f1377">
                <a:pos x="f1686" y="f1687"/>
              </a:cxn>
              <a:cxn ang="f1377">
                <a:pos x="f1648" y="f1688"/>
              </a:cxn>
              <a:cxn ang="f1377">
                <a:pos x="f1689" y="f1690"/>
              </a:cxn>
              <a:cxn ang="f1377">
                <a:pos x="f1691" y="f1692"/>
              </a:cxn>
              <a:cxn ang="f1377">
                <a:pos x="f1693" y="f1694"/>
              </a:cxn>
              <a:cxn ang="f1377">
                <a:pos x="f1695" y="f1696"/>
              </a:cxn>
              <a:cxn ang="f1377">
                <a:pos x="f1697" y="f1698"/>
              </a:cxn>
              <a:cxn ang="f1377">
                <a:pos x="f1699" y="f1700"/>
              </a:cxn>
              <a:cxn ang="f1377">
                <a:pos x="f1701" y="f1702"/>
              </a:cxn>
              <a:cxn ang="f1377">
                <a:pos x="f1703" y="f1704"/>
              </a:cxn>
              <a:cxn ang="f1377">
                <a:pos x="f1705" y="f1706"/>
              </a:cxn>
              <a:cxn ang="f1377">
                <a:pos x="f1707" y="f1649"/>
              </a:cxn>
              <a:cxn ang="f1377">
                <a:pos x="f1708" y="f1709"/>
              </a:cxn>
              <a:cxn ang="f1377">
                <a:pos x="f1710" y="f1711"/>
              </a:cxn>
              <a:cxn ang="f1377">
                <a:pos x="f1712" y="f1713"/>
              </a:cxn>
              <a:cxn ang="f1377">
                <a:pos x="f1714" y="f1715"/>
              </a:cxn>
              <a:cxn ang="f1377">
                <a:pos x="f1716" y="f1717"/>
              </a:cxn>
              <a:cxn ang="f1377">
                <a:pos x="f1718" y="f1719"/>
              </a:cxn>
              <a:cxn ang="f1377">
                <a:pos x="f1720" y="f1721"/>
              </a:cxn>
              <a:cxn ang="f1377">
                <a:pos x="f1722" y="f1723"/>
              </a:cxn>
              <a:cxn ang="f1377">
                <a:pos x="f1724" y="f1725"/>
              </a:cxn>
              <a:cxn ang="f1377">
                <a:pos x="f1726" y="f1727"/>
              </a:cxn>
              <a:cxn ang="f1377">
                <a:pos x="f1728" y="f1729"/>
              </a:cxn>
              <a:cxn ang="f1377">
                <a:pos x="f1730" y="f1731"/>
              </a:cxn>
              <a:cxn ang="f1377">
                <a:pos x="f1732" y="f1733"/>
              </a:cxn>
              <a:cxn ang="f1377">
                <a:pos x="f1734" y="f1735"/>
              </a:cxn>
              <a:cxn ang="f1377">
                <a:pos x="f1736" y="f1737"/>
              </a:cxn>
              <a:cxn ang="f1377">
                <a:pos x="f1738" y="f1739"/>
              </a:cxn>
            </a:cxnLst>
            <a:rect l="f1618" t="f1621" r="f1619" b="f1620"/>
            <a:pathLst>
              <a:path w="1590" h="1029">
                <a:moveTo>
                  <a:pt x="f6" y="f9"/>
                </a:moveTo>
                <a:cubicBezTo>
                  <a:pt x="f10" y="f11"/>
                  <a:pt x="f12" y="f13"/>
                  <a:pt x="f14" y="f15"/>
                </a:cubicBezTo>
                <a:cubicBezTo>
                  <a:pt x="f16" y="f17"/>
                  <a:pt x="f18" y="f19"/>
                  <a:pt x="f20" y="f21"/>
                </a:cubicBezTo>
                <a:cubicBezTo>
                  <a:pt x="f9" y="f22"/>
                  <a:pt x="f23" y="f24"/>
                  <a:pt x="f25" y="f26"/>
                </a:cubicBezTo>
                <a:cubicBezTo>
                  <a:pt x="f27" y="f28"/>
                  <a:pt x="f29" y="f30"/>
                  <a:pt x="f31" y="f32"/>
                </a:cubicBezTo>
                <a:cubicBezTo>
                  <a:pt x="f33" y="f34"/>
                  <a:pt x="f35" y="f34"/>
                  <a:pt x="f36" y="f28"/>
                </a:cubicBezTo>
                <a:cubicBezTo>
                  <a:pt x="f37" y="f38"/>
                  <a:pt x="f39" y="f40"/>
                  <a:pt x="f41" y="f42"/>
                </a:cubicBezTo>
                <a:cubicBezTo>
                  <a:pt x="f43" y="f44"/>
                  <a:pt x="f40" y="f45"/>
                  <a:pt x="f46" y="f45"/>
                </a:cubicBezTo>
                <a:cubicBezTo>
                  <a:pt x="f47" y="f48"/>
                  <a:pt x="f49" y="f48"/>
                  <a:pt x="f50" y="f51"/>
                </a:cubicBezTo>
                <a:cubicBezTo>
                  <a:pt x="f52" y="f53"/>
                  <a:pt x="f54" y="f46"/>
                  <a:pt x="f55" y="f56"/>
                </a:cubicBezTo>
                <a:cubicBezTo>
                  <a:pt x="f57" y="f58"/>
                  <a:pt x="f59" y="f56"/>
                  <a:pt x="f60" y="f46"/>
                </a:cubicBezTo>
                <a:cubicBezTo>
                  <a:pt x="f61" y="f62"/>
                  <a:pt x="f63" y="f2"/>
                  <a:pt x="f64" y="f65"/>
                </a:cubicBezTo>
                <a:cubicBezTo>
                  <a:pt x="f66" y="f67"/>
                  <a:pt x="f68" y="f69"/>
                  <a:pt x="f70" y="f71"/>
                </a:cubicBezTo>
                <a:cubicBezTo>
                  <a:pt x="f72" y="f29"/>
                  <a:pt x="f73" y="f74"/>
                  <a:pt x="f75" y="f76"/>
                </a:cubicBezTo>
                <a:cubicBezTo>
                  <a:pt x="f77" y="f76"/>
                  <a:pt x="f78" y="f15"/>
                  <a:pt x="f79" y="f23"/>
                </a:cubicBezTo>
                <a:cubicBezTo>
                  <a:pt x="f80" y="f74"/>
                  <a:pt x="f81" y="f74"/>
                  <a:pt x="f82" y="f74"/>
                </a:cubicBezTo>
                <a:cubicBezTo>
                  <a:pt x="f83" y="f74"/>
                  <a:pt x="f83" y="f74"/>
                  <a:pt x="f83" y="f74"/>
                </a:cubicBezTo>
                <a:cubicBezTo>
                  <a:pt x="f84" y="f85"/>
                  <a:pt x="f86" y="f87"/>
                  <a:pt x="f88" y="f89"/>
                </a:cubicBezTo>
                <a:cubicBezTo>
                  <a:pt x="f90" y="f91"/>
                  <a:pt x="f92" y="f93"/>
                  <a:pt x="f94" y="f15"/>
                </a:cubicBezTo>
                <a:cubicBezTo>
                  <a:pt x="f95" y="f96"/>
                  <a:pt x="f97" y="f13"/>
                  <a:pt x="f54" y="f98"/>
                </a:cubicBezTo>
                <a:cubicBezTo>
                  <a:pt x="f99" y="f100"/>
                  <a:pt x="f101" y="f102"/>
                  <a:pt x="f103" y="f104"/>
                </a:cubicBezTo>
                <a:cubicBezTo>
                  <a:pt x="f105" y="f104"/>
                  <a:pt x="f106" y="f104"/>
                  <a:pt x="f107" y="f108"/>
                </a:cubicBezTo>
                <a:cubicBezTo>
                  <a:pt x="f109" y="f110"/>
                  <a:pt x="f111" y="f112"/>
                  <a:pt x="f113" y="f114"/>
                </a:cubicBezTo>
                <a:cubicBezTo>
                  <a:pt x="f115" y="f116"/>
                  <a:pt x="f117" y="f118"/>
                  <a:pt x="f119" y="f120"/>
                </a:cubicBezTo>
                <a:cubicBezTo>
                  <a:pt x="f121" y="f122"/>
                  <a:pt x="f123" y="f124"/>
                  <a:pt x="f125" y="f126"/>
                </a:cubicBezTo>
                <a:cubicBezTo>
                  <a:pt x="f127" y="f128"/>
                  <a:pt x="f129" y="f130"/>
                  <a:pt x="f131" y="f132"/>
                </a:cubicBezTo>
                <a:cubicBezTo>
                  <a:pt x="f133" y="f134"/>
                  <a:pt x="f129" y="f135"/>
                  <a:pt x="f136" y="f3"/>
                </a:cubicBezTo>
                <a:cubicBezTo>
                  <a:pt x="f137" y="f138"/>
                  <a:pt x="f137" y="f139"/>
                  <a:pt x="f140" y="f141"/>
                </a:cubicBezTo>
                <a:cubicBezTo>
                  <a:pt x="f131" y="f18"/>
                  <a:pt x="f121" y="f142"/>
                  <a:pt x="f143" y="f144"/>
                </a:cubicBezTo>
                <a:cubicBezTo>
                  <a:pt x="f119" y="f144"/>
                  <a:pt x="f145" y="f142"/>
                  <a:pt x="f146" y="f142"/>
                </a:cubicBezTo>
                <a:cubicBezTo>
                  <a:pt x="f147" y="f142"/>
                  <a:pt x="f148" y="f149"/>
                  <a:pt x="f150" y="f151"/>
                </a:cubicBezTo>
                <a:cubicBezTo>
                  <a:pt x="f150" y="f152"/>
                  <a:pt x="f150" y="f152"/>
                  <a:pt x="f150" y="f153"/>
                </a:cubicBezTo>
                <a:cubicBezTo>
                  <a:pt x="f154" y="f151"/>
                  <a:pt x="f95" y="f142"/>
                  <a:pt x="f155" y="f156"/>
                </a:cubicBezTo>
                <a:cubicBezTo>
                  <a:pt x="f157" y="f158"/>
                  <a:pt x="f159" y="f160"/>
                  <a:pt x="f161" y="f18"/>
                </a:cubicBezTo>
                <a:cubicBezTo>
                  <a:pt x="f162" y="f163"/>
                  <a:pt x="f86" y="f164"/>
                  <a:pt x="f165" y="f166"/>
                </a:cubicBezTo>
                <a:cubicBezTo>
                  <a:pt x="f167" y="f168"/>
                  <a:pt x="f169" y="f170"/>
                  <a:pt x="f171" y="f172"/>
                </a:cubicBezTo>
                <a:cubicBezTo>
                  <a:pt x="f97" y="f173"/>
                  <a:pt x="f54" y="f174"/>
                  <a:pt x="f54" y="f175"/>
                </a:cubicBezTo>
                <a:cubicBezTo>
                  <a:pt x="f176" y="f177"/>
                  <a:pt x="f178" y="f179"/>
                  <a:pt x="f165" y="f180"/>
                </a:cubicBezTo>
                <a:cubicBezTo>
                  <a:pt x="f159" y="f181"/>
                  <a:pt x="f182" y="f16"/>
                  <a:pt x="f86" y="f183"/>
                </a:cubicBezTo>
                <a:cubicBezTo>
                  <a:pt x="f159" y="f184"/>
                  <a:pt x="f86" y="f185"/>
                  <a:pt x="f186" y="f187"/>
                </a:cubicBezTo>
                <a:cubicBezTo>
                  <a:pt x="f188" y="f189"/>
                  <a:pt x="f188" y="f190"/>
                  <a:pt x="f188" y="f191"/>
                </a:cubicBezTo>
                <a:cubicBezTo>
                  <a:pt x="f192" y="f191"/>
                  <a:pt x="f192" y="f193"/>
                  <a:pt x="f194" y="f191"/>
                </a:cubicBezTo>
                <a:cubicBezTo>
                  <a:pt x="f195" y="f196"/>
                  <a:pt x="f197" y="f190"/>
                  <a:pt x="f198" y="f199"/>
                </a:cubicBezTo>
                <a:cubicBezTo>
                  <a:pt x="f200" y="f201"/>
                  <a:pt x="f59" y="f202"/>
                  <a:pt x="f203" y="f204"/>
                </a:cubicBezTo>
                <a:cubicBezTo>
                  <a:pt x="f80" y="f205"/>
                  <a:pt x="f206" y="f207"/>
                  <a:pt x="f206" y="f208"/>
                </a:cubicBezTo>
                <a:cubicBezTo>
                  <a:pt x="f209" y="f210"/>
                  <a:pt x="f211" y="f212"/>
                  <a:pt x="f213" y="f214"/>
                </a:cubicBezTo>
                <a:cubicBezTo>
                  <a:pt x="f63" y="f215"/>
                  <a:pt x="f216" y="f217"/>
                  <a:pt x="f66" y="f218"/>
                </a:cubicBezTo>
                <a:cubicBezTo>
                  <a:pt x="f68" y="f210"/>
                  <a:pt x="f219" y="f220"/>
                  <a:pt x="f221" y="f215"/>
                </a:cubicBezTo>
                <a:cubicBezTo>
                  <a:pt x="f222" y="f223"/>
                  <a:pt x="f224" y="f225"/>
                  <a:pt x="f226" y="f227"/>
                </a:cubicBezTo>
                <a:cubicBezTo>
                  <a:pt x="f228" y="f229"/>
                  <a:pt x="f230" y="f229"/>
                  <a:pt x="f231" y="f232"/>
                </a:cubicBezTo>
                <a:cubicBezTo>
                  <a:pt x="f233" y="f210"/>
                  <a:pt x="f234" y="f217"/>
                  <a:pt x="f235" y="f236"/>
                </a:cubicBezTo>
                <a:cubicBezTo>
                  <a:pt x="f237" y="f238"/>
                  <a:pt x="f239" y="f240"/>
                  <a:pt x="f241" y="f238"/>
                </a:cubicBezTo>
                <a:cubicBezTo>
                  <a:pt x="f242" y="f215"/>
                  <a:pt x="f243" y="f236"/>
                  <a:pt x="f244" y="f240"/>
                </a:cubicBezTo>
                <a:cubicBezTo>
                  <a:pt x="f245" y="f246"/>
                  <a:pt x="f247" y="f248"/>
                  <a:pt x="f249" y="f12"/>
                </a:cubicBezTo>
                <a:cubicBezTo>
                  <a:pt x="f250" y="f251"/>
                  <a:pt x="f252" y="f251"/>
                  <a:pt x="f253" y="f254"/>
                </a:cubicBezTo>
                <a:cubicBezTo>
                  <a:pt x="f255" y="f12"/>
                  <a:pt x="f256" y="f254"/>
                  <a:pt x="f257" y="f258"/>
                </a:cubicBezTo>
                <a:cubicBezTo>
                  <a:pt x="f259" y="f251"/>
                  <a:pt x="f260" y="f261"/>
                  <a:pt x="f262" y="f263"/>
                </a:cubicBezTo>
                <a:cubicBezTo>
                  <a:pt x="f264" y="f10"/>
                  <a:pt x="f265" y="f10"/>
                  <a:pt x="f266" y="f267"/>
                </a:cubicBezTo>
                <a:cubicBezTo>
                  <a:pt x="f268" y="f269"/>
                  <a:pt x="f270" y="f269"/>
                  <a:pt x="f271" y="f272"/>
                </a:cubicBezTo>
                <a:cubicBezTo>
                  <a:pt x="f273" y="f267"/>
                  <a:pt x="f274" y="f275"/>
                  <a:pt x="f276" y="f269"/>
                </a:cubicBezTo>
                <a:cubicBezTo>
                  <a:pt x="f277" y="f278"/>
                  <a:pt x="f279" y="f6"/>
                  <a:pt x="f280" y="f6"/>
                </a:cubicBezTo>
                <a:cubicBezTo>
                  <a:pt x="f281" y="f278"/>
                  <a:pt x="f282" y="f269"/>
                  <a:pt x="f283" y="f269"/>
                </a:cubicBezTo>
                <a:cubicBezTo>
                  <a:pt x="f284" y="f278"/>
                  <a:pt x="f285" y="f275"/>
                  <a:pt x="f286" y="f287"/>
                </a:cubicBezTo>
                <a:cubicBezTo>
                  <a:pt x="f288" y="f236"/>
                  <a:pt x="f289" y="f217"/>
                  <a:pt x="f290" y="f214"/>
                </a:cubicBezTo>
                <a:cubicBezTo>
                  <a:pt x="f291" y="f214"/>
                  <a:pt x="f291" y="f223"/>
                  <a:pt x="f292" y="f293"/>
                </a:cubicBezTo>
                <a:cubicBezTo>
                  <a:pt x="f294" y="f295"/>
                  <a:pt x="f296" y="f297"/>
                  <a:pt x="f298" y="f208"/>
                </a:cubicBezTo>
                <a:cubicBezTo>
                  <a:pt x="f299" y="f229"/>
                  <a:pt x="f300" y="f204"/>
                  <a:pt x="f301" y="f302"/>
                </a:cubicBezTo>
                <a:cubicBezTo>
                  <a:pt x="f303" y="f302"/>
                  <a:pt x="f303" y="f304"/>
                  <a:pt x="f305" y="f190"/>
                </a:cubicBezTo>
                <a:cubicBezTo>
                  <a:pt x="f306" y="f307"/>
                  <a:pt x="f308" y="f309"/>
                  <a:pt x="f303" y="f310"/>
                </a:cubicBezTo>
                <a:cubicBezTo>
                  <a:pt x="f305" y="f311"/>
                  <a:pt x="f312" y="f313"/>
                  <a:pt x="f305" y="f314"/>
                </a:cubicBezTo>
                <a:cubicBezTo>
                  <a:pt x="f315" y="f183"/>
                  <a:pt x="f316" y="f16"/>
                  <a:pt x="f317" y="f318"/>
                </a:cubicBezTo>
                <a:cubicBezTo>
                  <a:pt x="f319" y="f180"/>
                  <a:pt x="f320" y="f321"/>
                  <a:pt x="f322" y="f179"/>
                </a:cubicBezTo>
                <a:cubicBezTo>
                  <a:pt x="f316" y="f323"/>
                  <a:pt x="f315" y="f324"/>
                  <a:pt x="f312" y="f325"/>
                </a:cubicBezTo>
                <a:cubicBezTo>
                  <a:pt x="f306" y="f326"/>
                  <a:pt x="f306" y="f327"/>
                  <a:pt x="f312" y="f328"/>
                </a:cubicBezTo>
                <a:cubicBezTo>
                  <a:pt x="f291" y="f329"/>
                  <a:pt x="f294" y="f330"/>
                  <a:pt x="f290" y="f331"/>
                </a:cubicBezTo>
                <a:cubicBezTo>
                  <a:pt x="f332" y="f174"/>
                  <a:pt x="f333" y="f334"/>
                  <a:pt x="f335" y="f336"/>
                </a:cubicBezTo>
                <a:cubicBezTo>
                  <a:pt x="f337" y="f338"/>
                  <a:pt x="f286" y="f338"/>
                  <a:pt x="f339" y="f340"/>
                </a:cubicBezTo>
                <a:cubicBezTo>
                  <a:pt x="f306" y="f341"/>
                  <a:pt x="f342" y="f341"/>
                  <a:pt x="f343" y="f344"/>
                </a:cubicBezTo>
                <a:cubicBezTo>
                  <a:pt x="f345" y="f336"/>
                  <a:pt x="f346" y="f347"/>
                  <a:pt x="f348" y="f349"/>
                </a:cubicBezTo>
                <a:cubicBezTo>
                  <a:pt x="f350" y="f338"/>
                  <a:pt x="f351" y="f352"/>
                  <a:pt x="f353" y="f354"/>
                </a:cubicBezTo>
                <a:cubicBezTo>
                  <a:pt x="f355" y="f356"/>
                  <a:pt x="f357" y="f358"/>
                  <a:pt x="f359" y="f360"/>
                </a:cubicBezTo>
                <a:cubicBezTo>
                  <a:pt x="f361" y="f362"/>
                  <a:pt x="f363" y="f362"/>
                  <a:pt x="f364" y="f365"/>
                </a:cubicBezTo>
                <a:cubicBezTo>
                  <a:pt x="f364" y="f153"/>
                  <a:pt x="f366" y="f149"/>
                  <a:pt x="f367" y="f142"/>
                </a:cubicBezTo>
                <a:cubicBezTo>
                  <a:pt x="f368" y="f158"/>
                  <a:pt x="f369" y="f370"/>
                  <a:pt x="f371" y="f372"/>
                </a:cubicBezTo>
                <a:cubicBezTo>
                  <a:pt x="f373" y="f374"/>
                  <a:pt x="f375" y="f376"/>
                  <a:pt x="f377" y="f378"/>
                </a:cubicBezTo>
                <a:cubicBezTo>
                  <a:pt x="f379" y="f380"/>
                  <a:pt x="f381" y="f382"/>
                  <a:pt x="f383" y="f380"/>
                </a:cubicBezTo>
                <a:cubicBezTo>
                  <a:pt x="f384" y="f118"/>
                  <a:pt x="f367" y="f385"/>
                  <a:pt x="f386" y="f387"/>
                </a:cubicBezTo>
                <a:cubicBezTo>
                  <a:pt x="f366" y="f114"/>
                  <a:pt x="f388" y="f389"/>
                  <a:pt x="f361" y="f116"/>
                </a:cubicBezTo>
                <a:cubicBezTo>
                  <a:pt x="f363" y="f390"/>
                  <a:pt x="f391" y="f392"/>
                  <a:pt x="f384" y="f393"/>
                </a:cubicBezTo>
                <a:cubicBezTo>
                  <a:pt x="f367" y="f104"/>
                  <a:pt x="f367" y="f394"/>
                  <a:pt x="f395" y="f396"/>
                </a:cubicBezTo>
                <a:cubicBezTo>
                  <a:pt x="f383" y="f397"/>
                  <a:pt x="f398" y="f20"/>
                  <a:pt x="f364" y="f20"/>
                </a:cubicBezTo>
                <a:cubicBezTo>
                  <a:pt x="f399" y="f397"/>
                  <a:pt x="f400" y="f401"/>
                  <a:pt x="f402" y="f102"/>
                </a:cubicBezTo>
                <a:cubicBezTo>
                  <a:pt x="f403" y="f13"/>
                  <a:pt x="f350" y="f98"/>
                  <a:pt x="f345" y="f404"/>
                </a:cubicBezTo>
                <a:cubicBezTo>
                  <a:pt x="f351" y="f89"/>
                  <a:pt x="f405" y="f23"/>
                  <a:pt x="f403" y="f406"/>
                </a:cubicBezTo>
                <a:cubicBezTo>
                  <a:pt x="f357" y="f407"/>
                  <a:pt x="f408" y="f409"/>
                  <a:pt x="f410" y="f411"/>
                </a:cubicBezTo>
                <a:cubicBezTo>
                  <a:pt x="f412" y="f29"/>
                  <a:pt x="f413" y="f414"/>
                  <a:pt x="f415" y="f29"/>
                </a:cubicBezTo>
                <a:cubicBezTo>
                  <a:pt x="f342" y="f29"/>
                  <a:pt x="f416" y="f414"/>
                  <a:pt x="f417" y="f414"/>
                </a:cubicBezTo>
                <a:cubicBezTo>
                  <a:pt x="f417" y="f418"/>
                  <a:pt x="f417" y="f419"/>
                  <a:pt x="f420" y="f421"/>
                </a:cubicBezTo>
                <a:cubicBezTo>
                  <a:pt x="f422" y="f19"/>
                  <a:pt x="f423" y="f424"/>
                  <a:pt x="f306" y="f425"/>
                </a:cubicBezTo>
                <a:cubicBezTo>
                  <a:pt x="f312" y="f414"/>
                  <a:pt x="f291" y="f426"/>
                  <a:pt x="f427" y="f428"/>
                </a:cubicBezTo>
                <a:cubicBezTo>
                  <a:pt x="f286" y="f429"/>
                  <a:pt x="f430" y="f429"/>
                  <a:pt x="f431" y="f407"/>
                </a:cubicBezTo>
                <a:cubicBezTo>
                  <a:pt x="f282" y="f418"/>
                  <a:pt x="f432" y="f424"/>
                  <a:pt x="f433" y="f434"/>
                </a:cubicBezTo>
                <a:cubicBezTo>
                  <a:pt x="f435" y="f436"/>
                  <a:pt x="f437" y="f438"/>
                  <a:pt x="f339" y="f36"/>
                </a:cubicBezTo>
                <a:cubicBezTo>
                  <a:pt x="f427" y="f439"/>
                  <a:pt x="f427" y="f440"/>
                  <a:pt x="f441" y="f442"/>
                </a:cubicBezTo>
                <a:cubicBezTo>
                  <a:pt x="f443" y="f444"/>
                  <a:pt x="f294" y="f445"/>
                  <a:pt x="f292" y="f446"/>
                </a:cubicBezTo>
                <a:cubicBezTo>
                  <a:pt x="f308" y="f43"/>
                  <a:pt x="f300" y="f447"/>
                  <a:pt x="f448" y="f45"/>
                </a:cubicBezTo>
                <a:cubicBezTo>
                  <a:pt x="f448" y="f2"/>
                  <a:pt x="f449" y="f51"/>
                  <a:pt x="f317" y="f450"/>
                </a:cubicBezTo>
                <a:cubicBezTo>
                  <a:pt x="f300" y="f53"/>
                  <a:pt x="f316" y="f53"/>
                  <a:pt x="f308" y="f451"/>
                </a:cubicBezTo>
                <a:cubicBezTo>
                  <a:pt x="f298" y="f452"/>
                  <a:pt x="f453" y="f454"/>
                  <a:pt x="f437" y="f56"/>
                </a:cubicBezTo>
                <a:cubicBezTo>
                  <a:pt x="f455" y="f456"/>
                  <a:pt x="f285" y="f58"/>
                  <a:pt x="f455" y="f457"/>
                </a:cubicBezTo>
                <a:cubicBezTo>
                  <a:pt x="f337" y="f458"/>
                  <a:pt x="f455" y="f459"/>
                  <a:pt x="f430" y="f460"/>
                </a:cubicBezTo>
                <a:cubicBezTo>
                  <a:pt x="f461" y="f462"/>
                  <a:pt x="f279" y="f463"/>
                  <a:pt x="f464" y="f465"/>
                </a:cubicBezTo>
                <a:cubicBezTo>
                  <a:pt x="f464" y="f466"/>
                  <a:pt x="f464" y="f463"/>
                  <a:pt x="f467" y="f468"/>
                </a:cubicBezTo>
                <a:cubicBezTo>
                  <a:pt x="f467" y="f469"/>
                  <a:pt x="f470" y="f471"/>
                  <a:pt x="f271" y="f472"/>
                </a:cubicBezTo>
                <a:cubicBezTo>
                  <a:pt x="f473" y="f474"/>
                  <a:pt x="f475" y="f459"/>
                  <a:pt x="f476" y="f460"/>
                </a:cubicBezTo>
                <a:cubicBezTo>
                  <a:pt x="f477" y="f478"/>
                  <a:pt x="f479" y="f463"/>
                  <a:pt x="f480" y="f481"/>
                </a:cubicBezTo>
                <a:cubicBezTo>
                  <a:pt x="f480" y="f478"/>
                  <a:pt x="f480" y="f468"/>
                  <a:pt x="f480" y="f458"/>
                </a:cubicBezTo>
                <a:cubicBezTo>
                  <a:pt x="f480" y="f482"/>
                  <a:pt x="f480" y="f472"/>
                  <a:pt x="f260" y="f472"/>
                </a:cubicBezTo>
                <a:cubicBezTo>
                  <a:pt x="f483" y="f469"/>
                  <a:pt x="f484" y="f469"/>
                  <a:pt x="f485" y="f472"/>
                </a:cubicBezTo>
                <a:cubicBezTo>
                  <a:pt x="f256" y="f486"/>
                  <a:pt x="f253" y="f468"/>
                  <a:pt x="f487" y="f463"/>
                </a:cubicBezTo>
                <a:cubicBezTo>
                  <a:pt x="f250" y="f482"/>
                  <a:pt x="f487" y="f474"/>
                  <a:pt x="f488" y="f469"/>
                </a:cubicBezTo>
                <a:cubicBezTo>
                  <a:pt x="f489" y="f490"/>
                  <a:pt x="f491" y="f492"/>
                  <a:pt x="f493" y="f494"/>
                </a:cubicBezTo>
                <a:cubicBezTo>
                  <a:pt x="f495" y="f496"/>
                  <a:pt x="f497" y="f498"/>
                  <a:pt x="f499" y="f500"/>
                </a:cubicBezTo>
                <a:cubicBezTo>
                  <a:pt x="f501" y="f502"/>
                  <a:pt x="f377" y="f127"/>
                  <a:pt x="f8" y="f503"/>
                </a:cubicBezTo>
                <a:cubicBezTo>
                  <a:pt x="f504" y="f50"/>
                  <a:pt x="f504" y="f505"/>
                  <a:pt x="f506" y="f505"/>
                </a:cubicBezTo>
                <a:cubicBezTo>
                  <a:pt x="f506" y="f507"/>
                  <a:pt x="f506" y="f508"/>
                  <a:pt x="f509" y="f502"/>
                </a:cubicBezTo>
                <a:cubicBezTo>
                  <a:pt x="f510" y="f511"/>
                  <a:pt x="f512" y="f513"/>
                  <a:pt x="f514" y="f513"/>
                </a:cubicBezTo>
                <a:cubicBezTo>
                  <a:pt x="f515" y="f516"/>
                  <a:pt x="f515" y="f517"/>
                  <a:pt x="f518" y="f519"/>
                </a:cubicBezTo>
                <a:cubicBezTo>
                  <a:pt x="f520" y="f517"/>
                  <a:pt x="f521" y="f505"/>
                  <a:pt x="f522" y="f516"/>
                </a:cubicBezTo>
                <a:cubicBezTo>
                  <a:pt x="f522" y="f505"/>
                  <a:pt x="f523" y="f517"/>
                  <a:pt x="f523" y="f519"/>
                </a:cubicBezTo>
                <a:cubicBezTo>
                  <a:pt x="f524" y="f508"/>
                  <a:pt x="f525" y="f127"/>
                  <a:pt x="f526" y="f129"/>
                </a:cubicBezTo>
                <a:cubicBezTo>
                  <a:pt x="f527" y="f133"/>
                  <a:pt x="f528" y="f529"/>
                  <a:pt x="f530" y="f531"/>
                </a:cubicBezTo>
                <a:cubicBezTo>
                  <a:pt x="f532" y="f533"/>
                  <a:pt x="f534" y="f115"/>
                  <a:pt x="f535" y="f536"/>
                </a:cubicBezTo>
                <a:cubicBezTo>
                  <a:pt x="f537" y="f538"/>
                  <a:pt x="f539" y="f540"/>
                  <a:pt x="f541" y="f542"/>
                </a:cubicBezTo>
                <a:cubicBezTo>
                  <a:pt x="f543" y="f107"/>
                  <a:pt x="f544" y="f106"/>
                  <a:pt x="f545" y="f546"/>
                </a:cubicBezTo>
                <a:cubicBezTo>
                  <a:pt x="f547" y="f548"/>
                  <a:pt x="f549" y="f119"/>
                  <a:pt x="f550" y="f536"/>
                </a:cubicBezTo>
                <a:cubicBezTo>
                  <a:pt x="f551" y="f552"/>
                  <a:pt x="f553" y="f554"/>
                  <a:pt x="f555" y="f113"/>
                </a:cubicBezTo>
                <a:cubicBezTo>
                  <a:pt x="f556" y="f127"/>
                  <a:pt x="f557" y="f505"/>
                  <a:pt x="f558" y="f559"/>
                </a:cubicBezTo>
                <a:cubicBezTo>
                  <a:pt x="f560" y="f561"/>
                  <a:pt x="f562" y="f563"/>
                  <a:pt x="f564" y="f563"/>
                </a:cubicBezTo>
                <a:cubicBezTo>
                  <a:pt x="f565" y="f566"/>
                  <a:pt x="f567" y="f561"/>
                  <a:pt x="f567" y="f559"/>
                </a:cubicBezTo>
                <a:cubicBezTo>
                  <a:pt x="f567" y="f568"/>
                  <a:pt x="f569" y="f570"/>
                  <a:pt x="f565" y="f570"/>
                </a:cubicBezTo>
                <a:cubicBezTo>
                  <a:pt x="f571" y="f572"/>
                  <a:pt x="f573" y="f574"/>
                  <a:pt x="f551" y="f496"/>
                </a:cubicBezTo>
                <a:cubicBezTo>
                  <a:pt x="f558" y="f575"/>
                  <a:pt x="f576" y="f577"/>
                  <a:pt x="f578" y="f579"/>
                </a:cubicBezTo>
                <a:cubicBezTo>
                  <a:pt x="f580" y="f581"/>
                  <a:pt x="f582" y="f583"/>
                  <a:pt x="f584" y="f583"/>
                </a:cubicBezTo>
                <a:cubicBezTo>
                  <a:pt x="f584" y="f583"/>
                  <a:pt x="f585" y="f586"/>
                  <a:pt x="f587" y="f588"/>
                </a:cubicBezTo>
                <a:cubicBezTo>
                  <a:pt x="f589" y="f590"/>
                  <a:pt x="f591" y="f592"/>
                  <a:pt x="f578" y="f593"/>
                </a:cubicBezTo>
                <a:cubicBezTo>
                  <a:pt x="f594" y="f595"/>
                  <a:pt x="f578" y="f596"/>
                  <a:pt x="f562" y="f597"/>
                </a:cubicBezTo>
                <a:cubicBezTo>
                  <a:pt x="f580" y="f598"/>
                  <a:pt x="f567" y="f599"/>
                  <a:pt x="f587" y="f599"/>
                </a:cubicBezTo>
                <a:cubicBezTo>
                  <a:pt x="f600" y="f599"/>
                  <a:pt x="f601" y="f598"/>
                  <a:pt x="f602" y="f603"/>
                </a:cubicBezTo>
                <a:cubicBezTo>
                  <a:pt x="f604" y="f603"/>
                  <a:pt x="f605" y="f599"/>
                  <a:pt x="f606" y="f599"/>
                </a:cubicBezTo>
                <a:cubicBezTo>
                  <a:pt x="f601" y="f607"/>
                  <a:pt x="f565" y="f607"/>
                  <a:pt x="f562" y="f608"/>
                </a:cubicBezTo>
                <a:cubicBezTo>
                  <a:pt x="f609" y="f610"/>
                  <a:pt x="f551" y="f492"/>
                  <a:pt x="f560" y="f611"/>
                </a:cubicBezTo>
                <a:cubicBezTo>
                  <a:pt x="f612" y="f49"/>
                  <a:pt x="f613" y="f575"/>
                  <a:pt x="f612" y="f614"/>
                </a:cubicBezTo>
                <a:cubicBezTo>
                  <a:pt x="f612" y="f572"/>
                  <a:pt x="f612" y="f615"/>
                  <a:pt x="f612" y="f615"/>
                </a:cubicBezTo>
                <a:cubicBezTo>
                  <a:pt x="f616" y="f561"/>
                  <a:pt x="f556" y="f505"/>
                  <a:pt x="f617" y="f508"/>
                </a:cubicBezTo>
                <a:cubicBezTo>
                  <a:pt x="f618" y="f507"/>
                  <a:pt x="f619" y="f516"/>
                  <a:pt x="f620" y="f566"/>
                </a:cubicBezTo>
                <a:cubicBezTo>
                  <a:pt x="f556" y="f561"/>
                  <a:pt x="f556" y="f568"/>
                  <a:pt x="f556" y="f570"/>
                </a:cubicBezTo>
                <a:cubicBezTo>
                  <a:pt x="f621" y="f570"/>
                  <a:pt x="f617" y="f615"/>
                  <a:pt x="f622" y="f570"/>
                </a:cubicBezTo>
                <a:cubicBezTo>
                  <a:pt x="f623" y="f570"/>
                  <a:pt x="f624" y="f625"/>
                  <a:pt x="f626" y="f568"/>
                </a:cubicBezTo>
                <a:cubicBezTo>
                  <a:pt x="f624" y="f572"/>
                  <a:pt x="f627" y="f628"/>
                  <a:pt x="f629" y="f630"/>
                </a:cubicBezTo>
                <a:cubicBezTo>
                  <a:pt x="f629" y="f577"/>
                  <a:pt x="f631" y="f579"/>
                  <a:pt x="f617" y="f586"/>
                </a:cubicBezTo>
                <a:cubicBezTo>
                  <a:pt x="f618" y="f611"/>
                  <a:pt x="f619" y="f592"/>
                  <a:pt x="f556" y="f632"/>
                </a:cubicBezTo>
                <a:cubicBezTo>
                  <a:pt x="f556" y="f632"/>
                  <a:pt x="f620" y="f633"/>
                  <a:pt x="f619" y="f633"/>
                </a:cubicBezTo>
                <a:cubicBezTo>
                  <a:pt x="f617" y="f632"/>
                  <a:pt x="f627" y="f634"/>
                  <a:pt x="f624" y="f595"/>
                </a:cubicBezTo>
                <a:cubicBezTo>
                  <a:pt x="f635" y="f636"/>
                  <a:pt x="f629" y="f637"/>
                  <a:pt x="f638" y="f639"/>
                </a:cubicBezTo>
                <a:cubicBezTo>
                  <a:pt x="f640" y="f641"/>
                  <a:pt x="f642" y="f643"/>
                  <a:pt x="f644" y="f645"/>
                </a:cubicBezTo>
                <a:cubicBezTo>
                  <a:pt x="f646" y="f647"/>
                  <a:pt x="f629" y="f472"/>
                  <a:pt x="f648" y="f472"/>
                </a:cubicBezTo>
                <a:cubicBezTo>
                  <a:pt x="f649" y="f460"/>
                  <a:pt x="f650" y="f651"/>
                  <a:pt x="f652" y="f653"/>
                </a:cubicBezTo>
                <a:cubicBezTo>
                  <a:pt x="f654" y="f653"/>
                  <a:pt x="f655" y="f653"/>
                  <a:pt x="f656" y="f454"/>
                </a:cubicBezTo>
                <a:cubicBezTo>
                  <a:pt x="f657" y="f658"/>
                  <a:pt x="f659" y="f468"/>
                  <a:pt x="f660" y="f486"/>
                </a:cubicBezTo>
                <a:cubicBezTo>
                  <a:pt x="f661" y="f662"/>
                  <a:pt x="f663" y="f641"/>
                  <a:pt x="f664" y="f490"/>
                </a:cubicBezTo>
                <a:cubicBezTo>
                  <a:pt x="f664" y="f643"/>
                  <a:pt x="f664" y="f665"/>
                  <a:pt x="f664" y="f471"/>
                </a:cubicBezTo>
                <a:cubicBezTo>
                  <a:pt x="f666" y="f667"/>
                  <a:pt x="f668" y="f669"/>
                  <a:pt x="f670" y="f671"/>
                </a:cubicBezTo>
                <a:cubicBezTo>
                  <a:pt x="f672" y="f669"/>
                  <a:pt x="f672" y="f667"/>
                  <a:pt x="f673" y="f667"/>
                </a:cubicBezTo>
                <a:cubicBezTo>
                  <a:pt x="f673" y="f662"/>
                  <a:pt x="f673" y="f674"/>
                  <a:pt x="f675" y="f482"/>
                </a:cubicBezTo>
                <a:cubicBezTo>
                  <a:pt x="f675" y="f458"/>
                  <a:pt x="f676" y="f478"/>
                  <a:pt x="f677" y="f462"/>
                </a:cubicBezTo>
                <a:cubicBezTo>
                  <a:pt x="f678" y="f462"/>
                  <a:pt x="f679" y="f460"/>
                  <a:pt x="f680" y="f468"/>
                </a:cubicBezTo>
                <a:cubicBezTo>
                  <a:pt x="f681" y="f482"/>
                  <a:pt x="f682" y="f674"/>
                  <a:pt x="f683" y="f684"/>
                </a:cubicBezTo>
                <a:cubicBezTo>
                  <a:pt x="f685" y="f459"/>
                  <a:pt x="f686" y="f687"/>
                  <a:pt x="f688" y="f457"/>
                </a:cubicBezTo>
                <a:cubicBezTo>
                  <a:pt x="f689" y="f651"/>
                  <a:pt x="f690" y="f691"/>
                  <a:pt x="f692" y="f463"/>
                </a:cubicBezTo>
                <a:cubicBezTo>
                  <a:pt x="f693" y="f466"/>
                  <a:pt x="f694" y="f658"/>
                  <a:pt x="f695" y="f696"/>
                </a:cubicBezTo>
                <a:cubicBezTo>
                  <a:pt x="f697" y="f457"/>
                  <a:pt x="f698" y="f699"/>
                  <a:pt x="f700" y="f651"/>
                </a:cubicBezTo>
                <a:cubicBezTo>
                  <a:pt x="f701" y="f696"/>
                  <a:pt x="f702" y="f653"/>
                  <a:pt x="f703" y="f56"/>
                </a:cubicBezTo>
                <a:cubicBezTo>
                  <a:pt x="f704" y="f456"/>
                  <a:pt x="f705" y="f46"/>
                  <a:pt x="f706" y="f56"/>
                </a:cubicBezTo>
                <a:cubicBezTo>
                  <a:pt x="f707" y="f58"/>
                  <a:pt x="f708" y="f709"/>
                  <a:pt x="f707" y="f696"/>
                </a:cubicBezTo>
                <a:cubicBezTo>
                  <a:pt x="f705" y="f463"/>
                  <a:pt x="f710" y="f674"/>
                  <a:pt x="f711" y="f665"/>
                </a:cubicBezTo>
                <a:cubicBezTo>
                  <a:pt x="f711" y="f647"/>
                  <a:pt x="f712" y="f47"/>
                  <a:pt x="f713" y="f47"/>
                </a:cubicBezTo>
                <a:cubicBezTo>
                  <a:pt x="f714" y="f641"/>
                  <a:pt x="f714" y="f645"/>
                  <a:pt x="f715" y="f637"/>
                </a:cubicBezTo>
                <a:cubicBezTo>
                  <a:pt x="f716" y="f598"/>
                  <a:pt x="f716" y="f717"/>
                  <a:pt x="f718" y="f595"/>
                </a:cubicBezTo>
                <a:cubicBezTo>
                  <a:pt x="f718" y="f719"/>
                  <a:pt x="f720" y="f593"/>
                  <a:pt x="f720" y="f593"/>
                </a:cubicBezTo>
                <a:cubicBezTo>
                  <a:pt x="f721" y="f590"/>
                  <a:pt x="f722" y="f723"/>
                  <a:pt x="f724" y="f723"/>
                </a:cubicBezTo>
                <a:cubicBezTo>
                  <a:pt x="f725" y="f49"/>
                  <a:pt x="f722" y="f726"/>
                  <a:pt x="f721" y="f727"/>
                </a:cubicBezTo>
                <a:cubicBezTo>
                  <a:pt x="f728" y="f729"/>
                  <a:pt x="f730" y="f628"/>
                  <a:pt x="f731" y="f570"/>
                </a:cubicBezTo>
                <a:cubicBezTo>
                  <a:pt x="f731" y="f561"/>
                  <a:pt x="f732" y="f563"/>
                  <a:pt x="f733" y="f734"/>
                </a:cubicBezTo>
                <a:cubicBezTo>
                  <a:pt x="f735" y="f561"/>
                  <a:pt x="f736" y="f498"/>
                  <a:pt x="f735" y="f519"/>
                </a:cubicBezTo>
                <a:cubicBezTo>
                  <a:pt x="f737" y="f738"/>
                  <a:pt x="f739" y="f125"/>
                  <a:pt x="f737" y="f503"/>
                </a:cubicBezTo>
                <a:cubicBezTo>
                  <a:pt x="f735" y="f140"/>
                  <a:pt x="f740" y="f133"/>
                  <a:pt x="f739" y="f131"/>
                </a:cubicBezTo>
                <a:cubicBezTo>
                  <a:pt x="f740" y="f131"/>
                  <a:pt x="f737" y="f131"/>
                  <a:pt x="f735" y="f531"/>
                </a:cubicBezTo>
                <a:cubicBezTo>
                  <a:pt x="f741" y="f113"/>
                  <a:pt x="f742" y="f533"/>
                  <a:pt x="f743" y="f744"/>
                </a:cubicBezTo>
                <a:cubicBezTo>
                  <a:pt x="f745" y="f121"/>
                  <a:pt x="f742" y="f746"/>
                  <a:pt x="f741" y="f536"/>
                </a:cubicBezTo>
                <a:cubicBezTo>
                  <a:pt x="f740" y="f747"/>
                  <a:pt x="f748" y="f749"/>
                  <a:pt x="f731" y="f548"/>
                </a:cubicBezTo>
                <a:cubicBezTo>
                  <a:pt x="f748" y="f150"/>
                  <a:pt x="f748" y="f750"/>
                  <a:pt x="f751" y="f752"/>
                </a:cubicBezTo>
                <a:cubicBezTo>
                  <a:pt x="f753" y="f105"/>
                  <a:pt x="f754" y="f755"/>
                  <a:pt x="f714" y="f756"/>
                </a:cubicBezTo>
                <a:cubicBezTo>
                  <a:pt x="f720" y="f756"/>
                  <a:pt x="f757" y="f758"/>
                  <a:pt x="f716" y="f101"/>
                </a:cubicBezTo>
                <a:cubicBezTo>
                  <a:pt x="f715" y="f94"/>
                  <a:pt x="f759" y="f760"/>
                  <a:pt x="f761" y="f171"/>
                </a:cubicBezTo>
                <a:cubicBezTo>
                  <a:pt x="f762" y="f92"/>
                  <a:pt x="f725" y="f90"/>
                  <a:pt x="f725" y="f178"/>
                </a:cubicBezTo>
                <a:cubicBezTo>
                  <a:pt x="f763" y="f764"/>
                  <a:pt x="f722" y="f765"/>
                  <a:pt x="f754" y="f766"/>
                </a:cubicBezTo>
                <a:cubicBezTo>
                  <a:pt x="f721" y="f767"/>
                  <a:pt x="f721" y="f767"/>
                  <a:pt x="f768" y="f162"/>
                </a:cubicBezTo>
                <a:cubicBezTo>
                  <a:pt x="f768" y="f769"/>
                  <a:pt x="f768" y="f186"/>
                  <a:pt x="f768" y="f770"/>
                </a:cubicBezTo>
                <a:cubicBezTo>
                  <a:pt x="f771" y="f770"/>
                  <a:pt x="f772" y="f770"/>
                  <a:pt x="f736" y="f770"/>
                </a:cubicBezTo>
                <a:cubicBezTo>
                  <a:pt x="f773" y="f55"/>
                  <a:pt x="f735" y="f774"/>
                  <a:pt x="f737" y="f195"/>
                </a:cubicBezTo>
                <a:cubicBezTo>
                  <a:pt x="f741" y="f195"/>
                  <a:pt x="f745" y="f195"/>
                  <a:pt x="f775" y="f776"/>
                </a:cubicBezTo>
                <a:cubicBezTo>
                  <a:pt x="f777" y="f57"/>
                  <a:pt x="f778" y="f779"/>
                  <a:pt x="f780" y="f781"/>
                </a:cubicBezTo>
                <a:cubicBezTo>
                  <a:pt x="f782" y="f781"/>
                  <a:pt x="f783" y="f198"/>
                  <a:pt x="f784" y="f81"/>
                </a:cubicBezTo>
                <a:cubicBezTo>
                  <a:pt x="f783" y="f200"/>
                  <a:pt x="f785" y="f786"/>
                  <a:pt x="f787" y="f788"/>
                </a:cubicBezTo>
                <a:cubicBezTo>
                  <a:pt x="f789" y="f790"/>
                  <a:pt x="f743" y="f791"/>
                  <a:pt x="f737" y="f206"/>
                </a:cubicBezTo>
                <a:cubicBezTo>
                  <a:pt x="f792" y="f793"/>
                  <a:pt x="f745" y="f794"/>
                  <a:pt x="f795" y="f796"/>
                </a:cubicBezTo>
                <a:cubicBezTo>
                  <a:pt x="f775" y="f797"/>
                  <a:pt x="f795" y="f798"/>
                  <a:pt x="f743" y="f78"/>
                </a:cubicBezTo>
                <a:cubicBezTo>
                  <a:pt x="f795" y="f799"/>
                  <a:pt x="f800" y="f801"/>
                  <a:pt x="f775" y="f802"/>
                </a:cubicBezTo>
                <a:cubicBezTo>
                  <a:pt x="f743" y="f803"/>
                  <a:pt x="f804" y="f221"/>
                  <a:pt x="f805" y="f806"/>
                </a:cubicBezTo>
                <a:cubicBezTo>
                  <a:pt x="f795" y="f224"/>
                  <a:pt x="f735" y="f807"/>
                  <a:pt x="f808" y="f809"/>
                </a:cubicBezTo>
                <a:cubicBezTo>
                  <a:pt x="f771" y="f806"/>
                  <a:pt x="f732" y="f810"/>
                  <a:pt x="f768" y="f811"/>
                </a:cubicBezTo>
                <a:cubicBezTo>
                  <a:pt x="f768" y="f75"/>
                  <a:pt x="f751" y="f222"/>
                  <a:pt x="f724" y="f809"/>
                </a:cubicBezTo>
                <a:cubicBezTo>
                  <a:pt x="f721" y="f75"/>
                  <a:pt x="f714" y="f72"/>
                  <a:pt x="f812" y="f813"/>
                </a:cubicBezTo>
                <a:cubicBezTo>
                  <a:pt x="f713" y="f75"/>
                  <a:pt x="f712" y="f814"/>
                  <a:pt x="f815" y="f816"/>
                </a:cubicBezTo>
                <a:cubicBezTo>
                  <a:pt x="f710" y="f817"/>
                  <a:pt x="f708" y="f818"/>
                  <a:pt x="f707" y="f819"/>
                </a:cubicBezTo>
                <a:cubicBezTo>
                  <a:pt x="f820" y="f806"/>
                  <a:pt x="f821" y="f72"/>
                  <a:pt x="f703" y="f822"/>
                </a:cubicBezTo>
                <a:cubicBezTo>
                  <a:pt x="f823" y="f824"/>
                  <a:pt x="f825" y="f826"/>
                  <a:pt x="f827" y="f828"/>
                </a:cubicBezTo>
                <a:cubicBezTo>
                  <a:pt x="f829" y="f793"/>
                  <a:pt x="f827" y="f830"/>
                  <a:pt x="f831" y="f203"/>
                </a:cubicBezTo>
                <a:cubicBezTo>
                  <a:pt x="f831" y="f832"/>
                  <a:pt x="f833" y="f59"/>
                  <a:pt x="f834" y="f788"/>
                </a:cubicBezTo>
                <a:cubicBezTo>
                  <a:pt x="f701" y="f835"/>
                  <a:pt x="f697" y="f57"/>
                  <a:pt x="f836" y="f837"/>
                </a:cubicBezTo>
                <a:cubicBezTo>
                  <a:pt x="f693" y="f776"/>
                  <a:pt x="f838" y="f776"/>
                  <a:pt x="f692" y="f776"/>
                </a:cubicBezTo>
                <a:cubicBezTo>
                  <a:pt x="f839" y="f195"/>
                  <a:pt x="f840" y="f841"/>
                  <a:pt x="f688" y="f842"/>
                </a:cubicBezTo>
                <a:cubicBezTo>
                  <a:pt x="f843" y="f844"/>
                  <a:pt x="f845" y="f770"/>
                  <a:pt x="f846" y="f84"/>
                </a:cubicBezTo>
                <a:cubicBezTo>
                  <a:pt x="f678" y="f192"/>
                  <a:pt x="f847" y="f192"/>
                  <a:pt x="f848" y="f186"/>
                </a:cubicBezTo>
                <a:cubicBezTo>
                  <a:pt x="f663" y="f837"/>
                  <a:pt x="f849" y="f781"/>
                  <a:pt x="f850" y="f203"/>
                </a:cubicBezTo>
                <a:cubicBezTo>
                  <a:pt x="f851" y="f826"/>
                  <a:pt x="f843" y="f72"/>
                  <a:pt x="f693" y="f816"/>
                </a:cubicBezTo>
                <a:cubicBezTo>
                  <a:pt x="f829" y="f852"/>
                  <a:pt x="f710" y="f853"/>
                  <a:pt x="f721" y="f259"/>
                </a:cubicBezTo>
                <a:cubicBezTo>
                  <a:pt x="f732" y="f266"/>
                  <a:pt x="f740" y="f271"/>
                  <a:pt x="f743" y="f854"/>
                </a:cubicBezTo>
                <a:cubicBezTo>
                  <a:pt x="f804" y="f855"/>
                  <a:pt x="f856" y="f857"/>
                  <a:pt x="f783" y="f858"/>
                </a:cubicBezTo>
                <a:cubicBezTo>
                  <a:pt x="f859" y="f285"/>
                  <a:pt x="f860" y="f285"/>
                  <a:pt x="f861" y="f335"/>
                </a:cubicBezTo>
                <a:cubicBezTo>
                  <a:pt x="f862" y="f863"/>
                  <a:pt x="f864" y="f280"/>
                  <a:pt x="f865" y="f866"/>
                </a:cubicBezTo>
                <a:cubicBezTo>
                  <a:pt x="f867" y="f868"/>
                  <a:pt x="f867" y="f869"/>
                  <a:pt x="f870" y="f871"/>
                </a:cubicBezTo>
                <a:cubicBezTo>
                  <a:pt x="f872" y="f273"/>
                  <a:pt x="f7" y="f873"/>
                  <a:pt x="f874" y="f283"/>
                </a:cubicBezTo>
                <a:cubicBezTo>
                  <a:pt x="f864" y="f284"/>
                  <a:pt x="f870" y="f875"/>
                  <a:pt x="f876" y="f435"/>
                </a:cubicBezTo>
                <a:cubicBezTo>
                  <a:pt x="f877" y="f286"/>
                  <a:pt x="f860" y="f333"/>
                  <a:pt x="f878" y="f286"/>
                </a:cubicBezTo>
                <a:cubicBezTo>
                  <a:pt x="f879" y="f286"/>
                  <a:pt x="f859" y="f333"/>
                  <a:pt x="f880" y="f337"/>
                </a:cubicBezTo>
                <a:cubicBezTo>
                  <a:pt x="f881" y="f453"/>
                  <a:pt x="f882" y="f883"/>
                  <a:pt x="f884" y="f320"/>
                </a:cubicBezTo>
                <a:cubicBezTo>
                  <a:pt x="f885" y="f886"/>
                  <a:pt x="f887" y="f888"/>
                  <a:pt x="f876" y="f889"/>
                </a:cubicBezTo>
                <a:cubicBezTo>
                  <a:pt x="f890" y="f398"/>
                  <a:pt x="f887" y="f891"/>
                  <a:pt x="f892" y="f893"/>
                </a:cubicBezTo>
                <a:cubicBezTo>
                  <a:pt x="f894" y="f501"/>
                  <a:pt x="f895" y="f8"/>
                  <a:pt x="f896" y="f377"/>
                </a:cubicBezTo>
                <a:cubicBezTo>
                  <a:pt x="f897" y="f898"/>
                  <a:pt x="f899" y="f379"/>
                  <a:pt x="f900" y="f901"/>
                </a:cubicBezTo>
                <a:cubicBezTo>
                  <a:pt x="f902" y="f368"/>
                  <a:pt x="f900" y="f366"/>
                  <a:pt x="f899" y="f497"/>
                </a:cubicBezTo>
                <a:cubicBezTo>
                  <a:pt x="f903" y="f904"/>
                  <a:pt x="f905" y="f906"/>
                  <a:pt x="f907" y="f399"/>
                </a:cubicBezTo>
                <a:cubicBezTo>
                  <a:pt x="f908" y="f398"/>
                  <a:pt x="f908" y="f909"/>
                  <a:pt x="f897" y="f373"/>
                </a:cubicBezTo>
                <a:cubicBezTo>
                  <a:pt x="f907" y="f910"/>
                  <a:pt x="f860" y="f898"/>
                  <a:pt x="f911" y="f912"/>
                </a:cubicBezTo>
                <a:cubicBezTo>
                  <a:pt x="f861" y="f381"/>
                  <a:pt x="f913" y="f398"/>
                  <a:pt x="f914" y="f400"/>
                </a:cubicBezTo>
                <a:cubicBezTo>
                  <a:pt x="f861" y="f345"/>
                  <a:pt x="f915" y="f916"/>
                  <a:pt x="f860" y="f420"/>
                </a:cubicBezTo>
                <a:cubicBezTo>
                  <a:pt x="f917" y="f300"/>
                  <a:pt x="f881" y="f303"/>
                  <a:pt x="f918" y="f294"/>
                </a:cubicBezTo>
                <a:cubicBezTo>
                  <a:pt x="f903" y="f919"/>
                  <a:pt x="f920" y="f875"/>
                  <a:pt x="f921" y="f858"/>
                </a:cubicBezTo>
                <a:cubicBezTo>
                  <a:pt x="f745" y="f922"/>
                  <a:pt x="f740" y="f923"/>
                  <a:pt x="f924" y="f271"/>
                </a:cubicBezTo>
                <a:cubicBezTo>
                  <a:pt x="f718" y="f259"/>
                  <a:pt x="f925" y="f926"/>
                  <a:pt x="f694" y="f927"/>
                </a:cubicBezTo>
                <a:cubicBezTo>
                  <a:pt x="f928" y="f929"/>
                  <a:pt x="f851" y="f930"/>
                  <a:pt x="f673" y="f931"/>
                </a:cubicBezTo>
                <a:cubicBezTo>
                  <a:pt x="f932" y="f933"/>
                  <a:pt x="f934" y="f83"/>
                  <a:pt x="f659" y="f769"/>
                </a:cubicBezTo>
                <a:cubicBezTo>
                  <a:pt x="f935" y="f936"/>
                  <a:pt x="f937" y="f162"/>
                  <a:pt x="f938" y="f767"/>
                </a:cubicBezTo>
                <a:cubicBezTo>
                  <a:pt x="f939" y="f165"/>
                  <a:pt x="f940" y="f176"/>
                  <a:pt x="f941" y="f758"/>
                </a:cubicBezTo>
                <a:cubicBezTo>
                  <a:pt x="f942" y="f99"/>
                  <a:pt x="f943" y="f99"/>
                  <a:pt x="f944" y="f90"/>
                </a:cubicBezTo>
                <a:cubicBezTo>
                  <a:pt x="f945" y="f167"/>
                  <a:pt x="f946" y="f765"/>
                  <a:pt x="f947" y="f948"/>
                </a:cubicBezTo>
                <a:cubicBezTo>
                  <a:pt x="f947" y="f159"/>
                  <a:pt x="f947" y="f86"/>
                  <a:pt x="f947" y="f182"/>
                </a:cubicBezTo>
                <a:cubicBezTo>
                  <a:pt x="f946" y="f949"/>
                  <a:pt x="f950" y="f951"/>
                  <a:pt x="f952" y="f767"/>
                </a:cubicBezTo>
                <a:cubicBezTo>
                  <a:pt x="f953" y="f162"/>
                  <a:pt x="f954" y="f162"/>
                  <a:pt x="f954" y="f194"/>
                </a:cubicBezTo>
                <a:cubicBezTo>
                  <a:pt x="f954" y="f770"/>
                  <a:pt x="f955" y="f956"/>
                  <a:pt x="f957" y="f844"/>
                </a:cubicBezTo>
                <a:cubicBezTo>
                  <a:pt x="f955" y="f774"/>
                  <a:pt x="f958" y="f841"/>
                  <a:pt x="f942" y="f776"/>
                </a:cubicBezTo>
                <a:cubicBezTo>
                  <a:pt x="f953" y="f83"/>
                  <a:pt x="f959" y="f960"/>
                  <a:pt x="f535" y="f961"/>
                </a:cubicBezTo>
                <a:cubicBezTo>
                  <a:pt x="f962" y="f779"/>
                  <a:pt x="f963" y="f57"/>
                  <a:pt x="f964" y="f788"/>
                </a:cubicBezTo>
                <a:cubicBezTo>
                  <a:pt x="f965" y="f203"/>
                  <a:pt x="f541" y="f966"/>
                  <a:pt x="f967" y="f931"/>
                </a:cubicBezTo>
                <a:cubicBezTo>
                  <a:pt x="f539" y="f796"/>
                  <a:pt x="f963" y="f968"/>
                  <a:pt x="f947" y="f63"/>
                </a:cubicBezTo>
                <a:cubicBezTo>
                  <a:pt x="f969" y="f801"/>
                  <a:pt x="f965" y="f970"/>
                  <a:pt x="f971" y="f972"/>
                </a:cubicBezTo>
                <a:cubicBezTo>
                  <a:pt x="f544" y="f66"/>
                  <a:pt x="f604" y="f803"/>
                  <a:pt x="f605" y="f807"/>
                </a:cubicBezTo>
                <a:cubicBezTo>
                  <a:pt x="f605" y="f219"/>
                  <a:pt x="f973" y="f221"/>
                  <a:pt x="f543" y="f73"/>
                </a:cubicBezTo>
                <a:cubicBezTo>
                  <a:pt x="f974" y="f75"/>
                  <a:pt x="f974" y="f810"/>
                  <a:pt x="f975" y="f814"/>
                </a:cubicBezTo>
                <a:cubicBezTo>
                  <a:pt x="f976" y="f929"/>
                  <a:pt x="f965" y="f818"/>
                  <a:pt x="f977" y="f817"/>
                </a:cubicBezTo>
                <a:cubicBezTo>
                  <a:pt x="f978" y="f979"/>
                  <a:pt x="f606" y="f980"/>
                  <a:pt x="f947" y="f981"/>
                </a:cubicBezTo>
                <a:cubicBezTo>
                  <a:pt x="f976" y="f982"/>
                  <a:pt x="f543" y="f231"/>
                  <a:pt x="f977" y="f233"/>
                </a:cubicBezTo>
                <a:cubicBezTo>
                  <a:pt x="f544" y="f983"/>
                  <a:pt x="f964" y="f237"/>
                  <a:pt x="f984" y="f239"/>
                </a:cubicBezTo>
                <a:cubicBezTo>
                  <a:pt x="f601" y="f985"/>
                  <a:pt x="f545" y="f242"/>
                  <a:pt x="f601" y="f986"/>
                </a:cubicBezTo>
                <a:cubicBezTo>
                  <a:pt x="f984" y="f243"/>
                  <a:pt x="f964" y="f243"/>
                  <a:pt x="f978" y="f243"/>
                </a:cubicBezTo>
                <a:cubicBezTo>
                  <a:pt x="f963" y="f987"/>
                  <a:pt x="f974" y="f242"/>
                  <a:pt x="f537" y="f988"/>
                </a:cubicBezTo>
                <a:cubicBezTo>
                  <a:pt x="f989" y="f990"/>
                  <a:pt x="f952" y="f988"/>
                  <a:pt x="f952" y="f991"/>
                </a:cubicBezTo>
                <a:cubicBezTo>
                  <a:pt x="f952" y="f992"/>
                  <a:pt x="f953" y="f245"/>
                  <a:pt x="f941" y="f992"/>
                </a:cubicBezTo>
                <a:cubicBezTo>
                  <a:pt x="f530" y="f991"/>
                  <a:pt x="f530" y="f991"/>
                  <a:pt x="f993" y="f994"/>
                </a:cubicBezTo>
                <a:cubicBezTo>
                  <a:pt x="f524" y="f233"/>
                  <a:pt x="f995" y="f996"/>
                  <a:pt x="f997" y="f998"/>
                </a:cubicBezTo>
                <a:cubicBezTo>
                  <a:pt x="f999" y="f1000"/>
                  <a:pt x="f1001" y="f226"/>
                  <a:pt x="f1002" y="f1003"/>
                </a:cubicBezTo>
                <a:cubicBezTo>
                  <a:pt x="f1004" y="f814"/>
                  <a:pt x="f1005" y="f1003"/>
                  <a:pt x="f1005" y="f1006"/>
                </a:cubicBezTo>
                <a:cubicBezTo>
                  <a:pt x="f1007" y="f1008"/>
                  <a:pt x="f1009" y="f230"/>
                  <a:pt x="f518" y="f982"/>
                </a:cubicBezTo>
                <a:cubicBezTo>
                  <a:pt x="f1010" y="f234"/>
                  <a:pt x="f1011" y="f1012"/>
                  <a:pt x="f1013" y="f988"/>
                </a:cubicBezTo>
                <a:cubicBezTo>
                  <a:pt x="f520" y="f991"/>
                  <a:pt x="f1014" y="f1015"/>
                  <a:pt x="f1016" y="f1017"/>
                </a:cubicBezTo>
                <a:cubicBezTo>
                  <a:pt x="f1018" y="f249"/>
                  <a:pt x="f1018" y="f853"/>
                  <a:pt x="f1018" y="f853"/>
                </a:cubicBezTo>
                <a:cubicBezTo>
                  <a:pt x="f1018" y="f1019"/>
                  <a:pt x="f1018" y="f1020"/>
                  <a:pt x="f1018" y="f1021"/>
                </a:cubicBezTo>
                <a:cubicBezTo>
                  <a:pt x="f1010" y="f1022"/>
                  <a:pt x="f1002" y="f262"/>
                  <a:pt x="f518" y="f266"/>
                </a:cubicBezTo>
                <a:cubicBezTo>
                  <a:pt x="f1004" y="f264"/>
                  <a:pt x="f1023" y="f479"/>
                  <a:pt x="f512" y="f260"/>
                </a:cubicBezTo>
                <a:cubicBezTo>
                  <a:pt x="f1024" y="f1022"/>
                  <a:pt x="f1024" y="f483"/>
                  <a:pt x="f1025" y="f1026"/>
                </a:cubicBezTo>
                <a:cubicBezTo>
                  <a:pt x="f1025" y="f483"/>
                  <a:pt x="f1027" y="f483"/>
                  <a:pt x="f1028" y="f483"/>
                </a:cubicBezTo>
                <a:cubicBezTo>
                  <a:pt x="f1028" y="f1029"/>
                  <a:pt x="f1027" y="f265"/>
                  <a:pt x="f1028" y="f475"/>
                </a:cubicBezTo>
                <a:cubicBezTo>
                  <a:pt x="f1028" y="f268"/>
                  <a:pt x="f1028" y="f871"/>
                  <a:pt x="f510" y="f871"/>
                </a:cubicBezTo>
                <a:cubicBezTo>
                  <a:pt x="f1030" y="f270"/>
                  <a:pt x="f1031" y="f871"/>
                  <a:pt x="f509" y="f473"/>
                </a:cubicBezTo>
                <a:cubicBezTo>
                  <a:pt x="f1032" y="f1033"/>
                  <a:pt x="f1034" y="f1035"/>
                  <a:pt x="f1036" y="f475"/>
                </a:cubicBezTo>
                <a:cubicBezTo>
                  <a:pt x="f1037" y="f871"/>
                  <a:pt x="f504" y="f1038"/>
                  <a:pt x="f1039" y="f470"/>
                </a:cubicBezTo>
                <a:cubicBezTo>
                  <a:pt x="f1040" y="f279"/>
                  <a:pt x="f8" y="f279"/>
                  <a:pt x="f910" y="f276"/>
                </a:cubicBezTo>
                <a:cubicBezTo>
                  <a:pt x="f1041" y="f467"/>
                  <a:pt x="f1042" y="f470"/>
                  <a:pt x="f379" y="f464"/>
                </a:cubicBezTo>
                <a:cubicBezTo>
                  <a:pt x="f1043" y="f467"/>
                  <a:pt x="f375" y="f1044"/>
                  <a:pt x="f912" y="f923"/>
                </a:cubicBezTo>
                <a:cubicBezTo>
                  <a:pt x="f893" y="f855"/>
                  <a:pt x="f371" y="f432"/>
                  <a:pt x="f1045" y="f433"/>
                </a:cubicBezTo>
                <a:cubicBezTo>
                  <a:pt x="f391" y="f432"/>
                  <a:pt x="f497" y="f855"/>
                  <a:pt x="f906" y="f279"/>
                </a:cubicBezTo>
                <a:cubicBezTo>
                  <a:pt x="f400" y="f276"/>
                  <a:pt x="f408" y="f274"/>
                  <a:pt x="f1046" y="f277"/>
                </a:cubicBezTo>
                <a:cubicBezTo>
                  <a:pt x="f1047" y="f854"/>
                  <a:pt x="f350" y="f873"/>
                  <a:pt x="f1048" y="f467"/>
                </a:cubicBezTo>
                <a:cubicBezTo>
                  <a:pt x="f1049" y="f273"/>
                  <a:pt x="f345" y="f869"/>
                  <a:pt x="f345" y="f268"/>
                </a:cubicBezTo>
                <a:cubicBezTo>
                  <a:pt x="f1050" y="f1051"/>
                  <a:pt x="f412" y="f871"/>
                  <a:pt x="f1052" y="f270"/>
                </a:cubicBezTo>
                <a:cubicBezTo>
                  <a:pt x="f1053" y="f869"/>
                  <a:pt x="f413" y="f1054"/>
                  <a:pt x="f1055" y="f271"/>
                </a:cubicBezTo>
                <a:cubicBezTo>
                  <a:pt x="f886" y="f489"/>
                  <a:pt x="f1056" y="f473"/>
                  <a:pt x="f1056" y="f1035"/>
                </a:cubicBezTo>
                <a:cubicBezTo>
                  <a:pt x="f1057" y="f1058"/>
                  <a:pt x="f1059" y="f476"/>
                  <a:pt x="f1060" y="f262"/>
                </a:cubicBezTo>
                <a:cubicBezTo>
                  <a:pt x="f342" y="f262"/>
                  <a:pt x="f342" y="f480"/>
                  <a:pt x="f342" y="f483"/>
                </a:cubicBezTo>
                <a:cubicBezTo>
                  <a:pt x="f342" y="f259"/>
                  <a:pt x="f342" y="f485"/>
                  <a:pt x="f342" y="f1061"/>
                </a:cubicBezTo>
                <a:cubicBezTo>
                  <a:pt x="f319" y="f485"/>
                  <a:pt x="f322" y="f259"/>
                  <a:pt x="f883" y="f1022"/>
                </a:cubicBezTo>
                <a:cubicBezTo>
                  <a:pt x="f883" y="f1062"/>
                  <a:pt x="f315" y="f1063"/>
                  <a:pt x="f315" y="f253"/>
                </a:cubicBezTo>
                <a:cubicBezTo>
                  <a:pt x="f315" y="f252"/>
                  <a:pt x="f301" y="f250"/>
                  <a:pt x="f883" y="f249"/>
                </a:cubicBezTo>
                <a:cubicBezTo>
                  <a:pt x="f883" y="f247"/>
                  <a:pt x="f306" y="f992"/>
                  <a:pt x="f493" y="f1064"/>
                </a:cubicBezTo>
                <a:cubicBezTo>
                  <a:pt x="f315" y="f991"/>
                  <a:pt x="f305" y="f991"/>
                  <a:pt x="f312" y="f1065"/>
                </a:cubicBezTo>
                <a:cubicBezTo>
                  <a:pt x="f312" y="f986"/>
                  <a:pt x="f305" y="f1066"/>
                  <a:pt x="f301" y="f239"/>
                </a:cubicBezTo>
                <a:cubicBezTo>
                  <a:pt x="f308" y="f1067"/>
                  <a:pt x="f322" y="f1068"/>
                  <a:pt x="f448" y="f1069"/>
                </a:cubicBezTo>
                <a:cubicBezTo>
                  <a:pt x="f417" y="f1070"/>
                  <a:pt x="f416" y="f817"/>
                  <a:pt x="f1071" y="f819"/>
                </a:cubicBezTo>
                <a:cubicBezTo>
                  <a:pt x="f342" y="f814"/>
                  <a:pt x="f1072" y="f809"/>
                  <a:pt x="f1073" y="f1074"/>
                </a:cubicBezTo>
                <a:cubicBezTo>
                  <a:pt x="f420" y="f806"/>
                  <a:pt x="f448" y="f1074"/>
                  <a:pt x="f449" y="f809"/>
                </a:cubicBezTo>
                <a:cubicBezTo>
                  <a:pt x="f299" y="f814"/>
                  <a:pt x="f308" y="f818"/>
                  <a:pt x="f303" y="f1000"/>
                </a:cubicBezTo>
                <a:cubicBezTo>
                  <a:pt x="f296" y="f998"/>
                  <a:pt x="f1075" y="f982"/>
                  <a:pt x="f286" y="f927"/>
                </a:cubicBezTo>
                <a:cubicBezTo>
                  <a:pt x="f455" y="f983"/>
                  <a:pt x="f1076" y="f994"/>
                  <a:pt x="f1077" y="f1067"/>
                </a:cubicBezTo>
                <a:cubicBezTo>
                  <a:pt x="f284" y="f1078"/>
                  <a:pt x="f430" y="f1068"/>
                  <a:pt x="f1079" y="f233"/>
                </a:cubicBezTo>
                <a:cubicBezTo>
                  <a:pt x="f431" y="f234"/>
                  <a:pt x="f277" y="f994"/>
                  <a:pt x="f866" y="f1067"/>
                </a:cubicBezTo>
                <a:cubicBezTo>
                  <a:pt x="f1038" y="f235"/>
                  <a:pt x="f1054" y="f235"/>
                  <a:pt x="f489" y="f1067"/>
                </a:cubicBezTo>
                <a:cubicBezTo>
                  <a:pt x="f270" y="f994"/>
                  <a:pt x="f489" y="f927"/>
                  <a:pt x="f489" y="f1078"/>
                </a:cubicBezTo>
                <a:cubicBezTo>
                  <a:pt x="f1054" y="f998"/>
                  <a:pt x="f271" y="f818"/>
                  <a:pt x="f1080" y="f222"/>
                </a:cubicBezTo>
                <a:cubicBezTo>
                  <a:pt x="f1054" y="f222"/>
                  <a:pt x="f489" y="f810"/>
                  <a:pt x="f473" y="f810"/>
                </a:cubicBezTo>
                <a:cubicBezTo>
                  <a:pt x="f268" y="f72"/>
                  <a:pt x="f473" y="f813"/>
                  <a:pt x="f489" y="f77"/>
                </a:cubicBezTo>
                <a:cubicBezTo>
                  <a:pt x="f274" y="f826"/>
                  <a:pt x="f1081" y="f1082"/>
                  <a:pt x="f475" y="f797"/>
                </a:cubicBezTo>
                <a:cubicBezTo>
                  <a:pt x="f266" y="f968"/>
                  <a:pt x="f265" y="f968"/>
                  <a:pt x="f477" y="f796"/>
                </a:cubicBezTo>
                <a:cubicBezTo>
                  <a:pt x="f265" y="f1083"/>
                  <a:pt x="f489" y="f203"/>
                  <a:pt x="f470" y="f933"/>
                </a:cubicBezTo>
                <a:cubicBezTo>
                  <a:pt x="f271" y="f198"/>
                  <a:pt x="f1080" y="f1084"/>
                  <a:pt x="f470" y="f961"/>
                </a:cubicBezTo>
                <a:cubicBezTo>
                  <a:pt x="f873" y="f197"/>
                  <a:pt x="f1085" y="f960"/>
                  <a:pt x="f1086" y="f83"/>
                </a:cubicBezTo>
                <a:cubicBezTo>
                  <a:pt x="f1087" y="f1088"/>
                  <a:pt x="f1089" y="f776"/>
                  <a:pt x="f284" y="f841"/>
                </a:cubicBezTo>
                <a:cubicBezTo>
                  <a:pt x="f1089" y="f844"/>
                  <a:pt x="f1087" y="f770"/>
                  <a:pt x="f1086" y="f84"/>
                </a:cubicBezTo>
                <a:cubicBezTo>
                  <a:pt x="f1085" y="f192"/>
                  <a:pt x="f873" y="f186"/>
                  <a:pt x="f470" y="f936"/>
                </a:cubicBezTo>
                <a:cubicBezTo>
                  <a:pt x="f866" y="f162"/>
                  <a:pt x="f271" y="f949"/>
                  <a:pt x="f271" y="f86"/>
                </a:cubicBezTo>
                <a:cubicBezTo>
                  <a:pt x="f868" y="f1090"/>
                  <a:pt x="f273" y="f165"/>
                  <a:pt x="f1081" y="f1091"/>
                </a:cubicBezTo>
                <a:cubicBezTo>
                  <a:pt x="f1044" y="f1092"/>
                  <a:pt x="f280" y="f54"/>
                  <a:pt x="f282" y="f760"/>
                </a:cubicBezTo>
                <a:cubicBezTo>
                  <a:pt x="f279" y="f752"/>
                  <a:pt x="f1085" y="f750"/>
                  <a:pt x="f433" y="f148"/>
                </a:cubicBezTo>
                <a:cubicBezTo>
                  <a:pt x="f1077" y="f542"/>
                  <a:pt x="f1093" y="f109"/>
                  <a:pt x="f1087" y="f749"/>
                </a:cubicBezTo>
                <a:cubicBezTo>
                  <a:pt x="f1077" y="f117"/>
                  <a:pt x="f285" y="f143"/>
                  <a:pt x="f919" y="f538"/>
                </a:cubicBezTo>
                <a:cubicBezTo>
                  <a:pt x="f437" y="f536"/>
                  <a:pt x="f437" y="f746"/>
                  <a:pt x="f1094" y="f121"/>
                </a:cubicBezTo>
                <a:cubicBezTo>
                  <a:pt x="f289" y="f121"/>
                  <a:pt x="f1075" y="f121"/>
                  <a:pt x="f453" y="f115"/>
                </a:cubicBezTo>
                <a:cubicBezTo>
                  <a:pt x="f1095" y="f1096"/>
                  <a:pt x="f291" y="f554"/>
                  <a:pt x="f1095" y="f113"/>
                </a:cubicBezTo>
                <a:cubicBezTo>
                  <a:pt x="f296" y="f529"/>
                  <a:pt x="f443" y="f1097"/>
                  <a:pt x="f290" y="f136"/>
                </a:cubicBezTo>
                <a:cubicBezTo>
                  <a:pt x="f298" y="f508"/>
                  <a:pt x="f493" y="f1098"/>
                  <a:pt x="f1099" y="f1098"/>
                </a:cubicBezTo>
                <a:cubicBezTo>
                  <a:pt x="f448" y="f503"/>
                  <a:pt x="f448" y="f502"/>
                  <a:pt x="f320" y="f50"/>
                </a:cubicBezTo>
                <a:cubicBezTo>
                  <a:pt x="f1071" y="f502"/>
                  <a:pt x="f1059" y="f140"/>
                  <a:pt x="f1100" y="f1097"/>
                </a:cubicBezTo>
                <a:cubicBezTo>
                  <a:pt x="f1101" y="f1098"/>
                  <a:pt x="f495" y="f136"/>
                  <a:pt x="f1102" y="f136"/>
                </a:cubicBezTo>
                <a:cubicBezTo>
                  <a:pt x="f1103" y="f1098"/>
                  <a:pt x="f346" y="f1097"/>
                  <a:pt x="f410" y="f1104"/>
                </a:cubicBezTo>
                <a:cubicBezTo>
                  <a:pt x="f1046" y="f744"/>
                  <a:pt x="f403" y="f117"/>
                  <a:pt x="f1105" y="f119"/>
                </a:cubicBezTo>
                <a:cubicBezTo>
                  <a:pt x="f357" y="f750"/>
                  <a:pt x="f388" y="f101"/>
                  <a:pt x="f368" y="f54"/>
                </a:cubicBezTo>
                <a:cubicBezTo>
                  <a:pt x="f901" y="f94"/>
                  <a:pt x="f373" y="f103"/>
                  <a:pt x="f1043" y="f1106"/>
                </a:cubicBezTo>
                <a:cubicBezTo>
                  <a:pt x="f499" y="f1107"/>
                  <a:pt x="f898" y="f119"/>
                  <a:pt x="f501" y="f746"/>
                </a:cubicBezTo>
                <a:cubicBezTo>
                  <a:pt x="f910" y="f121"/>
                  <a:pt x="f1042" y="f1108"/>
                  <a:pt x="f375" y="f113"/>
                </a:cubicBezTo>
                <a:cubicBezTo>
                  <a:pt x="f371" y="f123"/>
                  <a:pt x="f395" y="f1097"/>
                  <a:pt x="f1109" y="f136"/>
                </a:cubicBezTo>
                <a:cubicBezTo>
                  <a:pt x="f343" y="f517"/>
                  <a:pt x="f449" y="f570"/>
                  <a:pt x="f1110" y="f630"/>
                </a:cubicBezTo>
                <a:cubicBezTo>
                  <a:pt x="f282" y="f593"/>
                  <a:pt x="f1111" y="f636"/>
                  <a:pt x="f1019" y="f1112"/>
                </a:cubicBezTo>
                <a:cubicBezTo>
                  <a:pt x="f1113" y="f1112"/>
                  <a:pt x="f487" y="f645"/>
                  <a:pt x="f1114" y="f1115"/>
                </a:cubicBezTo>
                <a:cubicBezTo>
                  <a:pt x="f926" y="f1116"/>
                  <a:pt x="f244" y="f1115"/>
                  <a:pt x="f987" y="f639"/>
                </a:cubicBezTo>
                <a:cubicBezTo>
                  <a:pt x="f234" y="f468"/>
                  <a:pt x="f817" y="f460"/>
                  <a:pt x="f1117" y="f462"/>
                </a:cubicBezTo>
                <a:cubicBezTo>
                  <a:pt x="f794" y="f691"/>
                  <a:pt x="f1118" y="f466"/>
                  <a:pt x="f167" y="f651"/>
                </a:cubicBezTo>
                <a:cubicBezTo>
                  <a:pt x="f55" y="f1119"/>
                  <a:pt x="f842" y="f1120"/>
                  <a:pt x="f182" y="f519"/>
                </a:cubicBezTo>
                <a:cubicBezTo>
                  <a:pt x="f55" y="f127"/>
                  <a:pt x="f83" y="f1121"/>
                  <a:pt x="f770" y="f548"/>
                </a:cubicBezTo>
                <a:cubicBezTo>
                  <a:pt x="f844" y="f1107"/>
                  <a:pt x="f842" y="f542"/>
                  <a:pt x="f195" y="f146"/>
                </a:cubicBezTo>
                <a:cubicBezTo>
                  <a:pt x="f81" y="f107"/>
                  <a:pt x="f203" y="f760"/>
                  <a:pt x="f203" y="f165"/>
                </a:cubicBezTo>
                <a:cubicBezTo>
                  <a:pt x="f1122" y="f936"/>
                  <a:pt x="f203" y="f842"/>
                  <a:pt x="f203" y="f1084"/>
                </a:cubicBezTo>
                <a:cubicBezTo>
                  <a:pt x="f832" y="f1084"/>
                  <a:pt x="f59" y="f1084"/>
                  <a:pt x="f933" y="f1084"/>
                </a:cubicBezTo>
                <a:cubicBezTo>
                  <a:pt x="f933" y="f1123"/>
                  <a:pt x="f933" y="f1123"/>
                  <a:pt x="f933" y="f961"/>
                </a:cubicBezTo>
                <a:cubicBezTo>
                  <a:pt x="f933" y="f774"/>
                  <a:pt x="f933" y="f767"/>
                  <a:pt x="f200" y="f1091"/>
                </a:cubicBezTo>
                <a:cubicBezTo>
                  <a:pt x="f1124" y="f94"/>
                  <a:pt x="f960" y="f106"/>
                  <a:pt x="f192" y="f150"/>
                </a:cubicBezTo>
                <a:cubicBezTo>
                  <a:pt x="f188" y="f1106"/>
                  <a:pt x="f936" y="f150"/>
                  <a:pt x="f767" y="f750"/>
                </a:cubicBezTo>
                <a:cubicBezTo>
                  <a:pt x="f949" y="f107"/>
                  <a:pt x="f182" y="f752"/>
                  <a:pt x="f159" y="f105"/>
                </a:cubicBezTo>
                <a:cubicBezTo>
                  <a:pt x="f766" y="f755"/>
                  <a:pt x="f157" y="f758"/>
                  <a:pt x="f167" y="f105"/>
                </a:cubicBezTo>
                <a:cubicBezTo>
                  <a:pt x="f1092" y="f150"/>
                  <a:pt x="f88" y="f147"/>
                  <a:pt x="f1091" y="f1107"/>
                </a:cubicBezTo>
                <a:cubicBezTo>
                  <a:pt x="f165" y="f109"/>
                  <a:pt x="f1090" y="f109"/>
                  <a:pt x="f159" y="f109"/>
                </a:cubicBezTo>
                <a:cubicBezTo>
                  <a:pt x="f936" y="f540"/>
                  <a:pt x="f194" y="f747"/>
                  <a:pt x="f194" y="f1096"/>
                </a:cubicBezTo>
                <a:cubicBezTo>
                  <a:pt x="f192" y="f1104"/>
                  <a:pt x="f162" y="f136"/>
                  <a:pt x="f1090" y="f125"/>
                </a:cubicBezTo>
                <a:cubicBezTo>
                  <a:pt x="f765" y="f502"/>
                  <a:pt x="f157" y="f136"/>
                  <a:pt x="f178" y="f1098"/>
                </a:cubicBezTo>
                <a:cubicBezTo>
                  <a:pt x="f90" y="f1097"/>
                  <a:pt x="f92" y="f123"/>
                  <a:pt x="f95" y="f123"/>
                </a:cubicBezTo>
                <a:cubicBezTo>
                  <a:pt x="f101" y="f529"/>
                  <a:pt x="f752" y="f1098"/>
                  <a:pt x="f752" y="f502"/>
                </a:cubicBezTo>
                <a:cubicBezTo>
                  <a:pt x="f106" y="f738"/>
                  <a:pt x="f755" y="f507"/>
                  <a:pt x="f1125" y="f517"/>
                </a:cubicBezTo>
                <a:cubicBezTo>
                  <a:pt x="f95" y="f505"/>
                  <a:pt x="f169" y="f516"/>
                  <a:pt x="f88" y="f516"/>
                </a:cubicBezTo>
                <a:cubicBezTo>
                  <a:pt x="f765" y="f516"/>
                  <a:pt x="f1126" y="f513"/>
                  <a:pt x="f1090" y="f734"/>
                </a:cubicBezTo>
                <a:cubicBezTo>
                  <a:pt x="f186" y="f611"/>
                  <a:pt x="f936" y="f645"/>
                  <a:pt x="f92" y="f691"/>
                </a:cubicBezTo>
                <a:cubicBezTo>
                  <a:pt x="f97" y="f1127"/>
                  <a:pt x="f99" y="f651"/>
                  <a:pt x="f1128" y="f651"/>
                </a:cubicBezTo>
                <a:cubicBezTo>
                  <a:pt x="f52" y="f699"/>
                  <a:pt x="f136" y="f696"/>
                  <a:pt x="f570" y="f696"/>
                </a:cubicBezTo>
                <a:cubicBezTo>
                  <a:pt x="f1129" y="f457"/>
                  <a:pt x="f486" y="f457"/>
                  <a:pt x="f1130" y="f454"/>
                </a:cubicBezTo>
                <a:cubicBezTo>
                  <a:pt x="f447" y="f58"/>
                  <a:pt x="f67" y="f56"/>
                  <a:pt x="f1131" y="f56"/>
                </a:cubicBezTo>
                <a:cubicBezTo>
                  <a:pt x="f1132" y="f46"/>
                  <a:pt x="f434" y="f56"/>
                  <a:pt x="f411" y="f459"/>
                </a:cubicBezTo>
                <a:cubicBezTo>
                  <a:pt x="f1133" y="f468"/>
                  <a:pt x="f19" y="f460"/>
                  <a:pt x="f35" y="f462"/>
                </a:cubicBezTo>
                <a:cubicBezTo>
                  <a:pt x="f35" y="f468"/>
                  <a:pt x="f35" y="f459"/>
                  <a:pt x="f35" y="f486"/>
                </a:cubicBezTo>
                <a:cubicBezTo>
                  <a:pt x="f35" y="f486"/>
                  <a:pt x="f71" y="f486"/>
                  <a:pt x="f36" y="f486"/>
                </a:cubicBezTo>
                <a:cubicBezTo>
                  <a:pt x="f1134" y="f474"/>
                  <a:pt x="f1135" y="f486"/>
                  <a:pt x="f67" y="f474"/>
                </a:cubicBezTo>
                <a:cubicBezTo>
                  <a:pt x="f26" y="f472"/>
                  <a:pt x="f38" y="f684"/>
                  <a:pt x="f1136" y="f1137"/>
                </a:cubicBezTo>
                <a:cubicBezTo>
                  <a:pt x="f1138" y="f665"/>
                  <a:pt x="f1136" y="f645"/>
                  <a:pt x="f42" y="f1119"/>
                </a:cubicBezTo>
                <a:cubicBezTo>
                  <a:pt x="f38" y="f1139"/>
                  <a:pt x="f1140" y="f1141"/>
                  <a:pt x="f34" y="f1129"/>
                </a:cubicBezTo>
                <a:cubicBezTo>
                  <a:pt x="f67" y="f596"/>
                  <a:pt x="f43" y="f632"/>
                  <a:pt x="f1142" y="f590"/>
                </a:cubicBezTo>
                <a:cubicBezTo>
                  <a:pt x="f28" y="f1129"/>
                  <a:pt x="f1143" y="f590"/>
                  <a:pt x="f62" y="f719"/>
                </a:cubicBezTo>
                <a:cubicBezTo>
                  <a:pt x="f709" y="f592"/>
                  <a:pt x="f56" y="f1144"/>
                  <a:pt x="f456" y="f579"/>
                </a:cubicBezTo>
                <a:cubicBezTo>
                  <a:pt x="f481" y="f579"/>
                  <a:pt x="f667" y="f579"/>
                  <a:pt x="f490" y="f614"/>
                </a:cubicBezTo>
                <a:cubicBezTo>
                  <a:pt x="f645" y="f625"/>
                  <a:pt x="f647" y="f566"/>
                  <a:pt x="f669" y="f507"/>
                </a:cubicBezTo>
                <a:cubicBezTo>
                  <a:pt x="f647" y="f511"/>
                  <a:pt x="f1115" y="f508"/>
                  <a:pt x="f607" y="f125"/>
                </a:cubicBezTo>
                <a:cubicBezTo>
                  <a:pt x="f1119" y="f140"/>
                  <a:pt x="f1116" y="f129"/>
                  <a:pt x="f599" y="f529"/>
                </a:cubicBezTo>
                <a:cubicBezTo>
                  <a:pt x="f1145" y="f531"/>
                  <a:pt x="f596" y="f1121"/>
                  <a:pt x="f590" y="f746"/>
                </a:cubicBezTo>
                <a:cubicBezTo>
                  <a:pt x="f633" y="f143"/>
                  <a:pt x="f1129" y="f1146"/>
                  <a:pt x="f636" y="f109"/>
                </a:cubicBezTo>
                <a:cubicBezTo>
                  <a:pt x="f592" y="f103"/>
                  <a:pt x="f630" y="f760"/>
                  <a:pt x="f1147" y="f1090"/>
                </a:cubicBezTo>
                <a:cubicBezTo>
                  <a:pt x="f723" y="f86"/>
                  <a:pt x="f1145" y="f767"/>
                  <a:pt x="f1115" y="f949"/>
                </a:cubicBezTo>
                <a:cubicBezTo>
                  <a:pt x="f645" y="f949"/>
                  <a:pt x="f641" y="f767"/>
                  <a:pt x="f47" y="f767"/>
                </a:cubicBezTo>
                <a:cubicBezTo>
                  <a:pt x="f669" y="f162"/>
                  <a:pt x="f472" y="f769"/>
                  <a:pt x="f459" y="f936"/>
                </a:cubicBezTo>
                <a:cubicBezTo>
                  <a:pt x="f481" y="f162"/>
                  <a:pt x="f658" y="f182"/>
                  <a:pt x="f653" y="f159"/>
                </a:cubicBezTo>
                <a:cubicBezTo>
                  <a:pt x="f46" y="f1090"/>
                  <a:pt x="f1148" y="f766"/>
                  <a:pt x="f44" y="f165"/>
                </a:cubicBezTo>
                <a:cubicBezTo>
                  <a:pt x="f65" y="f765"/>
                  <a:pt x="f30" y="f765"/>
                  <a:pt x="f24" y="f1091"/>
                </a:cubicBezTo>
                <a:cubicBezTo>
                  <a:pt x="f1149" y="f1091"/>
                  <a:pt x="f1150" y="f1091"/>
                  <a:pt x="f1135" y="f1091"/>
                </a:cubicBezTo>
                <a:cubicBezTo>
                  <a:pt x="f1150" y="f186"/>
                  <a:pt x="f1151" y="f842"/>
                  <a:pt x="f1152" y="f195"/>
                </a:cubicBezTo>
                <a:cubicBezTo>
                  <a:pt x="f1153" y="f837"/>
                  <a:pt x="f486" y="f82"/>
                  <a:pt x="f1115" y="f197"/>
                </a:cubicBezTo>
                <a:cubicBezTo>
                  <a:pt x="f598" y="f961"/>
                  <a:pt x="f632" y="f1124"/>
                  <a:pt x="f719" y="f1122"/>
                </a:cubicBezTo>
                <a:cubicBezTo>
                  <a:pt x="f634" y="f791"/>
                  <a:pt x="f596" y="f1083"/>
                  <a:pt x="f636" y="f206"/>
                </a:cubicBezTo>
                <a:cubicBezTo>
                  <a:pt x="f492" y="f931"/>
                  <a:pt x="f634" y="f794"/>
                  <a:pt x="f592" y="f1154"/>
                </a:cubicBezTo>
                <a:cubicBezTo>
                  <a:pt x="f581" y="f798"/>
                  <a:pt x="f1155" y="f64"/>
                  <a:pt x="f572" y="f813"/>
                </a:cubicBezTo>
                <a:cubicBezTo>
                  <a:pt x="f1156" y="f72"/>
                  <a:pt x="f570" y="f811"/>
                  <a:pt x="f628" y="f811"/>
                </a:cubicBezTo>
                <a:cubicBezTo>
                  <a:pt x="f1157" y="f811"/>
                  <a:pt x="f1147" y="f73"/>
                  <a:pt x="f727" y="f811"/>
                </a:cubicBezTo>
                <a:cubicBezTo>
                  <a:pt x="f579" y="f809"/>
                  <a:pt x="f1158" y="f809"/>
                  <a:pt x="f597" y="f809"/>
                </a:cubicBezTo>
                <a:cubicBezTo>
                  <a:pt x="f1145" y="f809"/>
                  <a:pt x="f1145" y="f1159"/>
                  <a:pt x="f636" y="f1159"/>
                </a:cubicBezTo>
                <a:cubicBezTo>
                  <a:pt x="f1129" y="f1006"/>
                  <a:pt x="f633" y="f1070"/>
                  <a:pt x="f595" y="f1160"/>
                </a:cubicBezTo>
                <a:cubicBezTo>
                  <a:pt x="f592" y="f927"/>
                  <a:pt x="f590" y="f994"/>
                  <a:pt x="f597" y="f235"/>
                </a:cubicBezTo>
                <a:cubicBezTo>
                  <a:pt x="f1139" y="f237"/>
                  <a:pt x="f1139" y="f237"/>
                  <a:pt x="f1161" y="f242"/>
                </a:cubicBezTo>
                <a:cubicBezTo>
                  <a:pt x="f603" y="f245"/>
                  <a:pt x="f603" y="f1015"/>
                  <a:pt x="f1162" y="f1163"/>
                </a:cubicBezTo>
                <a:cubicBezTo>
                  <a:pt x="f607" y="f1164"/>
                  <a:pt x="f1116" y="f1113"/>
                  <a:pt x="f637" y="f1165"/>
                </a:cubicBezTo>
                <a:cubicBezTo>
                  <a:pt x="f669" y="f1020"/>
                  <a:pt x="f460" y="f252"/>
                  <a:pt x="f1153" y="f250"/>
                </a:cubicBezTo>
                <a:cubicBezTo>
                  <a:pt x="f709" y="f1113"/>
                  <a:pt x="f709" y="f1166"/>
                  <a:pt x="f653" y="f255"/>
                </a:cubicBezTo>
                <a:cubicBezTo>
                  <a:pt x="f53" y="f1019"/>
                  <a:pt x="f1143" y="f250"/>
                  <a:pt x="f38" y="f249"/>
                </a:cubicBezTo>
                <a:cubicBezTo>
                  <a:pt x="f28" y="f1017"/>
                  <a:pt x="f1140" y="f926"/>
                  <a:pt x="f32" y="f1017"/>
                </a:cubicBezTo>
                <a:cubicBezTo>
                  <a:pt x="f34" y="f249"/>
                  <a:pt x="f1142" y="f1167"/>
                  <a:pt x="f1150" y="f247"/>
                </a:cubicBezTo>
                <a:cubicBezTo>
                  <a:pt x="f69" y="f1065"/>
                  <a:pt x="f1168" y="f1169"/>
                  <a:pt x="f33" y="f927"/>
                </a:cubicBezTo>
                <a:cubicBezTo>
                  <a:pt x="f424" y="f1069"/>
                  <a:pt x="f414" y="f1000"/>
                  <a:pt x="f27" y="f224"/>
                </a:cubicBezTo>
                <a:cubicBezTo>
                  <a:pt x="f407" y="f809"/>
                  <a:pt x="f1170" y="f810"/>
                  <a:pt x="f406" y="f222"/>
                </a:cubicBezTo>
                <a:cubicBezTo>
                  <a:pt x="f1171" y="f1074"/>
                  <a:pt x="f23" y="f819"/>
                  <a:pt x="f1172" y="f817"/>
                </a:cubicBezTo>
                <a:cubicBezTo>
                  <a:pt x="f1173" y="f1174"/>
                  <a:pt x="f74" y="f1175"/>
                  <a:pt x="f17" y="f994"/>
                </a:cubicBezTo>
                <a:cubicBezTo>
                  <a:pt x="f1176" y="f1169"/>
                  <a:pt x="f1177" y="f988"/>
                  <a:pt x="f1178" y="f244"/>
                </a:cubicBezTo>
                <a:cubicBezTo>
                  <a:pt x="f407" y="f1179"/>
                  <a:pt x="f27" y="f245"/>
                  <a:pt x="f1177" y="f1163"/>
                </a:cubicBezTo>
                <a:cubicBezTo>
                  <a:pt x="f1180" y="f926"/>
                  <a:pt x="f409" y="f1167"/>
                  <a:pt x="f411" y="f249"/>
                </a:cubicBezTo>
                <a:cubicBezTo>
                  <a:pt x="f411" y="f249"/>
                  <a:pt x="f1181" y="f853"/>
                  <a:pt x="f1181" y="f1164"/>
                </a:cubicBezTo>
                <a:cubicBezTo>
                  <a:pt x="f1180" y="f853"/>
                  <a:pt x="f27" y="f249"/>
                  <a:pt x="f1178" y="f1167"/>
                </a:cubicBezTo>
                <a:cubicBezTo>
                  <a:pt x="f25" y="f1015"/>
                  <a:pt x="f406" y="f1064"/>
                  <a:pt x="f1182" y="f244"/>
                </a:cubicBezTo>
                <a:cubicBezTo>
                  <a:pt x="f1183" y="f1184"/>
                  <a:pt x="f1185" y="f991"/>
                  <a:pt x="f89" y="f243"/>
                </a:cubicBezTo>
                <a:cubicBezTo>
                  <a:pt x="f91" y="f990"/>
                  <a:pt x="f76" y="f1169"/>
                  <a:pt x="f9" y="f237"/>
                </a:cubicBezTo>
                <a:cubicBezTo>
                  <a:pt x="f13" y="f1078"/>
                  <a:pt x="f102" y="f982"/>
                  <a:pt x="f392" y="f996"/>
                </a:cubicBezTo>
                <a:cubicBezTo>
                  <a:pt x="f1186" y="f1160"/>
                  <a:pt x="f1187" y="f981"/>
                  <a:pt x="f1188" y="f1069"/>
                </a:cubicBezTo>
                <a:cubicBezTo>
                  <a:pt x="f1189" y="f1069"/>
                  <a:pt x="f160" y="f1174"/>
                  <a:pt x="f1190" y="f1000"/>
                </a:cubicBezTo>
                <a:cubicBezTo>
                  <a:pt x="f1190" y="f1191"/>
                  <a:pt x="f139" y="f226"/>
                  <a:pt x="f158" y="f819"/>
                </a:cubicBezTo>
                <a:cubicBezTo>
                  <a:pt x="f141" y="f1074"/>
                  <a:pt x="f144" y="f810"/>
                  <a:pt x="f1192" y="f75"/>
                </a:cubicBezTo>
                <a:cubicBezTo>
                  <a:pt x="f358" y="f1193"/>
                  <a:pt x="f354" y="f73"/>
                  <a:pt x="f356" y="f68"/>
                </a:cubicBezTo>
                <a:cubicBezTo>
                  <a:pt x="f358" y="f1194"/>
                  <a:pt x="f356" y="f802"/>
                  <a:pt x="f356" y="f64"/>
                </a:cubicBezTo>
                <a:cubicBezTo>
                  <a:pt x="f354" y="f213"/>
                  <a:pt x="f354" y="f1082"/>
                  <a:pt x="f168" y="f968"/>
                </a:cubicBezTo>
                <a:cubicBezTo>
                  <a:pt x="f352" y="f794"/>
                  <a:pt x="f1195" y="f60"/>
                  <a:pt x="f1196" y="f209"/>
                </a:cubicBezTo>
                <a:cubicBezTo>
                  <a:pt x="f344" y="f1083"/>
                  <a:pt x="f1197" y="f59"/>
                  <a:pt x="f1197" y="f779"/>
                </a:cubicBezTo>
                <a:cubicBezTo>
                  <a:pt x="f1197" y="f961"/>
                  <a:pt x="f1198" y="f960"/>
                  <a:pt x="f174" y="f83"/>
                </a:cubicBezTo>
                <a:cubicBezTo>
                  <a:pt x="f1199" y="f774"/>
                  <a:pt x="f331" y="f770"/>
                  <a:pt x="f341" y="f188"/>
                </a:cubicBezTo>
                <a:cubicBezTo>
                  <a:pt x="f352" y="f948"/>
                  <a:pt x="f354" y="f167"/>
                  <a:pt x="f338" y="f758"/>
                </a:cubicBezTo>
                <a:cubicBezTo>
                  <a:pt x="f349" y="f749"/>
                  <a:pt x="f340" y="f531"/>
                  <a:pt x="f358" y="f1200"/>
                </a:cubicBezTo>
                <a:cubicBezTo>
                  <a:pt x="f1201" y="f561"/>
                  <a:pt x="f1201" y="f727"/>
                  <a:pt x="f1192" y="f586"/>
                </a:cubicBezTo>
                <a:cubicBezTo>
                  <a:pt x="f1192" y="f1202"/>
                  <a:pt x="f166" y="f719"/>
                  <a:pt x="f356" y="f633"/>
                </a:cubicBezTo>
                <a:cubicBezTo>
                  <a:pt x="f168" y="f1145"/>
                  <a:pt x="f170" y="f599"/>
                  <a:pt x="f1195" y="f637"/>
                </a:cubicBezTo>
                <a:cubicBezTo>
                  <a:pt x="f1195" y="f1162"/>
                  <a:pt x="f168" y="f1112"/>
                  <a:pt x="f358" y="f645"/>
                </a:cubicBezTo>
                <a:cubicBezTo>
                  <a:pt x="f166" y="f637"/>
                  <a:pt x="f1203" y="f1139"/>
                  <a:pt x="f152" y="f599"/>
                </a:cubicBezTo>
                <a:cubicBezTo>
                  <a:pt x="f1190" y="f636"/>
                  <a:pt x="f135" y="f633"/>
                  <a:pt x="f1204" y="f593"/>
                </a:cubicBezTo>
                <a:cubicBezTo>
                  <a:pt x="f378" y="f588"/>
                  <a:pt x="f1205" y="f579"/>
                  <a:pt x="f1206" y="f630"/>
                </a:cubicBezTo>
                <a:cubicBezTo>
                  <a:pt x="f1207" y="f1147"/>
                  <a:pt x="f1208" y="f496"/>
                  <a:pt x="f3" y="f628"/>
                </a:cubicBezTo>
                <a:cubicBezTo>
                  <a:pt x="f1209" y="f1157"/>
                  <a:pt x="f138" y="f1157"/>
                  <a:pt x="f160" y="f1147"/>
                </a:cubicBezTo>
                <a:cubicBezTo>
                  <a:pt x="f158" y="f559"/>
                  <a:pt x="f1210" y="f738"/>
                  <a:pt x="f128" y="f125"/>
                </a:cubicBezTo>
                <a:cubicBezTo>
                  <a:pt x="f126" y="f125"/>
                  <a:pt x="f1211" y="f50"/>
                  <a:pt x="f1212" y="f508"/>
                </a:cubicBezTo>
                <a:cubicBezTo>
                  <a:pt x="f122" y="f507"/>
                  <a:pt x="f380" y="f516"/>
                  <a:pt x="f1213" y="f566"/>
                </a:cubicBezTo>
                <a:cubicBezTo>
                  <a:pt x="f390" y="f625"/>
                  <a:pt x="f1214" y="f628"/>
                  <a:pt x="f1215" y="f577"/>
                </a:cubicBezTo>
                <a:cubicBezTo>
                  <a:pt x="f102" y="f634"/>
                  <a:pt x="f11" y="f637"/>
                  <a:pt x="f76" y="f667"/>
                </a:cubicBezTo>
                <a:cubicBezTo>
                  <a:pt x="f1216" y="f459"/>
                  <a:pt x="f23" y="f459"/>
                  <a:pt x="f1173" y="f669"/>
                </a:cubicBezTo>
                <a:cubicBezTo>
                  <a:pt x="f17" y="f459"/>
                  <a:pt x="f428" y="f466"/>
                  <a:pt x="f27" y="f58"/>
                </a:cubicBezTo>
                <a:cubicBezTo>
                  <a:pt x="f27" y="f450"/>
                  <a:pt x="f407" y="f2"/>
                  <a:pt x="f74" y="f1130"/>
                </a:cubicBezTo>
                <a:cubicBezTo>
                  <a:pt x="f1204" y="f1217"/>
                  <a:pt x="f326" y="f436"/>
                  <a:pt x="f293" y="f74"/>
                </a:cubicBezTo>
                <a:cubicBezTo>
                  <a:pt x="f214" y="f429"/>
                  <a:pt x="f287" y="f1218"/>
                  <a:pt x="f261" y="f23"/>
                </a:cubicBezTo>
                <a:cubicBezTo>
                  <a:pt x="f267" y="f87"/>
                  <a:pt x="f275" y="f1183"/>
                  <a:pt x="f6" y="f1185"/>
                </a:cubicBezTo>
                <a:cubicBezTo>
                  <a:pt x="f6" y="f1219"/>
                  <a:pt x="f6" y="f76"/>
                  <a:pt x="f6" y="f9"/>
                </a:cubicBezTo>
                <a:close/>
                <a:moveTo>
                  <a:pt x="f621" y="f502"/>
                </a:moveTo>
                <a:cubicBezTo>
                  <a:pt x="f1220" y="f747"/>
                  <a:pt x="f591" y="f548"/>
                  <a:pt x="f602" y="f755"/>
                </a:cubicBezTo>
                <a:cubicBezTo>
                  <a:pt x="f1221" y="f94"/>
                  <a:pt x="f939" y="f54"/>
                  <a:pt x="f1222" y="f167"/>
                </a:cubicBezTo>
                <a:cubicBezTo>
                  <a:pt x="f1223" y="f1091"/>
                  <a:pt x="f657" y="f165"/>
                  <a:pt x="f1224" y="f155"/>
                </a:cubicBezTo>
                <a:cubicBezTo>
                  <a:pt x="f934" y="f99"/>
                  <a:pt x="f1225" y="f105"/>
                  <a:pt x="f1226" y="f542"/>
                </a:cubicBezTo>
                <a:cubicBezTo>
                  <a:pt x="f1226" y="f542"/>
                  <a:pt x="f664" y="f1107"/>
                  <a:pt x="f664" y="f1107"/>
                </a:cubicBezTo>
                <a:cubicBezTo>
                  <a:pt x="f1227" y="f1107"/>
                  <a:pt x="f661" y="f548"/>
                  <a:pt x="f934" y="f1107"/>
                </a:cubicBezTo>
                <a:cubicBezTo>
                  <a:pt x="f659" y="f148"/>
                  <a:pt x="f1228" y="f546"/>
                  <a:pt x="f654" y="f119"/>
                </a:cubicBezTo>
                <a:cubicBezTo>
                  <a:pt x="f649" y="f746"/>
                  <a:pt x="f644" y="f554"/>
                  <a:pt x="f640" y="f1108"/>
                </a:cubicBezTo>
                <a:cubicBezTo>
                  <a:pt x="f629" y="f1108"/>
                  <a:pt x="f623" y="f131"/>
                  <a:pt x="f627" y="f529"/>
                </a:cubicBezTo>
                <a:cubicBezTo>
                  <a:pt x="f631" y="f1097"/>
                  <a:pt x="f617" y="f140"/>
                  <a:pt x="f621" y="f502"/>
                </a:cubicBezTo>
                <a:close/>
                <a:moveTo>
                  <a:pt x="f929" y="f1218"/>
                </a:moveTo>
                <a:cubicBezTo>
                  <a:pt x="f1003" y="f1170"/>
                  <a:pt x="f1229" y="f407"/>
                  <a:pt x="f1159" y="f409"/>
                </a:cubicBezTo>
                <a:cubicBezTo>
                  <a:pt x="f222" y="f1132"/>
                  <a:pt x="f1193" y="f1134"/>
                  <a:pt x="f72" y="f1142"/>
                </a:cubicBezTo>
                <a:cubicBezTo>
                  <a:pt x="f70" y="f1140"/>
                  <a:pt x="f803" y="f40"/>
                  <a:pt x="f66" y="f2"/>
                </a:cubicBezTo>
                <a:cubicBezTo>
                  <a:pt x="f930" y="f53"/>
                  <a:pt x="f930" y="f46"/>
                  <a:pt x="f68" y="f56"/>
                </a:cubicBezTo>
                <a:cubicBezTo>
                  <a:pt x="f811" y="f452"/>
                  <a:pt x="f224" y="f454"/>
                  <a:pt x="f1000" y="f709"/>
                </a:cubicBezTo>
                <a:cubicBezTo>
                  <a:pt x="f1000" y="f452"/>
                  <a:pt x="f1000" y="f56"/>
                  <a:pt x="f817" y="f46"/>
                </a:cubicBezTo>
                <a:cubicBezTo>
                  <a:pt x="f818" y="f38"/>
                  <a:pt x="f226" y="f446"/>
                  <a:pt x="f1230" y="f438"/>
                </a:cubicBezTo>
                <a:cubicBezTo>
                  <a:pt x="f228" y="f418"/>
                  <a:pt x="f1230" y="f407"/>
                  <a:pt x="f929" y="f1218"/>
                </a:cubicBezTo>
                <a:close/>
                <a:moveTo>
                  <a:pt x="f845" y="f767"/>
                </a:moveTo>
                <a:cubicBezTo>
                  <a:pt x="f845" y="f951"/>
                  <a:pt x="f845" y="f949"/>
                  <a:pt x="f845" y="f161"/>
                </a:cubicBezTo>
                <a:cubicBezTo>
                  <a:pt x="f1231" y="f1126"/>
                  <a:pt x="f681" y="f1126"/>
                  <a:pt x="f680" y="f92"/>
                </a:cubicBezTo>
                <a:cubicBezTo>
                  <a:pt x="f680" y="f171"/>
                  <a:pt x="f680" y="f99"/>
                  <a:pt x="f679" y="f1128"/>
                </a:cubicBezTo>
                <a:cubicBezTo>
                  <a:pt x="f1232" y="f154"/>
                  <a:pt x="f677" y="f106"/>
                  <a:pt x="f850" y="f147"/>
                </a:cubicBezTo>
                <a:cubicBezTo>
                  <a:pt x="f1226" y="f154"/>
                  <a:pt x="f1225" y="f95"/>
                  <a:pt x="f1233" y="f1092"/>
                </a:cubicBezTo>
                <a:cubicBezTo>
                  <a:pt x="f660" y="f165"/>
                  <a:pt x="f1234" y="f159"/>
                  <a:pt x="f663" y="f86"/>
                </a:cubicBezTo>
                <a:cubicBezTo>
                  <a:pt x="f670" y="f161"/>
                  <a:pt x="f1235" y="f949"/>
                  <a:pt x="f845" y="f767"/>
                </a:cubicBezTo>
                <a:close/>
                <a:moveTo>
                  <a:pt x="f1236" y="f1146"/>
                </a:moveTo>
                <a:cubicBezTo>
                  <a:pt x="f957" y="f1107"/>
                  <a:pt x="f1237" y="f150"/>
                  <a:pt x="f975" y="f103"/>
                </a:cubicBezTo>
                <a:cubicBezTo>
                  <a:pt x="f537" y="f749"/>
                  <a:pt x="f958" y="f117"/>
                  <a:pt x="f1238" y="f121"/>
                </a:cubicBezTo>
                <a:cubicBezTo>
                  <a:pt x="f1239" y="f117"/>
                  <a:pt x="f1240" y="f538"/>
                  <a:pt x="f1236" y="f1146"/>
                </a:cubicBezTo>
                <a:close/>
                <a:moveTo>
                  <a:pt x="f820" y="f835"/>
                </a:moveTo>
                <a:cubicBezTo>
                  <a:pt x="f705" y="f835"/>
                  <a:pt x="f706" y="f781"/>
                  <a:pt x="f706" y="f781"/>
                </a:cubicBezTo>
                <a:cubicBezTo>
                  <a:pt x="f1241" y="f1123"/>
                  <a:pt x="f707" y="f197"/>
                  <a:pt x="f708" y="f82"/>
                </a:cubicBezTo>
                <a:cubicBezTo>
                  <a:pt x="f710" y="f837"/>
                  <a:pt x="f711" y="f841"/>
                  <a:pt x="f1242" y="f55"/>
                </a:cubicBezTo>
                <a:cubicBezTo>
                  <a:pt x="f708" y="f956"/>
                  <a:pt x="f705" y="f956"/>
                  <a:pt x="f704" y="f770"/>
                </a:cubicBezTo>
                <a:cubicBezTo>
                  <a:pt x="f704" y="f837"/>
                  <a:pt x="f825" y="f844"/>
                  <a:pt x="f1243" y="f841"/>
                </a:cubicBezTo>
                <a:cubicBezTo>
                  <a:pt x="f829" y="f1123"/>
                  <a:pt x="f1244" y="f197"/>
                  <a:pt x="f820" y="f835"/>
                </a:cubicBezTo>
                <a:close/>
                <a:moveTo>
                  <a:pt x="f708" y="f734"/>
                </a:moveTo>
                <a:cubicBezTo>
                  <a:pt x="f1245" y="f561"/>
                  <a:pt x="f823" y="f559"/>
                  <a:pt x="f702" y="f559"/>
                </a:cubicBezTo>
                <a:cubicBezTo>
                  <a:pt x="f829" y="f559"/>
                  <a:pt x="f700" y="f734"/>
                  <a:pt x="f1246" y="f563"/>
                </a:cubicBezTo>
                <a:cubicBezTo>
                  <a:pt x="f1246" y="f566"/>
                  <a:pt x="f1246" y="f498"/>
                  <a:pt x="f1246" y="f513"/>
                </a:cubicBezTo>
                <a:cubicBezTo>
                  <a:pt x="f1243" y="f498"/>
                  <a:pt x="f703" y="f566"/>
                  <a:pt x="f708" y="f734"/>
                </a:cubicBezTo>
                <a:close/>
                <a:moveTo>
                  <a:pt x="f758" y="f125"/>
                </a:moveTo>
                <a:cubicBezTo>
                  <a:pt x="f95" y="f136"/>
                  <a:pt x="f54" y="f136"/>
                  <a:pt x="f178" y="f511"/>
                </a:cubicBezTo>
                <a:cubicBezTo>
                  <a:pt x="f54" y="f508"/>
                  <a:pt x="f99" y="f50"/>
                  <a:pt x="f758" y="f125"/>
                </a:cubicBezTo>
                <a:close/>
              </a:path>
            </a:pathLst>
          </a:custGeom>
          <a:solidFill>
            <a:srgbClr val="A72424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4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grpSp>
        <p:nvGrpSpPr>
          <p:cNvPr id="8" name="Grupo 6">
            <a:extLst>
              <a:ext uri="{FF2B5EF4-FFF2-40B4-BE49-F238E27FC236}">
                <a16:creationId xmlns:a16="http://schemas.microsoft.com/office/drawing/2014/main" id="{6C1A92BB-36E5-C7CE-FF99-D0C16F62FEED}"/>
              </a:ext>
            </a:extLst>
          </p:cNvPr>
          <p:cNvGrpSpPr/>
          <p:nvPr/>
        </p:nvGrpSpPr>
        <p:grpSpPr>
          <a:xfrm>
            <a:off x="107515" y="4376638"/>
            <a:ext cx="520475" cy="722018"/>
            <a:chOff x="107515" y="4376638"/>
            <a:chExt cx="520475" cy="722018"/>
          </a:xfrm>
        </p:grpSpPr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771DDC3A-16C3-CE2C-F9EC-B0D240F9F3B6}"/>
                </a:ext>
              </a:extLst>
            </p:cNvPr>
            <p:cNvSpPr/>
            <p:nvPr/>
          </p:nvSpPr>
          <p:spPr>
            <a:xfrm>
              <a:off x="334816" y="4452295"/>
              <a:ext cx="293174" cy="646361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1"/>
                <a:gd name="f7" fmla="val 334"/>
                <a:gd name="f8" fmla="val 150"/>
                <a:gd name="f9" fmla="val 7"/>
                <a:gd name="f10" fmla="val 13"/>
                <a:gd name="f11" fmla="val 19"/>
                <a:gd name="f12" fmla="val 40"/>
                <a:gd name="f13" fmla="val 62"/>
                <a:gd name="f14" fmla="val 149"/>
                <a:gd name="f15" fmla="val 84"/>
                <a:gd name="f16" fmla="val 148"/>
                <a:gd name="f17" fmla="val 104"/>
                <a:gd name="f18" fmla="val 140"/>
                <a:gd name="f19" fmla="val 123"/>
                <a:gd name="f20" fmla="val 124"/>
                <a:gd name="f21" fmla="val 138"/>
                <a:gd name="f22" fmla="val 117"/>
                <a:gd name="f23" fmla="val 144"/>
                <a:gd name="f24" fmla="val 110"/>
                <a:gd name="f25" fmla="val 158"/>
                <a:gd name="f26" fmla="val 94"/>
                <a:gd name="f27" fmla="val 167"/>
                <a:gd name="f28" fmla="val 88"/>
                <a:gd name="f29" fmla="val 179"/>
                <a:gd name="f30" fmla="val 193"/>
                <a:gd name="f31" fmla="val 86"/>
                <a:gd name="f32" fmla="val 232"/>
                <a:gd name="f33" fmla="val 271"/>
                <a:gd name="f34" fmla="val 82"/>
                <a:gd name="f35" fmla="val 310"/>
                <a:gd name="f36" fmla="val 312"/>
                <a:gd name="f37" fmla="val 313"/>
                <a:gd name="f38" fmla="val 315"/>
                <a:gd name="f39" fmla="val 105"/>
                <a:gd name="f40" fmla="val 319"/>
                <a:gd name="f41" fmla="val 127"/>
                <a:gd name="f42" fmla="val 322"/>
                <a:gd name="f43" fmla="val 326"/>
                <a:gd name="f44" fmla="val 141"/>
                <a:gd name="f45" fmla="val 333"/>
                <a:gd name="f46" fmla="val 22"/>
                <a:gd name="f47" fmla="val 327"/>
                <a:gd name="f48" fmla="val 3"/>
                <a:gd name="f49" fmla="val 4"/>
                <a:gd name="f50" fmla="val 6"/>
                <a:gd name="f51" fmla="val 325"/>
                <a:gd name="f52" fmla="val 25"/>
                <a:gd name="f53" fmla="val 45"/>
                <a:gd name="f54" fmla="val 64"/>
                <a:gd name="f55" fmla="val 316"/>
                <a:gd name="f56" fmla="val 66"/>
                <a:gd name="f57" fmla="val 70"/>
                <a:gd name="f58" fmla="val 311"/>
                <a:gd name="f59" fmla="val 68"/>
                <a:gd name="f60" fmla="val 231"/>
                <a:gd name="f61" fmla="val 190"/>
                <a:gd name="f62" fmla="val 63"/>
                <a:gd name="f63" fmla="val 175"/>
                <a:gd name="f64" fmla="val 54"/>
                <a:gd name="f65" fmla="val 163"/>
                <a:gd name="f66" fmla="val 43"/>
                <a:gd name="f67" fmla="val 153"/>
                <a:gd name="f68" fmla="val 35"/>
                <a:gd name="f69" fmla="val 145"/>
                <a:gd name="f70" fmla="val 27"/>
                <a:gd name="f71" fmla="val 137"/>
                <a:gd name="f72" fmla="val 20"/>
                <a:gd name="f73" fmla="val 129"/>
                <a:gd name="f74" fmla="val 8"/>
                <a:gd name="f75" fmla="val 115"/>
                <a:gd name="f76" fmla="val 97"/>
                <a:gd name="f77" fmla="val 79"/>
                <a:gd name="f78" fmla="val 2"/>
                <a:gd name="f79" fmla="val 30"/>
                <a:gd name="f80" fmla="val 1"/>
                <a:gd name="f81" fmla="val 53"/>
                <a:gd name="f82" fmla="val 100"/>
                <a:gd name="f83" fmla="val 146"/>
                <a:gd name="f84" fmla="val 147"/>
                <a:gd name="f85" fmla="val 125"/>
                <a:gd name="f86" fmla="val 52"/>
                <a:gd name="f87" fmla="val 103"/>
                <a:gd name="f88" fmla="val 116"/>
                <a:gd name="f89" fmla="val 120"/>
                <a:gd name="f90" fmla="val 101"/>
                <a:gd name="f91" fmla="val 132"/>
                <a:gd name="f92" fmla="val 85"/>
                <a:gd name="f93" fmla="val 142"/>
                <a:gd name="f94" fmla="val 90"/>
                <a:gd name="f95" fmla="val 126"/>
                <a:gd name="f96" fmla="val 113"/>
                <a:gd name="f97" fmla="val 96"/>
                <a:gd name="f98" fmla="val 143"/>
                <a:gd name="f99" fmla="val 74"/>
                <a:gd name="f100" fmla="val 98"/>
                <a:gd name="f101" fmla="val 17"/>
                <a:gd name="f102" fmla="val 26"/>
                <a:gd name="f103" fmla="val 47"/>
                <a:gd name="f104" fmla="+- 0 0 -90"/>
                <a:gd name="f105" fmla="*/ f3 1 151"/>
                <a:gd name="f106" fmla="*/ f4 1 334"/>
                <a:gd name="f107" fmla="val f5"/>
                <a:gd name="f108" fmla="val f6"/>
                <a:gd name="f109" fmla="val f7"/>
                <a:gd name="f110" fmla="*/ f104 f0 1"/>
                <a:gd name="f111" fmla="+- f109 0 f107"/>
                <a:gd name="f112" fmla="+- f108 0 f107"/>
                <a:gd name="f113" fmla="*/ f110 1 f2"/>
                <a:gd name="f114" fmla="*/ f112 1 151"/>
                <a:gd name="f115" fmla="*/ f111 1 334"/>
                <a:gd name="f116" fmla="*/ 150 f112 1"/>
                <a:gd name="f117" fmla="*/ 0 f111 1"/>
                <a:gd name="f118" fmla="*/ 19 f111 1"/>
                <a:gd name="f119" fmla="*/ 149 f112 1"/>
                <a:gd name="f120" fmla="*/ 84 f111 1"/>
                <a:gd name="f121" fmla="*/ 124 f112 1"/>
                <a:gd name="f122" fmla="*/ 138 f111 1"/>
                <a:gd name="f123" fmla="*/ 104 f112 1"/>
                <a:gd name="f124" fmla="*/ 158 f111 1"/>
                <a:gd name="f125" fmla="*/ 88 f112 1"/>
                <a:gd name="f126" fmla="*/ 193 f111 1"/>
                <a:gd name="f127" fmla="*/ 82 f112 1"/>
                <a:gd name="f128" fmla="*/ 310 f111 1"/>
                <a:gd name="f129" fmla="*/ 315 f111 1"/>
                <a:gd name="f130" fmla="*/ 151 f112 1"/>
                <a:gd name="f131" fmla="*/ 326 f111 1"/>
                <a:gd name="f132" fmla="*/ 0 f112 1"/>
                <a:gd name="f133" fmla="*/ 327 f111 1"/>
                <a:gd name="f134" fmla="*/ 6 f112 1"/>
                <a:gd name="f135" fmla="*/ 325 f111 1"/>
                <a:gd name="f136" fmla="*/ 64 f112 1"/>
                <a:gd name="f137" fmla="*/ 316 f111 1"/>
                <a:gd name="f138" fmla="*/ 70 f112 1"/>
                <a:gd name="f139" fmla="*/ 311 f111 1"/>
                <a:gd name="f140" fmla="*/ 190 f111 1"/>
                <a:gd name="f141" fmla="*/ 43 f112 1"/>
                <a:gd name="f142" fmla="*/ 153 f111 1"/>
                <a:gd name="f143" fmla="*/ 20 f112 1"/>
                <a:gd name="f144" fmla="*/ 129 f111 1"/>
                <a:gd name="f145" fmla="*/ 3 f112 1"/>
                <a:gd name="f146" fmla="*/ 79 f111 1"/>
                <a:gd name="f147" fmla="*/ 1 f112 1"/>
                <a:gd name="f148" fmla="*/ 6 f111 1"/>
                <a:gd name="f149" fmla="*/ 7 f112 1"/>
                <a:gd name="f150" fmla="*/ 146 f112 1"/>
                <a:gd name="f151" fmla="*/ 125 f112 1"/>
                <a:gd name="f152" fmla="*/ 35 f111 1"/>
                <a:gd name="f153" fmla="*/ 101 f112 1"/>
                <a:gd name="f154" fmla="*/ 132 f111 1"/>
                <a:gd name="f155" fmla="*/ 79 f112 1"/>
                <a:gd name="f156" fmla="*/ 146 f111 1"/>
                <a:gd name="f157" fmla="*/ 115 f112 1"/>
                <a:gd name="f158" fmla="*/ 137 f111 1"/>
                <a:gd name="f159" fmla="*/ 141 f112 1"/>
                <a:gd name="f160" fmla="*/ 96 f111 1"/>
                <a:gd name="f161" fmla="*/ 144 f112 1"/>
                <a:gd name="f162" fmla="*/ 63 f111 1"/>
                <a:gd name="f163" fmla="*/ 8 f111 1"/>
                <a:gd name="f164" fmla="*/ 8 f112 1"/>
                <a:gd name="f165" fmla="+- f113 0 f1"/>
                <a:gd name="f166" fmla="*/ f116 1 151"/>
                <a:gd name="f167" fmla="*/ f117 1 334"/>
                <a:gd name="f168" fmla="*/ f118 1 334"/>
                <a:gd name="f169" fmla="*/ f119 1 151"/>
                <a:gd name="f170" fmla="*/ f120 1 334"/>
                <a:gd name="f171" fmla="*/ f121 1 151"/>
                <a:gd name="f172" fmla="*/ f122 1 334"/>
                <a:gd name="f173" fmla="*/ f123 1 151"/>
                <a:gd name="f174" fmla="*/ f124 1 334"/>
                <a:gd name="f175" fmla="*/ f125 1 151"/>
                <a:gd name="f176" fmla="*/ f126 1 334"/>
                <a:gd name="f177" fmla="*/ f127 1 151"/>
                <a:gd name="f178" fmla="*/ f128 1 334"/>
                <a:gd name="f179" fmla="*/ f129 1 334"/>
                <a:gd name="f180" fmla="*/ f130 1 151"/>
                <a:gd name="f181" fmla="*/ f131 1 334"/>
                <a:gd name="f182" fmla="*/ f132 1 151"/>
                <a:gd name="f183" fmla="*/ f133 1 334"/>
                <a:gd name="f184" fmla="*/ f134 1 151"/>
                <a:gd name="f185" fmla="*/ f135 1 334"/>
                <a:gd name="f186" fmla="*/ f136 1 151"/>
                <a:gd name="f187" fmla="*/ f137 1 334"/>
                <a:gd name="f188" fmla="*/ f138 1 151"/>
                <a:gd name="f189" fmla="*/ f139 1 334"/>
                <a:gd name="f190" fmla="*/ f140 1 334"/>
                <a:gd name="f191" fmla="*/ f141 1 151"/>
                <a:gd name="f192" fmla="*/ f142 1 334"/>
                <a:gd name="f193" fmla="*/ f143 1 151"/>
                <a:gd name="f194" fmla="*/ f144 1 334"/>
                <a:gd name="f195" fmla="*/ f145 1 151"/>
                <a:gd name="f196" fmla="*/ f146 1 334"/>
                <a:gd name="f197" fmla="*/ f147 1 151"/>
                <a:gd name="f198" fmla="*/ f148 1 334"/>
                <a:gd name="f199" fmla="*/ f149 1 151"/>
                <a:gd name="f200" fmla="*/ f150 1 151"/>
                <a:gd name="f201" fmla="*/ f151 1 151"/>
                <a:gd name="f202" fmla="*/ f152 1 334"/>
                <a:gd name="f203" fmla="*/ f153 1 151"/>
                <a:gd name="f204" fmla="*/ f154 1 334"/>
                <a:gd name="f205" fmla="*/ f155 1 151"/>
                <a:gd name="f206" fmla="*/ f156 1 334"/>
                <a:gd name="f207" fmla="*/ f157 1 151"/>
                <a:gd name="f208" fmla="*/ f158 1 334"/>
                <a:gd name="f209" fmla="*/ f159 1 151"/>
                <a:gd name="f210" fmla="*/ f160 1 334"/>
                <a:gd name="f211" fmla="*/ f161 1 151"/>
                <a:gd name="f212" fmla="*/ f162 1 334"/>
                <a:gd name="f213" fmla="*/ f163 1 334"/>
                <a:gd name="f214" fmla="*/ f164 1 151"/>
                <a:gd name="f215" fmla="*/ 0 1 f114"/>
                <a:gd name="f216" fmla="*/ f108 1 f114"/>
                <a:gd name="f217" fmla="*/ 0 1 f115"/>
                <a:gd name="f218" fmla="*/ f109 1 f115"/>
                <a:gd name="f219" fmla="*/ f166 1 f114"/>
                <a:gd name="f220" fmla="*/ f167 1 f115"/>
                <a:gd name="f221" fmla="*/ f168 1 f115"/>
                <a:gd name="f222" fmla="*/ f169 1 f114"/>
                <a:gd name="f223" fmla="*/ f170 1 f115"/>
                <a:gd name="f224" fmla="*/ f171 1 f114"/>
                <a:gd name="f225" fmla="*/ f172 1 f115"/>
                <a:gd name="f226" fmla="*/ f173 1 f114"/>
                <a:gd name="f227" fmla="*/ f174 1 f115"/>
                <a:gd name="f228" fmla="*/ f175 1 f114"/>
                <a:gd name="f229" fmla="*/ f176 1 f115"/>
                <a:gd name="f230" fmla="*/ f177 1 f114"/>
                <a:gd name="f231" fmla="*/ f178 1 f115"/>
                <a:gd name="f232" fmla="*/ f179 1 f115"/>
                <a:gd name="f233" fmla="*/ f180 1 f114"/>
                <a:gd name="f234" fmla="*/ f181 1 f115"/>
                <a:gd name="f235" fmla="*/ f182 1 f114"/>
                <a:gd name="f236" fmla="*/ f183 1 f115"/>
                <a:gd name="f237" fmla="*/ f184 1 f114"/>
                <a:gd name="f238" fmla="*/ f185 1 f115"/>
                <a:gd name="f239" fmla="*/ f186 1 f114"/>
                <a:gd name="f240" fmla="*/ f187 1 f115"/>
                <a:gd name="f241" fmla="*/ f188 1 f114"/>
                <a:gd name="f242" fmla="*/ f189 1 f115"/>
                <a:gd name="f243" fmla="*/ f190 1 f115"/>
                <a:gd name="f244" fmla="*/ f191 1 f114"/>
                <a:gd name="f245" fmla="*/ f192 1 f115"/>
                <a:gd name="f246" fmla="*/ f193 1 f114"/>
                <a:gd name="f247" fmla="*/ f194 1 f115"/>
                <a:gd name="f248" fmla="*/ f195 1 f114"/>
                <a:gd name="f249" fmla="*/ f196 1 f115"/>
                <a:gd name="f250" fmla="*/ f197 1 f114"/>
                <a:gd name="f251" fmla="*/ f198 1 f115"/>
                <a:gd name="f252" fmla="*/ f199 1 f114"/>
                <a:gd name="f253" fmla="*/ f200 1 f114"/>
                <a:gd name="f254" fmla="*/ f201 1 f114"/>
                <a:gd name="f255" fmla="*/ f202 1 f115"/>
                <a:gd name="f256" fmla="*/ f203 1 f114"/>
                <a:gd name="f257" fmla="*/ f204 1 f115"/>
                <a:gd name="f258" fmla="*/ f205 1 f114"/>
                <a:gd name="f259" fmla="*/ f206 1 f115"/>
                <a:gd name="f260" fmla="*/ f207 1 f114"/>
                <a:gd name="f261" fmla="*/ f208 1 f115"/>
                <a:gd name="f262" fmla="*/ f209 1 f114"/>
                <a:gd name="f263" fmla="*/ f210 1 f115"/>
                <a:gd name="f264" fmla="*/ f211 1 f114"/>
                <a:gd name="f265" fmla="*/ f212 1 f115"/>
                <a:gd name="f266" fmla="*/ f213 1 f115"/>
                <a:gd name="f267" fmla="*/ f214 1 f114"/>
                <a:gd name="f268" fmla="*/ f215 f105 1"/>
                <a:gd name="f269" fmla="*/ f216 f105 1"/>
                <a:gd name="f270" fmla="*/ f218 f106 1"/>
                <a:gd name="f271" fmla="*/ f217 f106 1"/>
                <a:gd name="f272" fmla="*/ f219 f105 1"/>
                <a:gd name="f273" fmla="*/ f220 f106 1"/>
                <a:gd name="f274" fmla="*/ f221 f106 1"/>
                <a:gd name="f275" fmla="*/ f222 f105 1"/>
                <a:gd name="f276" fmla="*/ f223 f106 1"/>
                <a:gd name="f277" fmla="*/ f224 f105 1"/>
                <a:gd name="f278" fmla="*/ f225 f106 1"/>
                <a:gd name="f279" fmla="*/ f226 f105 1"/>
                <a:gd name="f280" fmla="*/ f227 f106 1"/>
                <a:gd name="f281" fmla="*/ f228 f105 1"/>
                <a:gd name="f282" fmla="*/ f229 f106 1"/>
                <a:gd name="f283" fmla="*/ f230 f105 1"/>
                <a:gd name="f284" fmla="*/ f231 f106 1"/>
                <a:gd name="f285" fmla="*/ f232 f106 1"/>
                <a:gd name="f286" fmla="*/ f233 f105 1"/>
                <a:gd name="f287" fmla="*/ f234 f106 1"/>
                <a:gd name="f288" fmla="*/ f235 f105 1"/>
                <a:gd name="f289" fmla="*/ f236 f106 1"/>
                <a:gd name="f290" fmla="*/ f237 f105 1"/>
                <a:gd name="f291" fmla="*/ f238 f106 1"/>
                <a:gd name="f292" fmla="*/ f239 f105 1"/>
                <a:gd name="f293" fmla="*/ f240 f106 1"/>
                <a:gd name="f294" fmla="*/ f241 f105 1"/>
                <a:gd name="f295" fmla="*/ f242 f106 1"/>
                <a:gd name="f296" fmla="*/ f243 f106 1"/>
                <a:gd name="f297" fmla="*/ f244 f105 1"/>
                <a:gd name="f298" fmla="*/ f245 f106 1"/>
                <a:gd name="f299" fmla="*/ f246 f105 1"/>
                <a:gd name="f300" fmla="*/ f247 f106 1"/>
                <a:gd name="f301" fmla="*/ f248 f105 1"/>
                <a:gd name="f302" fmla="*/ f249 f106 1"/>
                <a:gd name="f303" fmla="*/ f250 f105 1"/>
                <a:gd name="f304" fmla="*/ f251 f106 1"/>
                <a:gd name="f305" fmla="*/ f252 f105 1"/>
                <a:gd name="f306" fmla="*/ f253 f105 1"/>
                <a:gd name="f307" fmla="*/ f254 f105 1"/>
                <a:gd name="f308" fmla="*/ f255 f106 1"/>
                <a:gd name="f309" fmla="*/ f256 f105 1"/>
                <a:gd name="f310" fmla="*/ f257 f106 1"/>
                <a:gd name="f311" fmla="*/ f258 f105 1"/>
                <a:gd name="f312" fmla="*/ f259 f106 1"/>
                <a:gd name="f313" fmla="*/ f260 f105 1"/>
                <a:gd name="f314" fmla="*/ f261 f106 1"/>
                <a:gd name="f315" fmla="*/ f262 f105 1"/>
                <a:gd name="f316" fmla="*/ f263 f106 1"/>
                <a:gd name="f317" fmla="*/ f264 f105 1"/>
                <a:gd name="f318" fmla="*/ f265 f106 1"/>
                <a:gd name="f319" fmla="*/ f266 f106 1"/>
                <a:gd name="f320" fmla="*/ f267 f10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65">
                  <a:pos x="f272" y="f273"/>
                </a:cxn>
                <a:cxn ang="f165">
                  <a:pos x="f272" y="f274"/>
                </a:cxn>
                <a:cxn ang="f165">
                  <a:pos x="f275" y="f276"/>
                </a:cxn>
                <a:cxn ang="f165">
                  <a:pos x="f277" y="f278"/>
                </a:cxn>
                <a:cxn ang="f165">
                  <a:pos x="f279" y="f280"/>
                </a:cxn>
                <a:cxn ang="f165">
                  <a:pos x="f281" y="f282"/>
                </a:cxn>
                <a:cxn ang="f165">
                  <a:pos x="f283" y="f284"/>
                </a:cxn>
                <a:cxn ang="f165">
                  <a:pos x="f283" y="f285"/>
                </a:cxn>
                <a:cxn ang="f165">
                  <a:pos x="f286" y="f287"/>
                </a:cxn>
                <a:cxn ang="f165">
                  <a:pos x="f288" y="f289"/>
                </a:cxn>
                <a:cxn ang="f165">
                  <a:pos x="f290" y="f291"/>
                </a:cxn>
                <a:cxn ang="f165">
                  <a:pos x="f292" y="f293"/>
                </a:cxn>
                <a:cxn ang="f165">
                  <a:pos x="f294" y="f295"/>
                </a:cxn>
                <a:cxn ang="f165">
                  <a:pos x="f292" y="f296"/>
                </a:cxn>
                <a:cxn ang="f165">
                  <a:pos x="f297" y="f298"/>
                </a:cxn>
                <a:cxn ang="f165">
                  <a:pos x="f299" y="f300"/>
                </a:cxn>
                <a:cxn ang="f165">
                  <a:pos x="f301" y="f302"/>
                </a:cxn>
                <a:cxn ang="f165">
                  <a:pos x="f303" y="f304"/>
                </a:cxn>
                <a:cxn ang="f165">
                  <a:pos x="f305" y="f273"/>
                </a:cxn>
                <a:cxn ang="f165">
                  <a:pos x="f306" y="f273"/>
                </a:cxn>
                <a:cxn ang="f165">
                  <a:pos x="f272" y="f273"/>
                </a:cxn>
                <a:cxn ang="f165">
                  <a:pos x="f307" y="f308"/>
                </a:cxn>
                <a:cxn ang="f165">
                  <a:pos x="f277" y="f276"/>
                </a:cxn>
                <a:cxn ang="f165">
                  <a:pos x="f309" y="f310"/>
                </a:cxn>
                <a:cxn ang="f165">
                  <a:pos x="f311" y="f312"/>
                </a:cxn>
                <a:cxn ang="f165">
                  <a:pos x="f313" y="f314"/>
                </a:cxn>
                <a:cxn ang="f165">
                  <a:pos x="f315" y="f316"/>
                </a:cxn>
                <a:cxn ang="f165">
                  <a:pos x="f317" y="f318"/>
                </a:cxn>
                <a:cxn ang="f165">
                  <a:pos x="f317" y="f319"/>
                </a:cxn>
                <a:cxn ang="f165">
                  <a:pos x="f320" y="f319"/>
                </a:cxn>
                <a:cxn ang="f165">
                  <a:pos x="f320" y="f308"/>
                </a:cxn>
                <a:cxn ang="f165">
                  <a:pos x="f307" y="f308"/>
                </a:cxn>
              </a:cxnLst>
              <a:rect l="f268" t="f271" r="f269" b="f270"/>
              <a:pathLst>
                <a:path w="151" h="334">
                  <a:moveTo>
                    <a:pt x="f8" y="f5"/>
                  </a:moveTo>
                  <a:cubicBezTo>
                    <a:pt x="f8" y="f9"/>
                    <a:pt x="f8" y="f10"/>
                    <a:pt x="f8" y="f11"/>
                  </a:cubicBezTo>
                  <a:cubicBezTo>
                    <a:pt x="f8" y="f12"/>
                    <a:pt x="f8" y="f13"/>
                    <a:pt x="f14" y="f15"/>
                  </a:cubicBezTo>
                  <a:cubicBezTo>
                    <a:pt x="f16" y="f17"/>
                    <a:pt x="f18" y="f19"/>
                    <a:pt x="f20" y="f21"/>
                  </a:cubicBezTo>
                  <a:cubicBezTo>
                    <a:pt x="f22" y="f23"/>
                    <a:pt x="f24" y="f6"/>
                    <a:pt x="f17" y="f25"/>
                  </a:cubicBezTo>
                  <a:cubicBezTo>
                    <a:pt x="f26" y="f27"/>
                    <a:pt x="f28" y="f29"/>
                    <a:pt x="f28" y="f30"/>
                  </a:cubicBezTo>
                  <a:cubicBezTo>
                    <a:pt x="f31" y="f32"/>
                    <a:pt x="f15" y="f33"/>
                    <a:pt x="f34" y="f35"/>
                  </a:cubicBezTo>
                  <a:cubicBezTo>
                    <a:pt x="f34" y="f36"/>
                    <a:pt x="f34" y="f37"/>
                    <a:pt x="f34" y="f38"/>
                  </a:cubicBezTo>
                  <a:cubicBezTo>
                    <a:pt x="f39" y="f40"/>
                    <a:pt x="f41" y="f42"/>
                    <a:pt x="f6" y="f43"/>
                  </a:cubicBezTo>
                  <a:cubicBezTo>
                    <a:pt x="f44" y="f45"/>
                    <a:pt x="f46" y="f7"/>
                    <a:pt x="f5" y="f47"/>
                  </a:cubicBezTo>
                  <a:cubicBezTo>
                    <a:pt x="f48" y="f47"/>
                    <a:pt x="f49" y="f43"/>
                    <a:pt x="f50" y="f51"/>
                  </a:cubicBezTo>
                  <a:cubicBezTo>
                    <a:pt x="f52" y="f42"/>
                    <a:pt x="f53" y="f40"/>
                    <a:pt x="f54" y="f55"/>
                  </a:cubicBezTo>
                  <a:cubicBezTo>
                    <a:pt x="f56" y="f55"/>
                    <a:pt x="f57" y="f37"/>
                    <a:pt x="f57" y="f58"/>
                  </a:cubicBezTo>
                  <a:cubicBezTo>
                    <a:pt x="f59" y="f33"/>
                    <a:pt x="f56" y="f60"/>
                    <a:pt x="f54" y="f61"/>
                  </a:cubicBezTo>
                  <a:cubicBezTo>
                    <a:pt x="f62" y="f63"/>
                    <a:pt x="f64" y="f65"/>
                    <a:pt x="f66" y="f67"/>
                  </a:cubicBezTo>
                  <a:cubicBezTo>
                    <a:pt x="f68" y="f69"/>
                    <a:pt x="f70" y="f71"/>
                    <a:pt x="f72" y="f73"/>
                  </a:cubicBezTo>
                  <a:cubicBezTo>
                    <a:pt x="f74" y="f75"/>
                    <a:pt x="f48" y="f76"/>
                    <a:pt x="f48" y="f77"/>
                  </a:cubicBezTo>
                  <a:cubicBezTo>
                    <a:pt x="f78" y="f64"/>
                    <a:pt x="f78" y="f79"/>
                    <a:pt x="f80" y="f50"/>
                  </a:cubicBezTo>
                  <a:cubicBezTo>
                    <a:pt x="f80" y="f78"/>
                    <a:pt x="f78" y="f5"/>
                    <a:pt x="f9" y="f5"/>
                  </a:cubicBezTo>
                  <a:cubicBezTo>
                    <a:pt x="f81" y="f5"/>
                    <a:pt x="f82" y="f5"/>
                    <a:pt x="f83" y="f5"/>
                  </a:cubicBezTo>
                  <a:cubicBezTo>
                    <a:pt x="f84" y="f5"/>
                    <a:pt x="f16" y="f5"/>
                    <a:pt x="f8" y="f5"/>
                  </a:cubicBezTo>
                  <a:close/>
                  <a:moveTo>
                    <a:pt x="f85" y="f68"/>
                  </a:moveTo>
                  <a:cubicBezTo>
                    <a:pt x="f85" y="f86"/>
                    <a:pt x="f85" y="f59"/>
                    <a:pt x="f20" y="f15"/>
                  </a:cubicBezTo>
                  <a:cubicBezTo>
                    <a:pt x="f19" y="f87"/>
                    <a:pt x="f88" y="f89"/>
                    <a:pt x="f90" y="f91"/>
                  </a:cubicBezTo>
                  <a:cubicBezTo>
                    <a:pt x="f26" y="f21"/>
                    <a:pt x="f92" y="f93"/>
                    <a:pt x="f77" y="f83"/>
                  </a:cubicBezTo>
                  <a:cubicBezTo>
                    <a:pt x="f94" y="f83"/>
                    <a:pt x="f17" y="f83"/>
                    <a:pt x="f75" y="f71"/>
                  </a:cubicBezTo>
                  <a:cubicBezTo>
                    <a:pt x="f73" y="f95"/>
                    <a:pt x="f21" y="f96"/>
                    <a:pt x="f44" y="f97"/>
                  </a:cubicBezTo>
                  <a:cubicBezTo>
                    <a:pt x="f98" y="f92"/>
                    <a:pt x="f23" y="f99"/>
                    <a:pt x="f23" y="f62"/>
                  </a:cubicBezTo>
                  <a:cubicBezTo>
                    <a:pt x="f69" y="f53"/>
                    <a:pt x="f23" y="f70"/>
                    <a:pt x="f23" y="f74"/>
                  </a:cubicBezTo>
                  <a:cubicBezTo>
                    <a:pt x="f100" y="f74"/>
                    <a:pt x="f81" y="f74"/>
                    <a:pt x="f74" y="f74"/>
                  </a:cubicBezTo>
                  <a:cubicBezTo>
                    <a:pt x="f74" y="f101"/>
                    <a:pt x="f74" y="f102"/>
                    <a:pt x="f74" y="f68"/>
                  </a:cubicBezTo>
                  <a:cubicBezTo>
                    <a:pt x="f103" y="f68"/>
                    <a:pt x="f31" y="f68"/>
                    <a:pt x="f85" y="f68"/>
                  </a:cubicBezTo>
                  <a:close/>
                </a:path>
              </a:pathLst>
            </a:custGeom>
            <a:solidFill>
              <a:srgbClr val="A72424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s-ES" sz="1400" b="0" i="0" u="none" strike="noStrike" kern="0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CAECA44-6C14-9356-4154-7264377E4C7F}"/>
                </a:ext>
              </a:extLst>
            </p:cNvPr>
            <p:cNvSpPr/>
            <p:nvPr/>
          </p:nvSpPr>
          <p:spPr>
            <a:xfrm>
              <a:off x="107515" y="4376638"/>
              <a:ext cx="322527" cy="718105"/>
            </a:xfrm>
            <a:custGeom>
              <a:avLst/>
              <a:gdLst>
                <a:gd name="f0" fmla="val 10800000"/>
                <a:gd name="f1" fmla="val 5400000"/>
                <a:gd name="f2" fmla="val 360"/>
                <a:gd name="f3" fmla="val 180"/>
                <a:gd name="f4" fmla="val w"/>
                <a:gd name="f5" fmla="val h"/>
                <a:gd name="f6" fmla="val 0"/>
                <a:gd name="f7" fmla="val 166"/>
                <a:gd name="f8" fmla="val 371"/>
                <a:gd name="f9" fmla="val 1"/>
                <a:gd name="f10" fmla="val 56"/>
                <a:gd name="f11" fmla="val 111"/>
                <a:gd name="f12" fmla="val 8"/>
                <a:gd name="f13" fmla="val 15"/>
                <a:gd name="f14" fmla="val 23"/>
                <a:gd name="f15" fmla="val 145"/>
                <a:gd name="f16" fmla="val 125"/>
                <a:gd name="f17" fmla="val 103"/>
                <a:gd name="f18" fmla="val 34"/>
                <a:gd name="f19" fmla="val 44"/>
                <a:gd name="f20" fmla="val 55"/>
                <a:gd name="f21" fmla="val 74"/>
                <a:gd name="f22" fmla="val 45"/>
                <a:gd name="f23" fmla="val 16"/>
                <a:gd name="f24" fmla="val 75"/>
                <a:gd name="f25" fmla="val 14"/>
                <a:gd name="f26" fmla="val 94"/>
                <a:gd name="f27" fmla="val 20"/>
                <a:gd name="f28" fmla="val 113"/>
                <a:gd name="f29" fmla="val 27"/>
                <a:gd name="f30" fmla="val 134"/>
                <a:gd name="f31" fmla="val 40"/>
                <a:gd name="f32" fmla="val 152"/>
                <a:gd name="f33" fmla="val 63"/>
                <a:gd name="f34" fmla="val 156"/>
                <a:gd name="f35" fmla="val 76"/>
                <a:gd name="f36" fmla="val 158"/>
                <a:gd name="f37" fmla="val 90"/>
                <a:gd name="f38" fmla="val 106"/>
                <a:gd name="f39" fmla="val 108"/>
                <a:gd name="f40" fmla="val 155"/>
                <a:gd name="f41" fmla="val 114"/>
                <a:gd name="f42" fmla="val 160"/>
                <a:gd name="f43" fmla="val 116"/>
                <a:gd name="f44" fmla="val 165"/>
                <a:gd name="f45" fmla="val 119"/>
                <a:gd name="f46" fmla="val 171"/>
                <a:gd name="f47" fmla="val 172"/>
                <a:gd name="f48" fmla="val 101"/>
                <a:gd name="f49" fmla="val 188"/>
                <a:gd name="f50" fmla="val 96"/>
                <a:gd name="f51" fmla="val 209"/>
                <a:gd name="f52" fmla="val 95"/>
                <a:gd name="f53" fmla="val 232"/>
                <a:gd name="f54" fmla="val 271"/>
                <a:gd name="f55" fmla="val 92"/>
                <a:gd name="f56" fmla="val 310"/>
                <a:gd name="f57" fmla="val 349"/>
                <a:gd name="f58" fmla="val 350"/>
                <a:gd name="f59" fmla="val 351"/>
                <a:gd name="f60" fmla="val 352"/>
                <a:gd name="f61" fmla="val 353"/>
                <a:gd name="f62" fmla="val 99"/>
                <a:gd name="f63" fmla="val 354"/>
                <a:gd name="f64" fmla="val 104"/>
                <a:gd name="f65" fmla="val 355"/>
                <a:gd name="f66" fmla="val 102"/>
                <a:gd name="f67" fmla="val 364"/>
                <a:gd name="f68" fmla="val 100"/>
                <a:gd name="f69" fmla="val 370"/>
                <a:gd name="f70" fmla="val 67"/>
                <a:gd name="f71" fmla="val 367"/>
                <a:gd name="f72" fmla="val 366"/>
                <a:gd name="f73" fmla="val 365"/>
                <a:gd name="f74" fmla="val 26"/>
                <a:gd name="f75" fmla="val 51"/>
                <a:gd name="f76" fmla="val 356"/>
                <a:gd name="f77" fmla="val 77"/>
                <a:gd name="f78" fmla="val 333"/>
                <a:gd name="f79" fmla="val 314"/>
                <a:gd name="f80" fmla="val 295"/>
                <a:gd name="f81" fmla="val 73"/>
                <a:gd name="f82" fmla="val 72"/>
                <a:gd name="f83" fmla="val 246"/>
                <a:gd name="f84" fmla="val 71"/>
                <a:gd name="f85" fmla="val 222"/>
                <a:gd name="f86" fmla="val 204"/>
                <a:gd name="f87" fmla="val 65"/>
                <a:gd name="f88" fmla="val 52"/>
                <a:gd name="f89" fmla="val 175"/>
                <a:gd name="f90" fmla="val 168"/>
                <a:gd name="f91" fmla="val 37"/>
                <a:gd name="f92" fmla="val 161"/>
                <a:gd name="f93" fmla="val 29"/>
                <a:gd name="f94" fmla="val 154"/>
                <a:gd name="f95" fmla="val 9"/>
                <a:gd name="f96" fmla="val 135"/>
                <a:gd name="f97" fmla="val 2"/>
                <a:gd name="f98" fmla="val 85"/>
                <a:gd name="f99" fmla="val 58"/>
                <a:gd name="f100" fmla="val 31"/>
                <a:gd name="f101" fmla="val 4"/>
                <a:gd name="f102" fmla="val 3"/>
                <a:gd name="f103" fmla="+- 0 0 -90"/>
                <a:gd name="f104" fmla="*/ f4 1 166"/>
                <a:gd name="f105" fmla="*/ f5 1 371"/>
                <a:gd name="f106" fmla="val f6"/>
                <a:gd name="f107" fmla="val f7"/>
                <a:gd name="f108" fmla="val f8"/>
                <a:gd name="f109" fmla="*/ f103 f0 1"/>
                <a:gd name="f110" fmla="+- f108 0 f106"/>
                <a:gd name="f111" fmla="+- f107 0 f106"/>
                <a:gd name="f112" fmla="*/ f109 1 f3"/>
                <a:gd name="f113" fmla="*/ f111 1 166"/>
                <a:gd name="f114" fmla="*/ f110 1 371"/>
                <a:gd name="f115" fmla="*/ 1 f111 1"/>
                <a:gd name="f116" fmla="*/ 0 f110 1"/>
                <a:gd name="f117" fmla="*/ 166 f111 1"/>
                <a:gd name="f118" fmla="*/ 23 f110 1"/>
                <a:gd name="f119" fmla="*/ 103 f111 1"/>
                <a:gd name="f120" fmla="*/ 55 f110 1"/>
                <a:gd name="f121" fmla="*/ 16 f111 1"/>
                <a:gd name="f122" fmla="*/ 20 f111 1"/>
                <a:gd name="f123" fmla="*/ 113 f110 1"/>
                <a:gd name="f124" fmla="*/ 63 f111 1"/>
                <a:gd name="f125" fmla="*/ 156 f110 1"/>
                <a:gd name="f126" fmla="*/ 111 f111 1"/>
                <a:gd name="f127" fmla="*/ 155 f110 1"/>
                <a:gd name="f128" fmla="*/ 119 f111 1"/>
                <a:gd name="f129" fmla="*/ 171 f110 1"/>
                <a:gd name="f130" fmla="*/ 172 f110 1"/>
                <a:gd name="f131" fmla="*/ 95 f111 1"/>
                <a:gd name="f132" fmla="*/ 232 f110 1"/>
                <a:gd name="f133" fmla="*/ 90 f111 1"/>
                <a:gd name="f134" fmla="*/ 349 f110 1"/>
                <a:gd name="f135" fmla="*/ 352 f110 1"/>
                <a:gd name="f136" fmla="*/ 104 f111 1"/>
                <a:gd name="f137" fmla="*/ 355 f110 1"/>
                <a:gd name="f138" fmla="*/ 100 f111 1"/>
                <a:gd name="f139" fmla="*/ 370 f110 1"/>
                <a:gd name="f140" fmla="*/ 0 f111 1"/>
                <a:gd name="f141" fmla="*/ 367 f110 1"/>
                <a:gd name="f142" fmla="*/ 364 f110 1"/>
                <a:gd name="f143" fmla="*/ 77 f111 1"/>
                <a:gd name="f144" fmla="*/ 75 f111 1"/>
                <a:gd name="f145" fmla="*/ 295 f110 1"/>
                <a:gd name="f146" fmla="*/ 71 f111 1"/>
                <a:gd name="f147" fmla="*/ 222 f110 1"/>
                <a:gd name="f148" fmla="*/ 52 f111 1"/>
                <a:gd name="f149" fmla="*/ 175 f110 1"/>
                <a:gd name="f150" fmla="*/ 29 f111 1"/>
                <a:gd name="f151" fmla="*/ 154 f110 1"/>
                <a:gd name="f152" fmla="*/ 85 f110 1"/>
                <a:gd name="f153" fmla="*/ 4 f110 1"/>
                <a:gd name="f154" fmla="+- f112 0 f1"/>
                <a:gd name="f155" fmla="*/ f115 1 166"/>
                <a:gd name="f156" fmla="*/ f116 1 371"/>
                <a:gd name="f157" fmla="*/ f117 1 166"/>
                <a:gd name="f158" fmla="*/ f118 1 371"/>
                <a:gd name="f159" fmla="*/ f119 1 166"/>
                <a:gd name="f160" fmla="*/ f120 1 371"/>
                <a:gd name="f161" fmla="*/ f121 1 166"/>
                <a:gd name="f162" fmla="*/ f122 1 166"/>
                <a:gd name="f163" fmla="*/ f123 1 371"/>
                <a:gd name="f164" fmla="*/ f124 1 166"/>
                <a:gd name="f165" fmla="*/ f125 1 371"/>
                <a:gd name="f166" fmla="*/ f126 1 166"/>
                <a:gd name="f167" fmla="*/ f127 1 371"/>
                <a:gd name="f168" fmla="*/ f128 1 166"/>
                <a:gd name="f169" fmla="*/ f129 1 371"/>
                <a:gd name="f170" fmla="*/ f130 1 371"/>
                <a:gd name="f171" fmla="*/ f131 1 166"/>
                <a:gd name="f172" fmla="*/ f132 1 371"/>
                <a:gd name="f173" fmla="*/ f133 1 166"/>
                <a:gd name="f174" fmla="*/ f134 1 371"/>
                <a:gd name="f175" fmla="*/ f135 1 371"/>
                <a:gd name="f176" fmla="*/ f136 1 166"/>
                <a:gd name="f177" fmla="*/ f137 1 371"/>
                <a:gd name="f178" fmla="*/ f138 1 166"/>
                <a:gd name="f179" fmla="*/ f139 1 371"/>
                <a:gd name="f180" fmla="*/ f140 1 166"/>
                <a:gd name="f181" fmla="*/ f141 1 371"/>
                <a:gd name="f182" fmla="*/ f142 1 371"/>
                <a:gd name="f183" fmla="*/ f143 1 166"/>
                <a:gd name="f184" fmla="*/ f144 1 166"/>
                <a:gd name="f185" fmla="*/ f145 1 371"/>
                <a:gd name="f186" fmla="*/ f146 1 166"/>
                <a:gd name="f187" fmla="*/ f147 1 371"/>
                <a:gd name="f188" fmla="*/ f148 1 166"/>
                <a:gd name="f189" fmla="*/ f149 1 371"/>
                <a:gd name="f190" fmla="*/ f150 1 166"/>
                <a:gd name="f191" fmla="*/ f151 1 371"/>
                <a:gd name="f192" fmla="*/ f152 1 371"/>
                <a:gd name="f193" fmla="*/ f153 1 371"/>
                <a:gd name="f194" fmla="*/ 0 1 f113"/>
                <a:gd name="f195" fmla="*/ f107 1 f113"/>
                <a:gd name="f196" fmla="*/ 0 1 f114"/>
                <a:gd name="f197" fmla="*/ f108 1 f114"/>
                <a:gd name="f198" fmla="*/ f155 1 f113"/>
                <a:gd name="f199" fmla="*/ f156 1 f114"/>
                <a:gd name="f200" fmla="*/ f157 1 f113"/>
                <a:gd name="f201" fmla="*/ f158 1 f114"/>
                <a:gd name="f202" fmla="*/ f159 1 f113"/>
                <a:gd name="f203" fmla="*/ f160 1 f114"/>
                <a:gd name="f204" fmla="*/ f161 1 f113"/>
                <a:gd name="f205" fmla="*/ f162 1 f113"/>
                <a:gd name="f206" fmla="*/ f163 1 f114"/>
                <a:gd name="f207" fmla="*/ f164 1 f113"/>
                <a:gd name="f208" fmla="*/ f165 1 f114"/>
                <a:gd name="f209" fmla="*/ f166 1 f113"/>
                <a:gd name="f210" fmla="*/ f167 1 f114"/>
                <a:gd name="f211" fmla="*/ f168 1 f113"/>
                <a:gd name="f212" fmla="*/ f169 1 f114"/>
                <a:gd name="f213" fmla="*/ f170 1 f114"/>
                <a:gd name="f214" fmla="*/ f171 1 f113"/>
                <a:gd name="f215" fmla="*/ f172 1 f114"/>
                <a:gd name="f216" fmla="*/ f173 1 f113"/>
                <a:gd name="f217" fmla="*/ f174 1 f114"/>
                <a:gd name="f218" fmla="*/ f175 1 f114"/>
                <a:gd name="f219" fmla="*/ f176 1 f113"/>
                <a:gd name="f220" fmla="*/ f177 1 f114"/>
                <a:gd name="f221" fmla="*/ f178 1 f113"/>
                <a:gd name="f222" fmla="*/ f179 1 f114"/>
                <a:gd name="f223" fmla="*/ f180 1 f113"/>
                <a:gd name="f224" fmla="*/ f181 1 f114"/>
                <a:gd name="f225" fmla="*/ f182 1 f114"/>
                <a:gd name="f226" fmla="*/ f183 1 f113"/>
                <a:gd name="f227" fmla="*/ f184 1 f113"/>
                <a:gd name="f228" fmla="*/ f185 1 f114"/>
                <a:gd name="f229" fmla="*/ f186 1 f113"/>
                <a:gd name="f230" fmla="*/ f187 1 f114"/>
                <a:gd name="f231" fmla="*/ f188 1 f113"/>
                <a:gd name="f232" fmla="*/ f189 1 f114"/>
                <a:gd name="f233" fmla="*/ f190 1 f113"/>
                <a:gd name="f234" fmla="*/ f191 1 f114"/>
                <a:gd name="f235" fmla="*/ f192 1 f114"/>
                <a:gd name="f236" fmla="*/ f193 1 f114"/>
                <a:gd name="f237" fmla="*/ f194 f104 1"/>
                <a:gd name="f238" fmla="*/ f195 f104 1"/>
                <a:gd name="f239" fmla="*/ f197 f105 1"/>
                <a:gd name="f240" fmla="*/ f196 f105 1"/>
                <a:gd name="f241" fmla="*/ f198 f104 1"/>
                <a:gd name="f242" fmla="*/ f199 f105 1"/>
                <a:gd name="f243" fmla="*/ f200 f104 1"/>
                <a:gd name="f244" fmla="*/ f201 f105 1"/>
                <a:gd name="f245" fmla="*/ f202 f104 1"/>
                <a:gd name="f246" fmla="*/ f203 f105 1"/>
                <a:gd name="f247" fmla="*/ f204 f104 1"/>
                <a:gd name="f248" fmla="*/ f205 f104 1"/>
                <a:gd name="f249" fmla="*/ f206 f105 1"/>
                <a:gd name="f250" fmla="*/ f207 f104 1"/>
                <a:gd name="f251" fmla="*/ f208 f105 1"/>
                <a:gd name="f252" fmla="*/ f209 f104 1"/>
                <a:gd name="f253" fmla="*/ f210 f105 1"/>
                <a:gd name="f254" fmla="*/ f211 f104 1"/>
                <a:gd name="f255" fmla="*/ f212 f105 1"/>
                <a:gd name="f256" fmla="*/ f213 f105 1"/>
                <a:gd name="f257" fmla="*/ f214 f104 1"/>
                <a:gd name="f258" fmla="*/ f215 f105 1"/>
                <a:gd name="f259" fmla="*/ f216 f104 1"/>
                <a:gd name="f260" fmla="*/ f217 f105 1"/>
                <a:gd name="f261" fmla="*/ f218 f105 1"/>
                <a:gd name="f262" fmla="*/ f219 f104 1"/>
                <a:gd name="f263" fmla="*/ f220 f105 1"/>
                <a:gd name="f264" fmla="*/ f221 f104 1"/>
                <a:gd name="f265" fmla="*/ f222 f105 1"/>
                <a:gd name="f266" fmla="*/ f223 f104 1"/>
                <a:gd name="f267" fmla="*/ f224 f105 1"/>
                <a:gd name="f268" fmla="*/ f225 f105 1"/>
                <a:gd name="f269" fmla="*/ f226 f104 1"/>
                <a:gd name="f270" fmla="*/ f227 f104 1"/>
                <a:gd name="f271" fmla="*/ f228 f105 1"/>
                <a:gd name="f272" fmla="*/ f229 f104 1"/>
                <a:gd name="f273" fmla="*/ f230 f105 1"/>
                <a:gd name="f274" fmla="*/ f231 f104 1"/>
                <a:gd name="f275" fmla="*/ f232 f105 1"/>
                <a:gd name="f276" fmla="*/ f233 f104 1"/>
                <a:gd name="f277" fmla="*/ f234 f105 1"/>
                <a:gd name="f278" fmla="*/ f235 f105 1"/>
                <a:gd name="f279" fmla="*/ f236 f10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54">
                  <a:pos x="f241" y="f242"/>
                </a:cxn>
                <a:cxn ang="f154">
                  <a:pos x="f243" y="f242"/>
                </a:cxn>
                <a:cxn ang="f154">
                  <a:pos x="f243" y="f244"/>
                </a:cxn>
                <a:cxn ang="f154">
                  <a:pos x="f245" y="f244"/>
                </a:cxn>
                <a:cxn ang="f154">
                  <a:pos x="f245" y="f246"/>
                </a:cxn>
                <a:cxn ang="f154">
                  <a:pos x="f247" y="f246"/>
                </a:cxn>
                <a:cxn ang="f154">
                  <a:pos x="f248" y="f249"/>
                </a:cxn>
                <a:cxn ang="f154">
                  <a:pos x="f250" y="f251"/>
                </a:cxn>
                <a:cxn ang="f154">
                  <a:pos x="f245" y="f251"/>
                </a:cxn>
                <a:cxn ang="f154">
                  <a:pos x="f252" y="f253"/>
                </a:cxn>
                <a:cxn ang="f154">
                  <a:pos x="f254" y="f255"/>
                </a:cxn>
                <a:cxn ang="f154">
                  <a:pos x="f254" y="f256"/>
                </a:cxn>
                <a:cxn ang="f154">
                  <a:pos x="f257" y="f258"/>
                </a:cxn>
                <a:cxn ang="f154">
                  <a:pos x="f259" y="f260"/>
                </a:cxn>
                <a:cxn ang="f154">
                  <a:pos x="f259" y="f261"/>
                </a:cxn>
                <a:cxn ang="f154">
                  <a:pos x="f262" y="f263"/>
                </a:cxn>
                <a:cxn ang="f154">
                  <a:pos x="f264" y="f265"/>
                </a:cxn>
                <a:cxn ang="f154">
                  <a:pos x="f266" y="f267"/>
                </a:cxn>
                <a:cxn ang="f154">
                  <a:pos x="f266" y="f268"/>
                </a:cxn>
                <a:cxn ang="f154">
                  <a:pos x="f269" y="f261"/>
                </a:cxn>
                <a:cxn ang="f154">
                  <a:pos x="f270" y="f271"/>
                </a:cxn>
                <a:cxn ang="f154">
                  <a:pos x="f272" y="f273"/>
                </a:cxn>
                <a:cxn ang="f154">
                  <a:pos x="f274" y="f275"/>
                </a:cxn>
                <a:cxn ang="f154">
                  <a:pos x="f276" y="f277"/>
                </a:cxn>
                <a:cxn ang="f154">
                  <a:pos x="f241" y="f278"/>
                </a:cxn>
                <a:cxn ang="f154">
                  <a:pos x="f241" y="f279"/>
                </a:cxn>
                <a:cxn ang="f154">
                  <a:pos x="f241" y="f242"/>
                </a:cxn>
              </a:cxnLst>
              <a:rect l="f237" t="f240" r="f238" b="f239"/>
              <a:pathLst>
                <a:path w="166" h="371">
                  <a:moveTo>
                    <a:pt x="f9" y="f6"/>
                  </a:moveTo>
                  <a:cubicBezTo>
                    <a:pt x="f10" y="f6"/>
                    <a:pt x="f11" y="f6"/>
                    <a:pt x="f7" y="f6"/>
                  </a:cubicBezTo>
                  <a:cubicBezTo>
                    <a:pt x="f7" y="f12"/>
                    <a:pt x="f7" y="f13"/>
                    <a:pt x="f7" y="f14"/>
                  </a:cubicBezTo>
                  <a:cubicBezTo>
                    <a:pt x="f15" y="f14"/>
                    <a:pt x="f16" y="f14"/>
                    <a:pt x="f17" y="f14"/>
                  </a:cubicBezTo>
                  <a:cubicBezTo>
                    <a:pt x="f17" y="f18"/>
                    <a:pt x="f17" y="f19"/>
                    <a:pt x="f17" y="f20"/>
                  </a:cubicBezTo>
                  <a:cubicBezTo>
                    <a:pt x="f21" y="f20"/>
                    <a:pt x="f22" y="f20"/>
                    <a:pt x="f23" y="f20"/>
                  </a:cubicBezTo>
                  <a:cubicBezTo>
                    <a:pt x="f13" y="f24"/>
                    <a:pt x="f25" y="f26"/>
                    <a:pt x="f27" y="f28"/>
                  </a:cubicBezTo>
                  <a:cubicBezTo>
                    <a:pt x="f29" y="f30"/>
                    <a:pt x="f31" y="f32"/>
                    <a:pt x="f33" y="f34"/>
                  </a:cubicBezTo>
                  <a:cubicBezTo>
                    <a:pt x="f35" y="f36"/>
                    <a:pt x="f37" y="f34"/>
                    <a:pt x="f17" y="f34"/>
                  </a:cubicBezTo>
                  <a:cubicBezTo>
                    <a:pt x="f38" y="f34"/>
                    <a:pt x="f39" y="f40"/>
                    <a:pt x="f11" y="f40"/>
                  </a:cubicBezTo>
                  <a:cubicBezTo>
                    <a:pt x="f41" y="f42"/>
                    <a:pt x="f43" y="f44"/>
                    <a:pt x="f45" y="f46"/>
                  </a:cubicBezTo>
                  <a:cubicBezTo>
                    <a:pt x="f45" y="f46"/>
                    <a:pt x="f45" y="f46"/>
                    <a:pt x="f45" y="f47"/>
                  </a:cubicBezTo>
                  <a:cubicBezTo>
                    <a:pt x="f48" y="f49"/>
                    <a:pt x="f50" y="f51"/>
                    <a:pt x="f52" y="f53"/>
                  </a:cubicBezTo>
                  <a:cubicBezTo>
                    <a:pt x="f26" y="f54"/>
                    <a:pt x="f55" y="f56"/>
                    <a:pt x="f37" y="f57"/>
                  </a:cubicBezTo>
                  <a:cubicBezTo>
                    <a:pt x="f37" y="f58"/>
                    <a:pt x="f37" y="f59"/>
                    <a:pt x="f37" y="f60"/>
                  </a:cubicBezTo>
                  <a:cubicBezTo>
                    <a:pt x="f52" y="f61"/>
                    <a:pt x="f62" y="f63"/>
                    <a:pt x="f64" y="f65"/>
                  </a:cubicBezTo>
                  <a:cubicBezTo>
                    <a:pt x="f17" y="f2"/>
                    <a:pt x="f66" y="f67"/>
                    <a:pt x="f68" y="f69"/>
                  </a:cubicBezTo>
                  <a:cubicBezTo>
                    <a:pt x="f70" y="f8"/>
                    <a:pt x="f18" y="f8"/>
                    <a:pt x="f6" y="f71"/>
                  </a:cubicBezTo>
                  <a:cubicBezTo>
                    <a:pt x="f6" y="f72"/>
                    <a:pt x="f6" y="f73"/>
                    <a:pt x="f6" y="f67"/>
                  </a:cubicBezTo>
                  <a:cubicBezTo>
                    <a:pt x="f74" y="f2"/>
                    <a:pt x="f75" y="f76"/>
                    <a:pt x="f77" y="f60"/>
                  </a:cubicBezTo>
                  <a:cubicBezTo>
                    <a:pt x="f35" y="f78"/>
                    <a:pt x="f35" y="f79"/>
                    <a:pt x="f24" y="f80"/>
                  </a:cubicBezTo>
                  <a:cubicBezTo>
                    <a:pt x="f81" y="f54"/>
                    <a:pt x="f82" y="f83"/>
                    <a:pt x="f84" y="f85"/>
                  </a:cubicBezTo>
                  <a:cubicBezTo>
                    <a:pt x="f84" y="f86"/>
                    <a:pt x="f87" y="f49"/>
                    <a:pt x="f88" y="f89"/>
                  </a:cubicBezTo>
                  <a:cubicBezTo>
                    <a:pt x="f19" y="f90"/>
                    <a:pt x="f91" y="f92"/>
                    <a:pt x="f93" y="f94"/>
                  </a:cubicBezTo>
                  <a:cubicBezTo>
                    <a:pt x="f95" y="f96"/>
                    <a:pt x="f97" y="f11"/>
                    <a:pt x="f9" y="f98"/>
                  </a:cubicBezTo>
                  <a:cubicBezTo>
                    <a:pt x="f6" y="f99"/>
                    <a:pt x="f9" y="f100"/>
                    <a:pt x="f9" y="f101"/>
                  </a:cubicBezTo>
                  <a:cubicBezTo>
                    <a:pt x="f9" y="f102"/>
                    <a:pt x="f9" y="f97"/>
                    <a:pt x="f9" y="f6"/>
                  </a:cubicBezTo>
                  <a:close/>
                </a:path>
              </a:pathLst>
            </a:custGeom>
            <a:solidFill>
              <a:srgbClr val="A72424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s-ES" sz="1400" b="0" i="0" u="none" strike="noStrike" kern="0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11" name="Elipse 9">
            <a:extLst>
              <a:ext uri="{FF2B5EF4-FFF2-40B4-BE49-F238E27FC236}">
                <a16:creationId xmlns:a16="http://schemas.microsoft.com/office/drawing/2014/main" id="{38C2D159-10F0-0927-5EA6-8D39BC815412}"/>
              </a:ext>
            </a:extLst>
          </p:cNvPr>
          <p:cNvSpPr/>
          <p:nvPr/>
        </p:nvSpPr>
        <p:spPr>
          <a:xfrm>
            <a:off x="398971" y="5027828"/>
            <a:ext cx="8665467" cy="85725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A72424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400" b="0" i="0" u="none" strike="noStrike" kern="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2" name="Picture 2" descr="arbol de uvas">
            <a:extLst>
              <a:ext uri="{FF2B5EF4-FFF2-40B4-BE49-F238E27FC236}">
                <a16:creationId xmlns:a16="http://schemas.microsoft.com/office/drawing/2014/main" id="{836B86DB-CEC6-F6D2-61CB-A28A808A442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715000" y="0"/>
            <a:ext cx="3429000" cy="5143499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5095020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709458" cy="3756798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475"/>
              </a:spcBef>
              <a:buNone/>
            </a:pPr>
            <a:r>
              <a:rPr spc="160" dirty="0"/>
              <a:t>Qu’est-</a:t>
            </a:r>
            <a:r>
              <a:rPr spc="235" dirty="0"/>
              <a:t>ce</a:t>
            </a:r>
            <a:r>
              <a:rPr spc="125" dirty="0"/>
              <a:t> </a:t>
            </a:r>
            <a:r>
              <a:rPr spc="185" dirty="0"/>
              <a:t>qui</a:t>
            </a:r>
            <a:r>
              <a:rPr spc="110" dirty="0"/>
              <a:t> </a:t>
            </a:r>
            <a:r>
              <a:rPr spc="150" dirty="0"/>
              <a:t>s’est</a:t>
            </a:r>
            <a:r>
              <a:rPr spc="105" dirty="0"/>
              <a:t> </a:t>
            </a:r>
            <a:r>
              <a:rPr spc="190" dirty="0"/>
              <a:t>bien</a:t>
            </a:r>
            <a:r>
              <a:rPr spc="100" dirty="0"/>
              <a:t> </a:t>
            </a:r>
            <a:r>
              <a:rPr spc="204" dirty="0"/>
              <a:t>passé</a:t>
            </a:r>
            <a:r>
              <a:rPr spc="95" dirty="0"/>
              <a:t> </a:t>
            </a:r>
            <a:r>
              <a:rPr spc="190" dirty="0"/>
              <a:t>pour</a:t>
            </a:r>
            <a:r>
              <a:rPr spc="110" dirty="0"/>
              <a:t> </a:t>
            </a:r>
            <a:r>
              <a:rPr spc="200" dirty="0"/>
              <a:t>vous</a:t>
            </a:r>
            <a:r>
              <a:rPr spc="114" dirty="0"/>
              <a:t> </a:t>
            </a:r>
            <a:r>
              <a:rPr spc="215" dirty="0"/>
              <a:t>dans</a:t>
            </a:r>
            <a:r>
              <a:rPr spc="110" dirty="0"/>
              <a:t> </a:t>
            </a:r>
            <a:r>
              <a:rPr spc="235" dirty="0"/>
              <a:t>ce</a:t>
            </a:r>
            <a:r>
              <a:rPr spc="105" dirty="0"/>
              <a:t> </a:t>
            </a:r>
            <a:r>
              <a:rPr spc="140" dirty="0"/>
              <a:t>travail</a:t>
            </a:r>
            <a:r>
              <a:rPr spc="130" dirty="0"/>
              <a:t> </a:t>
            </a:r>
            <a:r>
              <a:rPr spc="220" dirty="0"/>
              <a:t>de</a:t>
            </a:r>
            <a:r>
              <a:rPr spc="100" dirty="0"/>
              <a:t> </a:t>
            </a:r>
            <a:r>
              <a:rPr spc="204" dirty="0" err="1"/>
              <a:t>nettoyage</a:t>
            </a:r>
            <a:r>
              <a:rPr spc="170" dirty="0"/>
              <a:t> </a:t>
            </a:r>
            <a:r>
              <a:rPr spc="140" dirty="0"/>
              <a:t>?</a:t>
            </a:r>
            <a:endParaRPr lang="fr-FR" spc="140" dirty="0"/>
          </a:p>
          <a:p>
            <a:pPr marL="0" indent="0">
              <a:lnSpc>
                <a:spcPct val="100000"/>
              </a:lnSpc>
              <a:spcBef>
                <a:spcPts val="475"/>
              </a:spcBef>
              <a:buNone/>
            </a:pPr>
            <a:endParaRPr spc="140" dirty="0"/>
          </a:p>
          <a:p>
            <a:pPr marL="12700" marR="314960" algn="just">
              <a:lnSpc>
                <a:spcPct val="114999"/>
              </a:lnSpc>
              <a:spcBef>
                <a:spcPts val="65"/>
              </a:spcBef>
            </a:pPr>
            <a:r>
              <a:rPr sz="1200" b="0" u="none" dirty="0">
                <a:latin typeface="Century Gothic"/>
                <a:cs typeface="Century Gothic"/>
              </a:rPr>
              <a:t>Le</a:t>
            </a:r>
            <a:r>
              <a:rPr sz="1200" b="0" u="none" spc="95" dirty="0">
                <a:latin typeface="Century Gothic"/>
                <a:cs typeface="Century Gothic"/>
              </a:rPr>
              <a:t> </a:t>
            </a:r>
            <a:r>
              <a:rPr sz="1200" b="0" u="none" dirty="0">
                <a:latin typeface="Century Gothic"/>
                <a:cs typeface="Century Gothic"/>
              </a:rPr>
              <a:t>travail</a:t>
            </a:r>
            <a:r>
              <a:rPr sz="1200" b="0" u="none" spc="95" dirty="0">
                <a:latin typeface="Century Gothic"/>
                <a:cs typeface="Century Gothic"/>
              </a:rPr>
              <a:t> </a:t>
            </a:r>
            <a:r>
              <a:rPr sz="1200" b="0" u="none" spc="-10" dirty="0">
                <a:latin typeface="Century Gothic"/>
                <a:cs typeface="Century Gothic"/>
              </a:rPr>
              <a:t>de</a:t>
            </a:r>
            <a:r>
              <a:rPr sz="1200" b="0" u="none" spc="85" dirty="0">
                <a:latin typeface="Century Gothic"/>
                <a:cs typeface="Century Gothic"/>
              </a:rPr>
              <a:t> </a:t>
            </a:r>
            <a:r>
              <a:rPr sz="1200" b="0" u="none" dirty="0">
                <a:latin typeface="Century Gothic"/>
                <a:cs typeface="Century Gothic"/>
              </a:rPr>
              <a:t>nettoyage</a:t>
            </a:r>
            <a:r>
              <a:rPr sz="1200" b="0" u="none" spc="85" dirty="0">
                <a:latin typeface="Century Gothic"/>
                <a:cs typeface="Century Gothic"/>
              </a:rPr>
              <a:t> </a:t>
            </a:r>
            <a:r>
              <a:rPr sz="1200" b="0" u="none" dirty="0">
                <a:latin typeface="Century Gothic"/>
                <a:cs typeface="Century Gothic"/>
              </a:rPr>
              <a:t>s’est</a:t>
            </a:r>
            <a:r>
              <a:rPr sz="1200" b="0" u="none" spc="95" dirty="0">
                <a:latin typeface="Century Gothic"/>
                <a:cs typeface="Century Gothic"/>
              </a:rPr>
              <a:t> </a:t>
            </a:r>
            <a:r>
              <a:rPr sz="1200" b="0" u="none" dirty="0">
                <a:latin typeface="Century Gothic"/>
                <a:cs typeface="Century Gothic"/>
              </a:rPr>
              <a:t>bien</a:t>
            </a:r>
            <a:r>
              <a:rPr sz="1200" b="0" u="none" spc="95" dirty="0">
                <a:latin typeface="Century Gothic"/>
                <a:cs typeface="Century Gothic"/>
              </a:rPr>
              <a:t> </a:t>
            </a:r>
            <a:r>
              <a:rPr sz="1200" b="0" u="none" dirty="0">
                <a:latin typeface="Century Gothic"/>
                <a:cs typeface="Century Gothic"/>
              </a:rPr>
              <a:t>déroulé</a:t>
            </a:r>
            <a:r>
              <a:rPr sz="1200" b="0" u="none" spc="85" dirty="0">
                <a:latin typeface="Century Gothic"/>
                <a:cs typeface="Century Gothic"/>
              </a:rPr>
              <a:t> </a:t>
            </a:r>
            <a:r>
              <a:rPr sz="1200" b="0" u="none" dirty="0">
                <a:latin typeface="Century Gothic"/>
                <a:cs typeface="Century Gothic"/>
              </a:rPr>
              <a:t>dans</a:t>
            </a:r>
            <a:r>
              <a:rPr sz="1200" b="0" u="none" spc="90" dirty="0">
                <a:latin typeface="Century Gothic"/>
                <a:cs typeface="Century Gothic"/>
              </a:rPr>
              <a:t> </a:t>
            </a:r>
            <a:r>
              <a:rPr sz="1200" b="0" u="none" dirty="0">
                <a:latin typeface="Century Gothic"/>
                <a:cs typeface="Century Gothic"/>
              </a:rPr>
              <a:t>l’ensemble,</a:t>
            </a:r>
            <a:r>
              <a:rPr sz="1200" b="0" u="none" spc="100" dirty="0">
                <a:latin typeface="Century Gothic"/>
                <a:cs typeface="Century Gothic"/>
              </a:rPr>
              <a:t> </a:t>
            </a:r>
            <a:r>
              <a:rPr sz="1200" b="0" u="none" dirty="0">
                <a:latin typeface="Century Gothic"/>
                <a:cs typeface="Century Gothic"/>
              </a:rPr>
              <a:t>les</a:t>
            </a:r>
            <a:r>
              <a:rPr sz="1200" b="0" u="none" spc="85" dirty="0">
                <a:latin typeface="Century Gothic"/>
                <a:cs typeface="Century Gothic"/>
              </a:rPr>
              <a:t> </a:t>
            </a:r>
            <a:r>
              <a:rPr sz="1200" b="0" u="none" dirty="0">
                <a:latin typeface="Century Gothic"/>
                <a:cs typeface="Century Gothic"/>
              </a:rPr>
              <a:t>indications</a:t>
            </a:r>
            <a:r>
              <a:rPr sz="1200" b="0" u="none" spc="70" dirty="0">
                <a:latin typeface="Century Gothic"/>
                <a:cs typeface="Century Gothic"/>
              </a:rPr>
              <a:t> </a:t>
            </a:r>
            <a:r>
              <a:rPr sz="1200" b="0" u="none" dirty="0" err="1">
                <a:latin typeface="Century Gothic"/>
                <a:cs typeface="Century Gothic"/>
              </a:rPr>
              <a:t>fournies</a:t>
            </a:r>
            <a:r>
              <a:rPr sz="1200" b="0" u="none" spc="95" dirty="0">
                <a:latin typeface="Century Gothic"/>
                <a:cs typeface="Century Gothic"/>
              </a:rPr>
              <a:t> </a:t>
            </a:r>
            <a:r>
              <a:rPr sz="1200" b="0" u="none" dirty="0">
                <a:latin typeface="Century Gothic"/>
                <a:cs typeface="Century Gothic"/>
              </a:rPr>
              <a:t>dans</a:t>
            </a:r>
            <a:r>
              <a:rPr sz="1200" b="0" u="none" spc="90" dirty="0">
                <a:latin typeface="Century Gothic"/>
                <a:cs typeface="Century Gothic"/>
              </a:rPr>
              <a:t> </a:t>
            </a:r>
            <a:r>
              <a:rPr sz="1200" b="0" u="none" spc="-25" dirty="0">
                <a:latin typeface="Century Gothic"/>
                <a:cs typeface="Century Gothic"/>
              </a:rPr>
              <a:t>le </a:t>
            </a:r>
            <a:r>
              <a:rPr sz="1200" b="0" u="none" dirty="0">
                <a:latin typeface="Century Gothic"/>
                <a:cs typeface="Century Gothic"/>
              </a:rPr>
              <a:t>notebook</a:t>
            </a:r>
            <a:r>
              <a:rPr sz="1200" b="0" u="none" spc="25" dirty="0">
                <a:latin typeface="Century Gothic"/>
                <a:cs typeface="Century Gothic"/>
              </a:rPr>
              <a:t> </a:t>
            </a:r>
            <a:r>
              <a:rPr sz="1200" b="0" u="none" dirty="0">
                <a:latin typeface="Century Gothic"/>
                <a:cs typeface="Century Gothic"/>
              </a:rPr>
              <a:t>étaient</a:t>
            </a:r>
            <a:r>
              <a:rPr sz="1200" b="0" u="none" spc="80" dirty="0">
                <a:latin typeface="Century Gothic"/>
                <a:cs typeface="Century Gothic"/>
              </a:rPr>
              <a:t> </a:t>
            </a:r>
            <a:r>
              <a:rPr sz="1200" b="0" u="none" dirty="0">
                <a:latin typeface="Century Gothic"/>
                <a:cs typeface="Century Gothic"/>
              </a:rPr>
              <a:t>claires</a:t>
            </a:r>
            <a:r>
              <a:rPr sz="1200" b="0" u="none" spc="75" dirty="0">
                <a:latin typeface="Century Gothic"/>
                <a:cs typeface="Century Gothic"/>
              </a:rPr>
              <a:t> </a:t>
            </a:r>
            <a:r>
              <a:rPr sz="1200" b="0" u="none" dirty="0">
                <a:latin typeface="Century Gothic"/>
                <a:cs typeface="Century Gothic"/>
              </a:rPr>
              <a:t>et</a:t>
            </a:r>
            <a:r>
              <a:rPr sz="1200" b="0" u="none" spc="70" dirty="0">
                <a:latin typeface="Century Gothic"/>
                <a:cs typeface="Century Gothic"/>
              </a:rPr>
              <a:t> </a:t>
            </a:r>
            <a:r>
              <a:rPr sz="1200" b="0" u="none" dirty="0">
                <a:latin typeface="Century Gothic"/>
                <a:cs typeface="Century Gothic"/>
              </a:rPr>
              <a:t>m’ont</a:t>
            </a:r>
            <a:r>
              <a:rPr sz="1200" b="0" u="none" spc="55" dirty="0">
                <a:latin typeface="Century Gothic"/>
                <a:cs typeface="Century Gothic"/>
              </a:rPr>
              <a:t> </a:t>
            </a:r>
            <a:r>
              <a:rPr sz="1200" b="0" u="none" spc="65" dirty="0">
                <a:latin typeface="Century Gothic"/>
                <a:cs typeface="Century Gothic"/>
              </a:rPr>
              <a:t>permis </a:t>
            </a:r>
            <a:r>
              <a:rPr sz="1200" b="0" u="none" spc="-10" dirty="0">
                <a:latin typeface="Century Gothic"/>
                <a:cs typeface="Century Gothic"/>
              </a:rPr>
              <a:t>de</a:t>
            </a:r>
            <a:r>
              <a:rPr sz="1200" b="0" u="none" spc="60" dirty="0">
                <a:latin typeface="Century Gothic"/>
                <a:cs typeface="Century Gothic"/>
              </a:rPr>
              <a:t> </a:t>
            </a:r>
            <a:r>
              <a:rPr sz="1200" b="0" u="none" dirty="0">
                <a:latin typeface="Century Gothic"/>
                <a:cs typeface="Century Gothic"/>
              </a:rPr>
              <a:t>rendre</a:t>
            </a:r>
            <a:r>
              <a:rPr sz="1200" b="0" u="none" spc="45" dirty="0">
                <a:latin typeface="Century Gothic"/>
                <a:cs typeface="Century Gothic"/>
              </a:rPr>
              <a:t> </a:t>
            </a:r>
            <a:r>
              <a:rPr sz="1200" b="0" u="none" spc="70" dirty="0">
                <a:latin typeface="Century Gothic"/>
                <a:cs typeface="Century Gothic"/>
              </a:rPr>
              <a:t>un</a:t>
            </a:r>
            <a:r>
              <a:rPr sz="1200" b="0" u="none" spc="75" dirty="0">
                <a:latin typeface="Century Gothic"/>
                <a:cs typeface="Century Gothic"/>
              </a:rPr>
              <a:t> </a:t>
            </a:r>
            <a:r>
              <a:rPr sz="1200" b="0" u="none" dirty="0">
                <a:latin typeface="Century Gothic"/>
                <a:cs typeface="Century Gothic"/>
              </a:rPr>
              <a:t>travail</a:t>
            </a:r>
            <a:r>
              <a:rPr sz="1200" b="0" u="none" spc="70" dirty="0">
                <a:latin typeface="Century Gothic"/>
                <a:cs typeface="Century Gothic"/>
              </a:rPr>
              <a:t> </a:t>
            </a:r>
            <a:r>
              <a:rPr sz="1200" b="0" u="none" dirty="0">
                <a:latin typeface="Century Gothic"/>
                <a:cs typeface="Century Gothic"/>
              </a:rPr>
              <a:t>certes</a:t>
            </a:r>
            <a:r>
              <a:rPr sz="1200" b="0" u="none" spc="65" dirty="0">
                <a:latin typeface="Century Gothic"/>
                <a:cs typeface="Century Gothic"/>
              </a:rPr>
              <a:t> </a:t>
            </a:r>
            <a:r>
              <a:rPr sz="1200" b="0" u="none" dirty="0">
                <a:latin typeface="Century Gothic"/>
                <a:cs typeface="Century Gothic"/>
              </a:rPr>
              <a:t>perfectible</a:t>
            </a:r>
            <a:r>
              <a:rPr sz="1200" b="0" u="none" spc="75" dirty="0">
                <a:latin typeface="Century Gothic"/>
                <a:cs typeface="Century Gothic"/>
              </a:rPr>
              <a:t> </a:t>
            </a:r>
            <a:r>
              <a:rPr sz="1200" b="0" u="none" spc="55" dirty="0">
                <a:latin typeface="Century Gothic"/>
                <a:cs typeface="Century Gothic"/>
              </a:rPr>
              <a:t>mais</a:t>
            </a:r>
            <a:r>
              <a:rPr sz="1200" b="0" u="none" spc="75" dirty="0">
                <a:latin typeface="Century Gothic"/>
                <a:cs typeface="Century Gothic"/>
              </a:rPr>
              <a:t> </a:t>
            </a:r>
            <a:r>
              <a:rPr sz="1200" b="0" u="none" dirty="0" err="1">
                <a:latin typeface="Century Gothic"/>
                <a:cs typeface="Century Gothic"/>
              </a:rPr>
              <a:t>satisfaisant</a:t>
            </a:r>
            <a:r>
              <a:rPr sz="1200" b="0" u="none" spc="75" dirty="0">
                <a:latin typeface="Century Gothic"/>
                <a:cs typeface="Century Gothic"/>
              </a:rPr>
              <a:t> </a:t>
            </a:r>
            <a:r>
              <a:rPr lang="fr-FR" sz="1200" b="0" u="none" spc="75" dirty="0">
                <a:latin typeface="Century Gothic"/>
                <a:cs typeface="Century Gothic"/>
              </a:rPr>
              <a:t>dans l’ensemble.</a:t>
            </a:r>
            <a:endParaRPr sz="1200" dirty="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950" dirty="0">
              <a:latin typeface="Century Gothic"/>
              <a:cs typeface="Century Gothic"/>
            </a:endParaRPr>
          </a:p>
          <a:p>
            <a:pPr marL="0" indent="0">
              <a:lnSpc>
                <a:spcPct val="100000"/>
              </a:lnSpc>
              <a:spcBef>
                <a:spcPts val="5"/>
              </a:spcBef>
              <a:buNone/>
            </a:pPr>
            <a:r>
              <a:rPr spc="160" dirty="0"/>
              <a:t>Qu’est-</a:t>
            </a:r>
            <a:r>
              <a:rPr spc="229" dirty="0"/>
              <a:t>ce</a:t>
            </a:r>
            <a:r>
              <a:rPr spc="130" dirty="0"/>
              <a:t> </a:t>
            </a:r>
            <a:r>
              <a:rPr spc="220" dirty="0"/>
              <a:t>que</a:t>
            </a:r>
            <a:r>
              <a:rPr spc="95" dirty="0"/>
              <a:t> </a:t>
            </a:r>
            <a:r>
              <a:rPr spc="200" dirty="0"/>
              <a:t>vous</a:t>
            </a:r>
            <a:r>
              <a:rPr spc="120" dirty="0"/>
              <a:t> </a:t>
            </a:r>
            <a:r>
              <a:rPr spc="200" dirty="0"/>
              <a:t>avez</a:t>
            </a:r>
            <a:r>
              <a:rPr spc="110" dirty="0"/>
              <a:t> </a:t>
            </a:r>
            <a:r>
              <a:rPr spc="170" dirty="0"/>
              <a:t>trouvé</a:t>
            </a:r>
            <a:r>
              <a:rPr spc="125" dirty="0"/>
              <a:t> </a:t>
            </a:r>
            <a:r>
              <a:rPr spc="140" dirty="0"/>
              <a:t>le</a:t>
            </a:r>
            <a:r>
              <a:rPr spc="120" dirty="0"/>
              <a:t> </a:t>
            </a:r>
            <a:r>
              <a:rPr spc="185" dirty="0"/>
              <a:t>plus</a:t>
            </a:r>
            <a:r>
              <a:rPr spc="100" dirty="0"/>
              <a:t> </a:t>
            </a:r>
            <a:r>
              <a:rPr spc="140" dirty="0"/>
              <a:t>difficile</a:t>
            </a:r>
            <a:r>
              <a:rPr spc="190" dirty="0"/>
              <a:t> </a:t>
            </a:r>
            <a:r>
              <a:rPr spc="140" dirty="0"/>
              <a:t>?</a:t>
            </a:r>
            <a:endParaRPr lang="fr-FR" spc="140" dirty="0"/>
          </a:p>
          <a:p>
            <a:pPr marL="0" indent="0">
              <a:lnSpc>
                <a:spcPct val="100000"/>
              </a:lnSpc>
              <a:spcBef>
                <a:spcPts val="5"/>
              </a:spcBef>
              <a:buNone/>
            </a:pPr>
            <a:endParaRPr spc="140" dirty="0"/>
          </a:p>
          <a:p>
            <a:pPr marL="12700" marR="5080">
              <a:lnSpc>
                <a:spcPct val="114999"/>
              </a:lnSpc>
              <a:spcBef>
                <a:spcPts val="60"/>
              </a:spcBef>
            </a:pPr>
            <a:r>
              <a:rPr lang="fr-FR" sz="1200" b="0" u="none" spc="70" dirty="0">
                <a:latin typeface="Century Gothic"/>
                <a:cs typeface="Century Gothic"/>
              </a:rPr>
              <a:t>La phase de réflexion des choix à faire a été la plus difficile </a:t>
            </a:r>
            <a:r>
              <a:rPr sz="1200" b="0" u="none" spc="-120" dirty="0">
                <a:latin typeface="Century Gothic"/>
                <a:cs typeface="Century Gothic"/>
              </a:rPr>
              <a:t>à</a:t>
            </a:r>
            <a:r>
              <a:rPr sz="1200" b="0" u="none" spc="55" dirty="0">
                <a:latin typeface="Century Gothic"/>
                <a:cs typeface="Century Gothic"/>
              </a:rPr>
              <a:t> </a:t>
            </a:r>
            <a:r>
              <a:rPr sz="1200" b="0" u="none" spc="60" dirty="0">
                <a:latin typeface="Century Gothic"/>
                <a:cs typeface="Century Gothic"/>
              </a:rPr>
              <a:t>mon</a:t>
            </a:r>
            <a:r>
              <a:rPr sz="1200" b="0" u="none" spc="30" dirty="0">
                <a:latin typeface="Century Gothic"/>
                <a:cs typeface="Century Gothic"/>
              </a:rPr>
              <a:t> </a:t>
            </a:r>
            <a:r>
              <a:rPr sz="1200" b="0" u="none" dirty="0">
                <a:latin typeface="Century Gothic"/>
                <a:cs typeface="Century Gothic"/>
              </a:rPr>
              <a:t>sens.</a:t>
            </a:r>
            <a:r>
              <a:rPr sz="1200" b="0" u="none" spc="40" dirty="0">
                <a:latin typeface="Century Gothic"/>
                <a:cs typeface="Century Gothic"/>
              </a:rPr>
              <a:t> </a:t>
            </a:r>
            <a:r>
              <a:rPr sz="1200" b="0" u="none" dirty="0">
                <a:latin typeface="Century Gothic"/>
                <a:cs typeface="Century Gothic"/>
              </a:rPr>
              <a:t>Mon</a:t>
            </a:r>
            <a:r>
              <a:rPr sz="1200" b="0" u="none" spc="60" dirty="0">
                <a:latin typeface="Century Gothic"/>
                <a:cs typeface="Century Gothic"/>
              </a:rPr>
              <a:t> </a:t>
            </a:r>
            <a:r>
              <a:rPr sz="1200" b="0" u="none" dirty="0">
                <a:latin typeface="Century Gothic"/>
                <a:cs typeface="Century Gothic"/>
              </a:rPr>
              <a:t>manque</a:t>
            </a:r>
            <a:r>
              <a:rPr sz="1200" b="0" u="none" spc="45" dirty="0">
                <a:latin typeface="Century Gothic"/>
                <a:cs typeface="Century Gothic"/>
              </a:rPr>
              <a:t> </a:t>
            </a:r>
            <a:r>
              <a:rPr sz="1200" b="0" u="none" spc="-20" dirty="0">
                <a:latin typeface="Century Gothic"/>
                <a:cs typeface="Century Gothic"/>
              </a:rPr>
              <a:t>d’expérience</a:t>
            </a:r>
            <a:r>
              <a:rPr sz="1200" b="0" u="none" spc="50" dirty="0">
                <a:latin typeface="Century Gothic"/>
                <a:cs typeface="Century Gothic"/>
              </a:rPr>
              <a:t> </a:t>
            </a:r>
            <a:r>
              <a:rPr sz="1200" b="0" u="none" spc="-45" dirty="0">
                <a:latin typeface="Century Gothic"/>
                <a:cs typeface="Century Gothic"/>
              </a:rPr>
              <a:t>m’a</a:t>
            </a:r>
            <a:r>
              <a:rPr sz="1200" b="0" u="none" spc="40" dirty="0">
                <a:latin typeface="Century Gothic"/>
                <a:cs typeface="Century Gothic"/>
              </a:rPr>
              <a:t> </a:t>
            </a:r>
            <a:r>
              <a:rPr sz="1200" b="0" u="none" dirty="0">
                <a:latin typeface="Century Gothic"/>
                <a:cs typeface="Century Gothic"/>
              </a:rPr>
              <a:t>rendu</a:t>
            </a:r>
            <a:r>
              <a:rPr sz="1200" b="0" u="none" spc="55" dirty="0">
                <a:latin typeface="Century Gothic"/>
                <a:cs typeface="Century Gothic"/>
              </a:rPr>
              <a:t> </a:t>
            </a:r>
            <a:r>
              <a:rPr sz="1200" b="0" u="none" dirty="0">
                <a:latin typeface="Century Gothic"/>
                <a:cs typeface="Century Gothic"/>
              </a:rPr>
              <a:t>compliqué</a:t>
            </a:r>
            <a:r>
              <a:rPr sz="1200" b="0" u="none" spc="35" dirty="0">
                <a:latin typeface="Century Gothic"/>
                <a:cs typeface="Century Gothic"/>
              </a:rPr>
              <a:t> </a:t>
            </a:r>
            <a:r>
              <a:rPr sz="1200" b="0" u="none" dirty="0">
                <a:latin typeface="Century Gothic"/>
                <a:cs typeface="Century Gothic"/>
              </a:rPr>
              <a:t>le</a:t>
            </a:r>
            <a:r>
              <a:rPr sz="1200" b="0" u="none" spc="50" dirty="0">
                <a:latin typeface="Century Gothic"/>
                <a:cs typeface="Century Gothic"/>
              </a:rPr>
              <a:t> </a:t>
            </a:r>
            <a:r>
              <a:rPr sz="1200" b="0" u="none" dirty="0">
                <a:latin typeface="Century Gothic"/>
                <a:cs typeface="Century Gothic"/>
              </a:rPr>
              <a:t>fait</a:t>
            </a:r>
            <a:r>
              <a:rPr sz="1200" b="0" u="none" spc="50" dirty="0">
                <a:latin typeface="Century Gothic"/>
                <a:cs typeface="Century Gothic"/>
              </a:rPr>
              <a:t> </a:t>
            </a:r>
            <a:r>
              <a:rPr sz="1200" b="0" u="none" spc="-25" dirty="0">
                <a:latin typeface="Century Gothic"/>
                <a:cs typeface="Century Gothic"/>
              </a:rPr>
              <a:t>de </a:t>
            </a:r>
            <a:r>
              <a:rPr sz="1200" b="0" u="none" dirty="0">
                <a:latin typeface="Century Gothic"/>
                <a:cs typeface="Century Gothic"/>
              </a:rPr>
              <a:t>devoir</a:t>
            </a:r>
            <a:r>
              <a:rPr sz="1200" b="0" u="none" spc="55" dirty="0">
                <a:latin typeface="Century Gothic"/>
                <a:cs typeface="Century Gothic"/>
              </a:rPr>
              <a:t> </a:t>
            </a:r>
            <a:r>
              <a:rPr sz="1200" b="0" u="none" spc="45" dirty="0">
                <a:latin typeface="Century Gothic"/>
                <a:cs typeface="Century Gothic"/>
              </a:rPr>
              <a:t>choisir</a:t>
            </a:r>
            <a:r>
              <a:rPr sz="1200" b="0" u="none" spc="75" dirty="0">
                <a:latin typeface="Century Gothic"/>
                <a:cs typeface="Century Gothic"/>
              </a:rPr>
              <a:t> </a:t>
            </a:r>
            <a:r>
              <a:rPr sz="1200" b="0" u="none" dirty="0">
                <a:latin typeface="Century Gothic"/>
                <a:cs typeface="Century Gothic"/>
              </a:rPr>
              <a:t>quelles</a:t>
            </a:r>
            <a:r>
              <a:rPr sz="1200" b="0" u="none" spc="85" dirty="0">
                <a:latin typeface="Century Gothic"/>
                <a:cs typeface="Century Gothic"/>
              </a:rPr>
              <a:t> </a:t>
            </a:r>
            <a:r>
              <a:rPr sz="1200" b="0" u="none" dirty="0">
                <a:latin typeface="Century Gothic"/>
                <a:cs typeface="Century Gothic"/>
              </a:rPr>
              <a:t>variables</a:t>
            </a:r>
            <a:r>
              <a:rPr sz="1200" b="0" u="none" spc="90" dirty="0">
                <a:latin typeface="Century Gothic"/>
                <a:cs typeface="Century Gothic"/>
              </a:rPr>
              <a:t> </a:t>
            </a:r>
            <a:r>
              <a:rPr sz="1200" b="0" u="none" dirty="0">
                <a:latin typeface="Century Gothic"/>
                <a:cs typeface="Century Gothic"/>
              </a:rPr>
              <a:t>et</a:t>
            </a:r>
            <a:r>
              <a:rPr sz="1200" b="0" u="none" spc="85" dirty="0">
                <a:latin typeface="Century Gothic"/>
                <a:cs typeface="Century Gothic"/>
              </a:rPr>
              <a:t> </a:t>
            </a:r>
            <a:r>
              <a:rPr sz="1200" b="0" u="none" dirty="0">
                <a:latin typeface="Century Gothic"/>
                <a:cs typeface="Century Gothic"/>
              </a:rPr>
              <a:t>quelles</a:t>
            </a:r>
            <a:r>
              <a:rPr sz="1200" b="0" u="none" spc="85" dirty="0">
                <a:latin typeface="Century Gothic"/>
                <a:cs typeface="Century Gothic"/>
              </a:rPr>
              <a:t> </a:t>
            </a:r>
            <a:r>
              <a:rPr sz="1200" b="0" u="none" dirty="0">
                <a:latin typeface="Century Gothic"/>
                <a:cs typeface="Century Gothic"/>
              </a:rPr>
              <a:t>observations</a:t>
            </a:r>
            <a:r>
              <a:rPr sz="1200" b="0" u="none" spc="60" dirty="0">
                <a:latin typeface="Century Gothic"/>
                <a:cs typeface="Century Gothic"/>
              </a:rPr>
              <a:t> </a:t>
            </a:r>
            <a:r>
              <a:rPr sz="1200" b="0" u="none" dirty="0">
                <a:latin typeface="Century Gothic"/>
                <a:cs typeface="Century Gothic"/>
              </a:rPr>
              <a:t>étaient</a:t>
            </a:r>
            <a:r>
              <a:rPr sz="1200" b="0" u="none" spc="85" dirty="0">
                <a:latin typeface="Century Gothic"/>
                <a:cs typeface="Century Gothic"/>
              </a:rPr>
              <a:t> </a:t>
            </a:r>
            <a:r>
              <a:rPr sz="1200" b="0" u="none" spc="-120" dirty="0">
                <a:latin typeface="Century Gothic"/>
                <a:cs typeface="Century Gothic"/>
              </a:rPr>
              <a:t>à</a:t>
            </a:r>
            <a:r>
              <a:rPr sz="1200" b="0" u="none" spc="90" dirty="0">
                <a:latin typeface="Century Gothic"/>
                <a:cs typeface="Century Gothic"/>
              </a:rPr>
              <a:t> </a:t>
            </a:r>
            <a:r>
              <a:rPr sz="1200" b="0" u="none" dirty="0">
                <a:latin typeface="Century Gothic"/>
                <a:cs typeface="Century Gothic"/>
              </a:rPr>
              <a:t>conserver</a:t>
            </a:r>
            <a:r>
              <a:rPr sz="1200" b="0" u="none" spc="60" dirty="0">
                <a:latin typeface="Century Gothic"/>
                <a:cs typeface="Century Gothic"/>
              </a:rPr>
              <a:t> </a:t>
            </a:r>
            <a:r>
              <a:rPr sz="1200" b="0" u="none" dirty="0">
                <a:latin typeface="Century Gothic"/>
                <a:cs typeface="Century Gothic"/>
              </a:rPr>
              <a:t>ou</a:t>
            </a:r>
            <a:r>
              <a:rPr sz="1200" b="0" u="none" spc="85" dirty="0">
                <a:latin typeface="Century Gothic"/>
                <a:cs typeface="Century Gothic"/>
              </a:rPr>
              <a:t> </a:t>
            </a:r>
            <a:r>
              <a:rPr sz="1200" b="0" u="none" spc="-120" dirty="0">
                <a:latin typeface="Century Gothic"/>
                <a:cs typeface="Century Gothic"/>
              </a:rPr>
              <a:t>à</a:t>
            </a:r>
            <a:r>
              <a:rPr sz="1200" b="0" u="none" spc="80" dirty="0">
                <a:latin typeface="Century Gothic"/>
                <a:cs typeface="Century Gothic"/>
              </a:rPr>
              <a:t> </a:t>
            </a:r>
            <a:r>
              <a:rPr sz="1200" b="0" u="none" spc="35" dirty="0">
                <a:latin typeface="Century Gothic"/>
                <a:cs typeface="Century Gothic"/>
              </a:rPr>
              <a:t>supprimer.</a:t>
            </a:r>
            <a:endParaRPr sz="1200" dirty="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750" dirty="0">
              <a:latin typeface="Century Gothic"/>
              <a:cs typeface="Century Gothic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spc="200" dirty="0"/>
              <a:t>Sur</a:t>
            </a:r>
            <a:r>
              <a:rPr spc="110" dirty="0"/>
              <a:t> </a:t>
            </a:r>
            <a:r>
              <a:rPr spc="175" dirty="0"/>
              <a:t>quelles</a:t>
            </a:r>
            <a:r>
              <a:rPr spc="130" dirty="0"/>
              <a:t> </a:t>
            </a:r>
            <a:r>
              <a:rPr spc="204" dirty="0"/>
              <a:t>tâches</a:t>
            </a:r>
            <a:r>
              <a:rPr spc="105" dirty="0"/>
              <a:t> </a:t>
            </a:r>
            <a:r>
              <a:rPr spc="165" dirty="0"/>
              <a:t>est-</a:t>
            </a:r>
            <a:r>
              <a:rPr spc="235" dirty="0"/>
              <a:t>ce</a:t>
            </a:r>
            <a:r>
              <a:rPr spc="110" dirty="0"/>
              <a:t> </a:t>
            </a:r>
            <a:r>
              <a:rPr spc="225" dirty="0"/>
              <a:t>que</a:t>
            </a:r>
            <a:r>
              <a:rPr spc="110" dirty="0"/>
              <a:t> </a:t>
            </a:r>
            <a:r>
              <a:rPr spc="200" dirty="0"/>
              <a:t>vous</a:t>
            </a:r>
            <a:r>
              <a:rPr spc="110" dirty="0"/>
              <a:t> </a:t>
            </a:r>
            <a:r>
              <a:rPr spc="215" dirty="0"/>
              <a:t>pensez</a:t>
            </a:r>
            <a:r>
              <a:rPr spc="110" dirty="0"/>
              <a:t> </a:t>
            </a:r>
            <a:r>
              <a:rPr spc="150" dirty="0"/>
              <a:t>avoir</a:t>
            </a:r>
            <a:r>
              <a:rPr spc="110" dirty="0"/>
              <a:t> </a:t>
            </a:r>
            <a:r>
              <a:rPr spc="190" dirty="0"/>
              <a:t>besoin</a:t>
            </a:r>
            <a:r>
              <a:rPr spc="100" dirty="0"/>
              <a:t> </a:t>
            </a:r>
            <a:r>
              <a:rPr spc="220" dirty="0"/>
              <a:t>de</a:t>
            </a:r>
            <a:r>
              <a:rPr spc="120" dirty="0"/>
              <a:t> </a:t>
            </a:r>
            <a:r>
              <a:rPr spc="170" dirty="0"/>
              <a:t>plus</a:t>
            </a:r>
            <a:r>
              <a:rPr lang="fr-FR" spc="170" dirty="0"/>
              <a:t> </a:t>
            </a:r>
            <a:r>
              <a:rPr spc="185" dirty="0" err="1"/>
              <a:t>d'entraînement</a:t>
            </a:r>
            <a:r>
              <a:rPr spc="114" dirty="0"/>
              <a:t> </a:t>
            </a:r>
            <a:r>
              <a:rPr spc="140" dirty="0"/>
              <a:t>?</a:t>
            </a:r>
            <a:endParaRPr lang="fr-FR" spc="140" dirty="0"/>
          </a:p>
          <a:p>
            <a:pPr marL="0" indent="0">
              <a:lnSpc>
                <a:spcPct val="100000"/>
              </a:lnSpc>
              <a:buNone/>
            </a:pPr>
            <a:endParaRPr spc="140" dirty="0"/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200" b="0" u="none" dirty="0">
                <a:latin typeface="Century Gothic"/>
                <a:cs typeface="Century Gothic"/>
              </a:rPr>
              <a:t>La</a:t>
            </a:r>
            <a:r>
              <a:rPr sz="1200" b="0" u="none" spc="110" dirty="0">
                <a:latin typeface="Century Gothic"/>
                <a:cs typeface="Century Gothic"/>
              </a:rPr>
              <a:t> </a:t>
            </a:r>
            <a:r>
              <a:rPr sz="1200" b="0" u="none" dirty="0">
                <a:latin typeface="Century Gothic"/>
                <a:cs typeface="Century Gothic"/>
              </a:rPr>
              <a:t>définition</a:t>
            </a:r>
            <a:r>
              <a:rPr sz="1200" b="0" u="none" spc="90" dirty="0">
                <a:latin typeface="Century Gothic"/>
                <a:cs typeface="Century Gothic"/>
              </a:rPr>
              <a:t> </a:t>
            </a:r>
            <a:r>
              <a:rPr sz="1200" b="0" u="none" dirty="0">
                <a:latin typeface="Century Gothic"/>
                <a:cs typeface="Century Gothic"/>
              </a:rPr>
              <a:t>et</a:t>
            </a:r>
            <a:r>
              <a:rPr sz="1200" b="0" u="none" spc="105" dirty="0">
                <a:latin typeface="Century Gothic"/>
                <a:cs typeface="Century Gothic"/>
              </a:rPr>
              <a:t> </a:t>
            </a:r>
            <a:r>
              <a:rPr sz="1200" b="0" u="none" spc="-10" dirty="0">
                <a:latin typeface="Century Gothic"/>
                <a:cs typeface="Century Gothic"/>
              </a:rPr>
              <a:t>l’application</a:t>
            </a:r>
            <a:r>
              <a:rPr sz="1200" b="0" u="none" spc="100" dirty="0">
                <a:latin typeface="Century Gothic"/>
                <a:cs typeface="Century Gothic"/>
              </a:rPr>
              <a:t> </a:t>
            </a:r>
            <a:r>
              <a:rPr sz="1200" b="0" u="none" dirty="0">
                <a:latin typeface="Century Gothic"/>
                <a:cs typeface="Century Gothic"/>
              </a:rPr>
              <a:t>des</a:t>
            </a:r>
            <a:r>
              <a:rPr sz="1200" b="0" u="none" spc="100" dirty="0">
                <a:latin typeface="Century Gothic"/>
                <a:cs typeface="Century Gothic"/>
              </a:rPr>
              <a:t> </a:t>
            </a:r>
            <a:r>
              <a:rPr sz="1200" b="0" u="none" dirty="0">
                <a:latin typeface="Century Gothic"/>
                <a:cs typeface="Century Gothic"/>
              </a:rPr>
              <a:t>fonctions</a:t>
            </a:r>
            <a:r>
              <a:rPr sz="1200" b="0" u="none" spc="80" dirty="0">
                <a:latin typeface="Century Gothic"/>
                <a:cs typeface="Century Gothic"/>
              </a:rPr>
              <a:t> </a:t>
            </a:r>
            <a:r>
              <a:rPr sz="1200" b="0" u="none" spc="100" dirty="0">
                <a:latin typeface="Century Gothic"/>
                <a:cs typeface="Century Gothic"/>
              </a:rPr>
              <a:t>sur</a:t>
            </a:r>
            <a:r>
              <a:rPr sz="1200" b="0" u="none" spc="95" dirty="0">
                <a:latin typeface="Century Gothic"/>
                <a:cs typeface="Century Gothic"/>
              </a:rPr>
              <a:t> </a:t>
            </a:r>
            <a:r>
              <a:rPr sz="1200" b="0" u="none" dirty="0">
                <a:latin typeface="Century Gothic"/>
                <a:cs typeface="Century Gothic"/>
              </a:rPr>
              <a:t>les</a:t>
            </a:r>
            <a:r>
              <a:rPr sz="1200" b="0" u="none" spc="125" dirty="0">
                <a:latin typeface="Century Gothic"/>
                <a:cs typeface="Century Gothic"/>
              </a:rPr>
              <a:t> </a:t>
            </a:r>
            <a:r>
              <a:rPr sz="1200" b="0" u="none" spc="-10" dirty="0">
                <a:latin typeface="Century Gothic"/>
                <a:cs typeface="Century Gothic"/>
              </a:rPr>
              <a:t>dataframes</a:t>
            </a:r>
            <a:endParaRPr sz="12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200" b="0" u="none" dirty="0">
                <a:latin typeface="Century Gothic"/>
                <a:cs typeface="Century Gothic"/>
              </a:rPr>
              <a:t>La</a:t>
            </a:r>
            <a:r>
              <a:rPr sz="1200" b="0" u="none" spc="100" dirty="0">
                <a:latin typeface="Century Gothic"/>
                <a:cs typeface="Century Gothic"/>
              </a:rPr>
              <a:t> </a:t>
            </a:r>
            <a:r>
              <a:rPr sz="1200" b="0" u="none" dirty="0">
                <a:latin typeface="Century Gothic"/>
                <a:cs typeface="Century Gothic"/>
              </a:rPr>
              <a:t>jonction/fusion</a:t>
            </a:r>
            <a:r>
              <a:rPr sz="1200" b="0" u="none" spc="50" dirty="0">
                <a:latin typeface="Century Gothic"/>
                <a:cs typeface="Century Gothic"/>
              </a:rPr>
              <a:t> </a:t>
            </a:r>
            <a:r>
              <a:rPr sz="1200" b="0" u="none" dirty="0">
                <a:latin typeface="Century Gothic"/>
                <a:cs typeface="Century Gothic"/>
              </a:rPr>
              <a:t>des</a:t>
            </a:r>
            <a:r>
              <a:rPr sz="1200" b="0" u="none" spc="105" dirty="0">
                <a:latin typeface="Century Gothic"/>
                <a:cs typeface="Century Gothic"/>
              </a:rPr>
              <a:t> </a:t>
            </a:r>
            <a:r>
              <a:rPr sz="1200" b="0" u="none" dirty="0">
                <a:latin typeface="Century Gothic"/>
                <a:cs typeface="Century Gothic"/>
              </a:rPr>
              <a:t>dataframes</a:t>
            </a:r>
            <a:r>
              <a:rPr sz="1200" b="0" u="none" spc="100" dirty="0">
                <a:latin typeface="Century Gothic"/>
                <a:cs typeface="Century Gothic"/>
              </a:rPr>
              <a:t> </a:t>
            </a:r>
            <a:r>
              <a:rPr sz="1200" b="0" u="none" dirty="0">
                <a:latin typeface="Century Gothic"/>
                <a:cs typeface="Century Gothic"/>
              </a:rPr>
              <a:t>entre</a:t>
            </a:r>
            <a:r>
              <a:rPr sz="1200" b="0" u="none" spc="80" dirty="0">
                <a:latin typeface="Century Gothic"/>
                <a:cs typeface="Century Gothic"/>
              </a:rPr>
              <a:t> </a:t>
            </a:r>
            <a:r>
              <a:rPr sz="1200" b="0" u="none" dirty="0">
                <a:latin typeface="Century Gothic"/>
                <a:cs typeface="Century Gothic"/>
              </a:rPr>
              <a:t>eux</a:t>
            </a:r>
            <a:r>
              <a:rPr sz="1200" b="0" u="none" spc="85" dirty="0">
                <a:latin typeface="Century Gothic"/>
                <a:cs typeface="Century Gothic"/>
              </a:rPr>
              <a:t> </a:t>
            </a:r>
            <a:r>
              <a:rPr sz="1200" b="0" u="none" dirty="0">
                <a:latin typeface="Century Gothic"/>
                <a:cs typeface="Century Gothic"/>
              </a:rPr>
              <a:t>(choix</a:t>
            </a:r>
            <a:r>
              <a:rPr sz="1200" b="0" u="none" spc="80" dirty="0">
                <a:latin typeface="Century Gothic"/>
                <a:cs typeface="Century Gothic"/>
              </a:rPr>
              <a:t> </a:t>
            </a:r>
            <a:r>
              <a:rPr sz="1200" b="0" u="none" dirty="0">
                <a:latin typeface="Century Gothic"/>
                <a:cs typeface="Century Gothic"/>
              </a:rPr>
              <a:t>des</a:t>
            </a:r>
            <a:r>
              <a:rPr sz="1200" b="0" u="none" spc="90" dirty="0">
                <a:latin typeface="Century Gothic"/>
                <a:cs typeface="Century Gothic"/>
              </a:rPr>
              <a:t> </a:t>
            </a:r>
            <a:r>
              <a:rPr sz="1200" b="0" u="none" spc="-10" dirty="0">
                <a:latin typeface="Century Gothic"/>
                <a:cs typeface="Century Gothic"/>
              </a:rPr>
              <a:t>attributs)</a:t>
            </a:r>
            <a:endParaRPr sz="1200" dirty="0">
              <a:latin typeface="Century Gothic"/>
              <a:cs typeface="Century Gothic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4762" y="-4762"/>
            <a:ext cx="9153525" cy="1201420"/>
            <a:chOff x="-4762" y="-4762"/>
            <a:chExt cx="9153525" cy="12014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124709"/>
              <a:ext cx="9143999" cy="7143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0"/>
              <a:ext cx="9144000" cy="1125220"/>
            </a:xfrm>
            <a:custGeom>
              <a:avLst/>
              <a:gdLst/>
              <a:ahLst/>
              <a:cxnLst/>
              <a:rect l="l" t="t" r="r" b="b"/>
              <a:pathLst>
                <a:path w="9144000" h="1125220">
                  <a:moveTo>
                    <a:pt x="9144000" y="0"/>
                  </a:moveTo>
                  <a:lnTo>
                    <a:pt x="0" y="0"/>
                  </a:lnTo>
                  <a:lnTo>
                    <a:pt x="0" y="1124712"/>
                  </a:lnTo>
                  <a:lnTo>
                    <a:pt x="9144000" y="112471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AC08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9144000" cy="1125220"/>
            </a:xfrm>
            <a:custGeom>
              <a:avLst/>
              <a:gdLst/>
              <a:ahLst/>
              <a:cxnLst/>
              <a:rect l="l" t="t" r="r" b="b"/>
              <a:pathLst>
                <a:path w="9144000" h="1125220">
                  <a:moveTo>
                    <a:pt x="0" y="1124712"/>
                  </a:moveTo>
                  <a:lnTo>
                    <a:pt x="9144000" y="1124712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124712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35" dirty="0"/>
              <a:t>Point</a:t>
            </a:r>
            <a:r>
              <a:rPr spc="-35" dirty="0"/>
              <a:t> </a:t>
            </a:r>
            <a:r>
              <a:rPr spc="215" dirty="0"/>
              <a:t>sur</a:t>
            </a:r>
            <a:r>
              <a:rPr spc="-45" dirty="0"/>
              <a:t> </a:t>
            </a:r>
            <a:r>
              <a:rPr spc="95" dirty="0"/>
              <a:t>les</a:t>
            </a:r>
            <a:r>
              <a:rPr spc="-45" dirty="0"/>
              <a:t> </a:t>
            </a:r>
            <a:r>
              <a:rPr dirty="0"/>
              <a:t>compétences</a:t>
            </a:r>
            <a:r>
              <a:rPr spc="-15" dirty="0"/>
              <a:t> </a:t>
            </a:r>
            <a:r>
              <a:rPr spc="50" dirty="0"/>
              <a:t>apprises</a:t>
            </a:r>
          </a:p>
        </p:txBody>
      </p:sp>
      <p:sp>
        <p:nvSpPr>
          <p:cNvPr id="8" name="object 8"/>
          <p:cNvSpPr/>
          <p:nvPr/>
        </p:nvSpPr>
        <p:spPr>
          <a:xfrm>
            <a:off x="414527" y="877824"/>
            <a:ext cx="452755" cy="50800"/>
          </a:xfrm>
          <a:custGeom>
            <a:avLst/>
            <a:gdLst/>
            <a:ahLst/>
            <a:cxnLst/>
            <a:rect l="l" t="t" r="r" b="b"/>
            <a:pathLst>
              <a:path w="452755" h="50800">
                <a:moveTo>
                  <a:pt x="452628" y="0"/>
                </a:moveTo>
                <a:lnTo>
                  <a:pt x="0" y="0"/>
                </a:lnTo>
                <a:lnTo>
                  <a:pt x="0" y="50291"/>
                </a:lnTo>
                <a:lnTo>
                  <a:pt x="452628" y="50291"/>
                </a:lnTo>
                <a:lnTo>
                  <a:pt x="452628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76EC99C-D281-2E42-B30A-F6FC9398DFE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t>19</a:t>
            </a:fld>
            <a:endParaRPr lang="fr-F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880;p63">
            <a:extLst>
              <a:ext uri="{FF2B5EF4-FFF2-40B4-BE49-F238E27FC236}">
                <a16:creationId xmlns:a16="http://schemas.microsoft.com/office/drawing/2014/main" id="{DC6A7D91-20E5-DFBF-C536-F1ED014B07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8415" y="1055063"/>
            <a:ext cx="3658249" cy="2519410"/>
          </a:xfrm>
        </p:spPr>
        <p:txBody>
          <a:bodyPr>
            <a:noAutofit/>
          </a:bodyPr>
          <a:lstStyle/>
          <a:p>
            <a:pPr lvl="0" algn="ctr"/>
            <a:r>
              <a:rPr lang="en-US" sz="4800" dirty="0">
                <a:solidFill>
                  <a:schemeClr val="bg1"/>
                </a:solidFill>
              </a:rPr>
              <a:t>Merci de </a:t>
            </a:r>
            <a:r>
              <a:rPr lang="en-US" sz="4800" dirty="0" err="1">
                <a:solidFill>
                  <a:schemeClr val="bg1"/>
                </a:solidFill>
              </a:rPr>
              <a:t>votre</a:t>
            </a:r>
            <a:r>
              <a:rPr lang="en-US" sz="4800" dirty="0">
                <a:solidFill>
                  <a:schemeClr val="bg1"/>
                </a:solidFill>
              </a:rPr>
              <a:t> attention</a:t>
            </a:r>
          </a:p>
        </p:txBody>
      </p:sp>
      <p:grpSp>
        <p:nvGrpSpPr>
          <p:cNvPr id="17" name="Google Shape;893;p63">
            <a:extLst>
              <a:ext uri="{FF2B5EF4-FFF2-40B4-BE49-F238E27FC236}">
                <a16:creationId xmlns:a16="http://schemas.microsoft.com/office/drawing/2014/main" id="{08E6A0DF-6363-EDA0-6C62-8C4A6CC9C251}"/>
              </a:ext>
            </a:extLst>
          </p:cNvPr>
          <p:cNvGrpSpPr/>
          <p:nvPr/>
        </p:nvGrpSpPr>
        <p:grpSpPr>
          <a:xfrm>
            <a:off x="7300999" y="759363"/>
            <a:ext cx="1127884" cy="1334630"/>
            <a:chOff x="7300999" y="759363"/>
            <a:chExt cx="1127884" cy="1334630"/>
          </a:xfrm>
        </p:grpSpPr>
        <p:sp>
          <p:nvSpPr>
            <p:cNvPr id="18" name="Google Shape;894;p63">
              <a:extLst>
                <a:ext uri="{FF2B5EF4-FFF2-40B4-BE49-F238E27FC236}">
                  <a16:creationId xmlns:a16="http://schemas.microsoft.com/office/drawing/2014/main" id="{E15F0003-E02A-4D16-4938-E78FC889411E}"/>
                </a:ext>
              </a:extLst>
            </p:cNvPr>
            <p:cNvSpPr/>
            <p:nvPr/>
          </p:nvSpPr>
          <p:spPr>
            <a:xfrm>
              <a:off x="7447248" y="940853"/>
              <a:ext cx="299475" cy="209562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46995"/>
                <a:gd name="f4" fmla="val 32885"/>
                <a:gd name="f5" fmla="val 7824"/>
                <a:gd name="f6" fmla="val 17596"/>
                <a:gd name="f7" fmla="val 23505"/>
                <a:gd name="f8" fmla="val 7890"/>
                <a:gd name="f9" fmla="val 29463"/>
                <a:gd name="f10" fmla="val 39252"/>
                <a:gd name="f11" fmla="val 46994"/>
                <a:gd name="f12" fmla="val 38941"/>
                <a:gd name="f13" fmla="val 33261"/>
                <a:gd name="f14" fmla="val 23898"/>
                <a:gd name="f15" fmla="val 27614"/>
                <a:gd name="f16" fmla="val 19446"/>
                <a:gd name="f17" fmla="val 13815"/>
                <a:gd name="f18" fmla="val 8119"/>
                <a:gd name="f19" fmla="*/ f0 1 46995"/>
                <a:gd name="f20" fmla="*/ f1 1 32885"/>
                <a:gd name="f21" fmla="val f2"/>
                <a:gd name="f22" fmla="val f3"/>
                <a:gd name="f23" fmla="val f4"/>
                <a:gd name="f24" fmla="+- f23 0 f21"/>
                <a:gd name="f25" fmla="+- f22 0 f21"/>
                <a:gd name="f26" fmla="*/ f25 1 46995"/>
                <a:gd name="f27" fmla="*/ f24 1 32885"/>
                <a:gd name="f28" fmla="*/ f21 1 f26"/>
                <a:gd name="f29" fmla="*/ f22 1 f26"/>
                <a:gd name="f30" fmla="*/ f21 1 f27"/>
                <a:gd name="f31" fmla="*/ f23 1 f27"/>
                <a:gd name="f32" fmla="*/ f28 f19 1"/>
                <a:gd name="f33" fmla="*/ f29 f19 1"/>
                <a:gd name="f34" fmla="*/ f31 f20 1"/>
                <a:gd name="f35" fmla="*/ f30 f2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32" t="f35" r="f33" b="f34"/>
              <a:pathLst>
                <a:path w="46995" h="32885">
                  <a:moveTo>
                    <a:pt x="f2" y="f2"/>
                  </a:moveTo>
                  <a:lnTo>
                    <a:pt x="f5" y="f4"/>
                  </a:lnTo>
                  <a:lnTo>
                    <a:pt x="f6" y="f4"/>
                  </a:lnTo>
                  <a:lnTo>
                    <a:pt x="f7" y="f8"/>
                  </a:lnTo>
                  <a:lnTo>
                    <a:pt x="f9" y="f4"/>
                  </a:lnTo>
                  <a:lnTo>
                    <a:pt x="f10" y="f4"/>
                  </a:lnTo>
                  <a:lnTo>
                    <a:pt x="f11" y="f2"/>
                  </a:lnTo>
                  <a:lnTo>
                    <a:pt x="f12" y="f2"/>
                  </a:lnTo>
                  <a:lnTo>
                    <a:pt x="f13" y="f14"/>
                  </a:lnTo>
                  <a:lnTo>
                    <a:pt x="f15" y="f2"/>
                  </a:lnTo>
                  <a:lnTo>
                    <a:pt x="f16" y="f2"/>
                  </a:lnTo>
                  <a:lnTo>
                    <a:pt x="f17" y="f14"/>
                  </a:lnTo>
                  <a:lnTo>
                    <a:pt x="f18" y="f2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21" tIns="91421" rIns="91421" bIns="91421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s-PE" sz="1400" b="0" i="0" u="none" strike="noStrike" kern="0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</a:endParaRPr>
            </a:p>
          </p:txBody>
        </p:sp>
        <p:sp>
          <p:nvSpPr>
            <p:cNvPr id="19" name="Google Shape;895;p63">
              <a:extLst>
                <a:ext uri="{FF2B5EF4-FFF2-40B4-BE49-F238E27FC236}">
                  <a16:creationId xmlns:a16="http://schemas.microsoft.com/office/drawing/2014/main" id="{8923665B-6C59-606D-885A-8A5BE81F8488}"/>
                </a:ext>
              </a:extLst>
            </p:cNvPr>
            <p:cNvSpPr/>
            <p:nvPr/>
          </p:nvSpPr>
          <p:spPr>
            <a:xfrm>
              <a:off x="8026987" y="1448519"/>
              <a:ext cx="172528" cy="209562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7074"/>
                <a:gd name="f4" fmla="val 32886"/>
                <a:gd name="f5" fmla="val 13177"/>
                <a:gd name="f6" fmla="val 5763"/>
                <a:gd name="f7" fmla="val 14519"/>
                <a:gd name="f8" fmla="val 15517"/>
                <a:gd name="f9" fmla="val 6074"/>
                <a:gd name="f10" fmla="val 16221"/>
                <a:gd name="f11" fmla="val 6663"/>
                <a:gd name="f12" fmla="val 16909"/>
                <a:gd name="f13" fmla="val 7252"/>
                <a:gd name="f14" fmla="val 17252"/>
                <a:gd name="f15" fmla="val 8120"/>
                <a:gd name="f16" fmla="val 9249"/>
                <a:gd name="f17" fmla="val 10395"/>
                <a:gd name="f18" fmla="val 11262"/>
                <a:gd name="f19" fmla="val 11852"/>
                <a:gd name="f20" fmla="val 12441"/>
                <a:gd name="f21" fmla="val 12719"/>
                <a:gd name="f22" fmla="val 8479"/>
                <a:gd name="f23" fmla="val 13455"/>
                <a:gd name="f24" fmla="val 18497"/>
                <a:gd name="f25" fmla="val 15174"/>
                <a:gd name="f26" fmla="val 16467"/>
                <a:gd name="f27" fmla="val 18857"/>
                <a:gd name="f28" fmla="val 17318"/>
                <a:gd name="f29" fmla="val 19578"/>
                <a:gd name="f30" fmla="val 18169"/>
                <a:gd name="f31" fmla="val 20282"/>
                <a:gd name="f32" fmla="val 18595"/>
                <a:gd name="f33" fmla="val 21345"/>
                <a:gd name="f34" fmla="val 22770"/>
                <a:gd name="f35" fmla="val 24226"/>
                <a:gd name="f36" fmla="val 18153"/>
                <a:gd name="f37" fmla="val 25307"/>
                <a:gd name="f38" fmla="val 17302"/>
                <a:gd name="f39" fmla="val 26027"/>
                <a:gd name="f40" fmla="val 16450"/>
                <a:gd name="f41" fmla="val 26747"/>
                <a:gd name="f42" fmla="val 15157"/>
                <a:gd name="f43" fmla="val 27107"/>
                <a:gd name="f44" fmla="val 1"/>
                <a:gd name="f45" fmla="val 32885"/>
                <a:gd name="f46" fmla="val 14077"/>
                <a:gd name="f47" fmla="val 18447"/>
                <a:gd name="f48" fmla="val 21721"/>
                <a:gd name="f49" fmla="val 32100"/>
                <a:gd name="f50" fmla="val 23865"/>
                <a:gd name="f51" fmla="val 30545"/>
                <a:gd name="f52" fmla="val 25993"/>
                <a:gd name="f53" fmla="val 28990"/>
                <a:gd name="f54" fmla="val 26616"/>
                <a:gd name="f55" fmla="val 23457"/>
                <a:gd name="f56" fmla="val 21378"/>
                <a:gd name="f57" fmla="val 26566"/>
                <a:gd name="f58" fmla="val 19643"/>
                <a:gd name="f59" fmla="val 25568"/>
                <a:gd name="f60" fmla="val 18219"/>
                <a:gd name="f61" fmla="val 24569"/>
                <a:gd name="f62" fmla="val 16779"/>
                <a:gd name="f63" fmla="val 23161"/>
                <a:gd name="f64" fmla="val 15813"/>
                <a:gd name="f65" fmla="val 15289"/>
                <a:gd name="f66" fmla="val 22769"/>
                <a:gd name="f67" fmla="val 14733"/>
                <a:gd name="f68" fmla="val 13914"/>
                <a:gd name="f69" fmla="val 24602"/>
                <a:gd name="f70" fmla="val 12801"/>
                <a:gd name="f71" fmla="val 25355"/>
                <a:gd name="f72" fmla="val 11655"/>
                <a:gd name="f73" fmla="val 25731"/>
                <a:gd name="f74" fmla="val 10297"/>
                <a:gd name="f75" fmla="val 8693"/>
                <a:gd name="f76" fmla="val 5664"/>
                <a:gd name="f77" fmla="val 24700"/>
                <a:gd name="f78" fmla="val 3455"/>
                <a:gd name="f79" fmla="val 22654"/>
                <a:gd name="f80" fmla="val 2063"/>
                <a:gd name="f81" fmla="val 20608"/>
                <a:gd name="f82" fmla="val 688"/>
                <a:gd name="f83" fmla="val 12735"/>
                <a:gd name="f84" fmla="*/ f0 1 27074"/>
                <a:gd name="f85" fmla="*/ f1 1 32886"/>
                <a:gd name="f86" fmla="val f2"/>
                <a:gd name="f87" fmla="val f3"/>
                <a:gd name="f88" fmla="val f4"/>
                <a:gd name="f89" fmla="+- f88 0 f86"/>
                <a:gd name="f90" fmla="+- f87 0 f86"/>
                <a:gd name="f91" fmla="*/ f90 1 27074"/>
                <a:gd name="f92" fmla="*/ f89 1 32886"/>
                <a:gd name="f93" fmla="*/ f86 1 f91"/>
                <a:gd name="f94" fmla="*/ f87 1 f91"/>
                <a:gd name="f95" fmla="*/ f86 1 f92"/>
                <a:gd name="f96" fmla="*/ f88 1 f92"/>
                <a:gd name="f97" fmla="*/ f93 f84 1"/>
                <a:gd name="f98" fmla="*/ f94 f84 1"/>
                <a:gd name="f99" fmla="*/ f96 f85 1"/>
                <a:gd name="f100" fmla="*/ f95 f8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7" t="f100" r="f98" b="f99"/>
              <a:pathLst>
                <a:path w="27074" h="32886">
                  <a:moveTo>
                    <a:pt x="f5" y="f6"/>
                  </a:moveTo>
                  <a:cubicBezTo>
                    <a:pt x="f7" y="f6"/>
                    <a:pt x="f8" y="f9"/>
                    <a:pt x="f10" y="f11"/>
                  </a:cubicBezTo>
                  <a:cubicBezTo>
                    <a:pt x="f12" y="f13"/>
                    <a:pt x="f14" y="f15"/>
                    <a:pt x="f14" y="f16"/>
                  </a:cubicBezTo>
                  <a:cubicBezTo>
                    <a:pt x="f14" y="f17"/>
                    <a:pt x="f12" y="f18"/>
                    <a:pt x="f10" y="f19"/>
                  </a:cubicBezTo>
                  <a:cubicBezTo>
                    <a:pt x="f8" y="f20"/>
                    <a:pt x="f7" y="f21"/>
                    <a:pt x="f5" y="f21"/>
                  </a:cubicBezTo>
                  <a:lnTo>
                    <a:pt x="f22" y="f21"/>
                  </a:lnTo>
                  <a:lnTo>
                    <a:pt x="f22" y="f6"/>
                  </a:lnTo>
                  <a:close/>
                  <a:moveTo>
                    <a:pt x="f23" y="f24"/>
                  </a:moveTo>
                  <a:cubicBezTo>
                    <a:pt x="f25" y="f24"/>
                    <a:pt x="f26" y="f27"/>
                    <a:pt x="f28" y="f29"/>
                  </a:cubicBezTo>
                  <a:cubicBezTo>
                    <a:pt x="f30" y="f31"/>
                    <a:pt x="f32" y="f33"/>
                    <a:pt x="f32" y="f34"/>
                  </a:cubicBezTo>
                  <a:cubicBezTo>
                    <a:pt x="f32" y="f35"/>
                    <a:pt x="f36" y="f37"/>
                    <a:pt x="f38" y="f39"/>
                  </a:cubicBezTo>
                  <a:cubicBezTo>
                    <a:pt x="f40" y="f41"/>
                    <a:pt x="f42" y="f43"/>
                    <a:pt x="f23" y="f43"/>
                  </a:cubicBezTo>
                  <a:lnTo>
                    <a:pt x="f22" y="f43"/>
                  </a:lnTo>
                  <a:lnTo>
                    <a:pt x="f22" y="f24"/>
                  </a:lnTo>
                  <a:close/>
                  <a:moveTo>
                    <a:pt x="f2" y="f44"/>
                  </a:moveTo>
                  <a:lnTo>
                    <a:pt x="f2" y="f45"/>
                  </a:lnTo>
                  <a:lnTo>
                    <a:pt x="f46" y="f45"/>
                  </a:lnTo>
                  <a:cubicBezTo>
                    <a:pt x="f47" y="f45"/>
                    <a:pt x="f48" y="f49"/>
                    <a:pt x="f50" y="f51"/>
                  </a:cubicBezTo>
                  <a:cubicBezTo>
                    <a:pt x="f52" y="f53"/>
                    <a:pt x="f3" y="f54"/>
                    <a:pt x="f3" y="f55"/>
                  </a:cubicBezTo>
                  <a:cubicBezTo>
                    <a:pt x="f3" y="f56"/>
                    <a:pt x="f57" y="f58"/>
                    <a:pt x="f59" y="f60"/>
                  </a:cubicBezTo>
                  <a:cubicBezTo>
                    <a:pt x="f61" y="f62"/>
                    <a:pt x="f63" y="f64"/>
                    <a:pt x="f33" y="f65"/>
                  </a:cubicBezTo>
                  <a:cubicBezTo>
                    <a:pt x="f66" y="f67"/>
                    <a:pt x="f50" y="f68"/>
                    <a:pt x="f69" y="f70"/>
                  </a:cubicBezTo>
                  <a:cubicBezTo>
                    <a:pt x="f71" y="f72"/>
                    <a:pt x="f73" y="f74"/>
                    <a:pt x="f73" y="f75"/>
                  </a:cubicBezTo>
                  <a:cubicBezTo>
                    <a:pt x="f73" y="f76"/>
                    <a:pt x="f77" y="f78"/>
                    <a:pt x="f79" y="f80"/>
                  </a:cubicBezTo>
                  <a:cubicBezTo>
                    <a:pt x="f81" y="f82"/>
                    <a:pt x="f38" y="f44"/>
                    <a:pt x="f83" y="f44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21" tIns="91421" rIns="91421" bIns="91421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s-PE" sz="1400" b="0" i="0" u="none" strike="noStrike" kern="0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</a:endParaRPr>
            </a:p>
          </p:txBody>
        </p:sp>
        <p:sp>
          <p:nvSpPr>
            <p:cNvPr id="20" name="Google Shape;896;p63">
              <a:extLst>
                <a:ext uri="{FF2B5EF4-FFF2-40B4-BE49-F238E27FC236}">
                  <a16:creationId xmlns:a16="http://schemas.microsoft.com/office/drawing/2014/main" id="{570FA8FE-022B-2384-6BB2-88AEECD9A5EA}"/>
                </a:ext>
              </a:extLst>
            </p:cNvPr>
            <p:cNvSpPr/>
            <p:nvPr/>
          </p:nvSpPr>
          <p:spPr>
            <a:xfrm>
              <a:off x="7300999" y="759363"/>
              <a:ext cx="1127884" cy="133463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76993"/>
                <a:gd name="f4" fmla="val 209436"/>
                <a:gd name="f5" fmla="val 163898"/>
                <a:gd name="f6" fmla="val 3274"/>
                <a:gd name="f7" fmla="val 90125"/>
                <a:gd name="f8" fmla="val 47780"/>
                <a:gd name="f9" fmla="val 173703"/>
                <a:gd name="f10" fmla="val 33326"/>
                <a:gd name="f11" fmla="val 82448"/>
                <a:gd name="f12" fmla="val 51692"/>
                <a:gd name="f13" fmla="val 170380"/>
                <a:gd name="f14" fmla="val 86852"/>
                <a:gd name="f15" fmla="val 83725"/>
                <a:gd name="f16" fmla="val 3291"/>
                <a:gd name="f17" fmla="val 37189"/>
                <a:gd name="f18" fmla="val 67307"/>
                <a:gd name="f19" fmla="val 145385"/>
                <a:gd name="f20" fmla="val 94528"/>
                <a:gd name="f21" fmla="val 71089"/>
                <a:gd name="f22" fmla="val 151900"/>
                <a:gd name="f23" fmla="val 86999"/>
                <a:gd name="f24" fmla="val 173654"/>
                <a:gd name="f25" fmla="val 76016"/>
                <a:gd name="f26" fmla="val 173474"/>
                <a:gd name="f27" fmla="val 65311"/>
                <a:gd name="f28" fmla="val 171215"/>
                <a:gd name="f29" fmla="val 55326"/>
                <a:gd name="f30" fmla="val 166975"/>
                <a:gd name="f31" fmla="val 45210"/>
                <a:gd name="f32" fmla="val 162703"/>
                <a:gd name="f33" fmla="val 36011"/>
                <a:gd name="f34" fmla="val 156500"/>
                <a:gd name="f35" fmla="val 28253"/>
                <a:gd name="f36" fmla="val 148725"/>
                <a:gd name="f37" fmla="val 20461"/>
                <a:gd name="f38" fmla="val 140966"/>
                <a:gd name="f39" fmla="val 14258"/>
                <a:gd name="f40" fmla="val 131767"/>
                <a:gd name="f41" fmla="val 9985"/>
                <a:gd name="f42" fmla="val 121635"/>
                <a:gd name="f43" fmla="val 5550"/>
                <a:gd name="f44" fmla="val 111142"/>
                <a:gd name="f45" fmla="val 99864"/>
                <a:gd name="f46" fmla="val 88472"/>
                <a:gd name="f47" fmla="val 173686"/>
                <a:gd name="f48" fmla="val 173719"/>
                <a:gd name="f49" fmla="val 171444"/>
                <a:gd name="f50" fmla="val 167008"/>
                <a:gd name="f51" fmla="val 162719"/>
                <a:gd name="f52" fmla="val 156516"/>
                <a:gd name="f53" fmla="val 148741"/>
                <a:gd name="f54" fmla="val 140982"/>
                <a:gd name="f55" fmla="val 131783"/>
                <a:gd name="f56" fmla="val 121651"/>
                <a:gd name="f57" fmla="val 166992"/>
                <a:gd name="f58" fmla="val 111666"/>
                <a:gd name="f59" fmla="val 100961"/>
                <a:gd name="f60" fmla="val 173670"/>
                <a:gd name="f61" fmla="val 17"/>
                <a:gd name="f62" fmla="val 1"/>
                <a:gd name="f63" fmla="val 100306"/>
                <a:gd name="f64" fmla="val 2358"/>
                <a:gd name="f65" fmla="val 112026"/>
                <a:gd name="f66" fmla="val 6974"/>
                <a:gd name="f67" fmla="val 122911"/>
                <a:gd name="f68" fmla="val 11409"/>
                <a:gd name="f69" fmla="val 133436"/>
                <a:gd name="f70" fmla="val 17859"/>
                <a:gd name="f71" fmla="val 142979"/>
                <a:gd name="f72" fmla="val 25928"/>
                <a:gd name="f73" fmla="val 151049"/>
                <a:gd name="f74" fmla="val 33998"/>
                <a:gd name="f75" fmla="val 159135"/>
                <a:gd name="f76" fmla="val 43541"/>
                <a:gd name="f77" fmla="val 165568"/>
                <a:gd name="f78" fmla="val 54049"/>
                <a:gd name="f79" fmla="val 170004"/>
                <a:gd name="f80" fmla="val 64443"/>
                <a:gd name="f81" fmla="val 174407"/>
                <a:gd name="f82" fmla="val 75574"/>
                <a:gd name="f83" fmla="val 176764"/>
                <a:gd name="f84" fmla="val 176944"/>
                <a:gd name="f85" fmla="val 209435"/>
                <a:gd name="f86" fmla="val 101403"/>
                <a:gd name="f87" fmla="val 176747"/>
                <a:gd name="f88" fmla="val 112550"/>
                <a:gd name="f89" fmla="val 174390"/>
                <a:gd name="f90" fmla="val 122928"/>
                <a:gd name="f91" fmla="val 142996"/>
                <a:gd name="f92" fmla="val 159119"/>
                <a:gd name="f93" fmla="val 170020"/>
                <a:gd name="f94" fmla="val 174636"/>
                <a:gd name="f95" fmla="val 100323"/>
                <a:gd name="f96" fmla="val 176976"/>
                <a:gd name="f97" fmla="val 88488"/>
                <a:gd name="f98" fmla="*/ f0 1 176993"/>
                <a:gd name="f99" fmla="*/ f1 1 209436"/>
                <a:gd name="f100" fmla="val f2"/>
                <a:gd name="f101" fmla="val f3"/>
                <a:gd name="f102" fmla="val f4"/>
                <a:gd name="f103" fmla="+- f102 0 f100"/>
                <a:gd name="f104" fmla="+- f101 0 f100"/>
                <a:gd name="f105" fmla="*/ f104 1 176993"/>
                <a:gd name="f106" fmla="*/ f103 1 209436"/>
                <a:gd name="f107" fmla="*/ f100 1 f105"/>
                <a:gd name="f108" fmla="*/ f101 1 f105"/>
                <a:gd name="f109" fmla="*/ f100 1 f106"/>
                <a:gd name="f110" fmla="*/ f102 1 f106"/>
                <a:gd name="f111" fmla="*/ f107 f98 1"/>
                <a:gd name="f112" fmla="*/ f108 f98 1"/>
                <a:gd name="f113" fmla="*/ f110 f99 1"/>
                <a:gd name="f114" fmla="*/ f109 f9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11" t="f114" r="f112" b="f113"/>
              <a:pathLst>
                <a:path w="176993" h="209436">
                  <a:moveTo>
                    <a:pt x="f5" y="f6"/>
                  </a:moveTo>
                  <a:lnTo>
                    <a:pt x="f7" y="f8"/>
                  </a:lnTo>
                  <a:lnTo>
                    <a:pt x="f7" y="f6"/>
                  </a:lnTo>
                  <a:close/>
                  <a:moveTo>
                    <a:pt x="f9" y="f6"/>
                  </a:moveTo>
                  <a:lnTo>
                    <a:pt x="f9" y="f10"/>
                  </a:lnTo>
                  <a:lnTo>
                    <a:pt x="f7" y="f11"/>
                  </a:lnTo>
                  <a:lnTo>
                    <a:pt x="f7" y="f12"/>
                  </a:lnTo>
                  <a:lnTo>
                    <a:pt x="f13" y="f6"/>
                  </a:lnTo>
                  <a:close/>
                  <a:moveTo>
                    <a:pt x="f14" y="f6"/>
                  </a:moveTo>
                  <a:lnTo>
                    <a:pt x="f14" y="f15"/>
                  </a:lnTo>
                  <a:lnTo>
                    <a:pt x="f16" y="f15"/>
                  </a:lnTo>
                  <a:lnTo>
                    <a:pt x="f16" y="f6"/>
                  </a:lnTo>
                  <a:close/>
                  <a:moveTo>
                    <a:pt x="f9" y="f17"/>
                  </a:moveTo>
                  <a:lnTo>
                    <a:pt x="f9" y="f18"/>
                  </a:lnTo>
                  <a:lnTo>
                    <a:pt x="f19" y="f15"/>
                  </a:lnTo>
                  <a:lnTo>
                    <a:pt x="f20" y="f15"/>
                  </a:lnTo>
                  <a:lnTo>
                    <a:pt x="f9" y="f17"/>
                  </a:lnTo>
                  <a:close/>
                  <a:moveTo>
                    <a:pt x="f9" y="f21"/>
                  </a:moveTo>
                  <a:lnTo>
                    <a:pt x="f9" y="f15"/>
                  </a:lnTo>
                  <a:lnTo>
                    <a:pt x="f22" y="f15"/>
                  </a:lnTo>
                  <a:lnTo>
                    <a:pt x="f9" y="f21"/>
                  </a:lnTo>
                  <a:close/>
                  <a:moveTo>
                    <a:pt x="f14" y="f23"/>
                  </a:moveTo>
                  <a:lnTo>
                    <a:pt x="f14" y="f24"/>
                  </a:lnTo>
                  <a:cubicBezTo>
                    <a:pt x="f25" y="f26"/>
                    <a:pt x="f27" y="f28"/>
                    <a:pt x="f29" y="f30"/>
                  </a:cubicBezTo>
                  <a:cubicBezTo>
                    <a:pt x="f31" y="f32"/>
                    <a:pt x="f33" y="f34"/>
                    <a:pt x="f35" y="f36"/>
                  </a:cubicBezTo>
                  <a:cubicBezTo>
                    <a:pt x="f37" y="f38"/>
                    <a:pt x="f39" y="f40"/>
                    <a:pt x="f41" y="f42"/>
                  </a:cubicBezTo>
                  <a:cubicBezTo>
                    <a:pt x="f43" y="f44"/>
                    <a:pt x="f6" y="f45"/>
                    <a:pt x="f16" y="f46"/>
                  </a:cubicBezTo>
                  <a:lnTo>
                    <a:pt x="f16" y="f23"/>
                  </a:lnTo>
                  <a:close/>
                  <a:moveTo>
                    <a:pt x="f47" y="f23"/>
                  </a:moveTo>
                  <a:lnTo>
                    <a:pt x="f47" y="f46"/>
                  </a:lnTo>
                  <a:cubicBezTo>
                    <a:pt x="f48" y="f45"/>
                    <a:pt x="f49" y="f44"/>
                    <a:pt x="f50" y="f42"/>
                  </a:cubicBezTo>
                  <a:cubicBezTo>
                    <a:pt x="f51" y="f40"/>
                    <a:pt x="f52" y="f38"/>
                    <a:pt x="f53" y="f36"/>
                  </a:cubicBezTo>
                  <a:cubicBezTo>
                    <a:pt x="f54" y="f34"/>
                    <a:pt x="f55" y="f32"/>
                    <a:pt x="f56" y="f57"/>
                  </a:cubicBezTo>
                  <a:cubicBezTo>
                    <a:pt x="f58" y="f28"/>
                    <a:pt x="f59" y="f26"/>
                    <a:pt x="f7" y="f60"/>
                  </a:cubicBezTo>
                  <a:lnTo>
                    <a:pt x="f7" y="f23"/>
                  </a:lnTo>
                  <a:close/>
                  <a:moveTo>
                    <a:pt x="f61" y="f2"/>
                  </a:moveTo>
                  <a:lnTo>
                    <a:pt x="f61" y="f46"/>
                  </a:lnTo>
                  <a:cubicBezTo>
                    <a:pt x="f62" y="f63"/>
                    <a:pt x="f64" y="f65"/>
                    <a:pt x="f66" y="f67"/>
                  </a:cubicBezTo>
                  <a:cubicBezTo>
                    <a:pt x="f68" y="f69"/>
                    <a:pt x="f70" y="f71"/>
                    <a:pt x="f72" y="f73"/>
                  </a:cubicBezTo>
                  <a:cubicBezTo>
                    <a:pt x="f74" y="f75"/>
                    <a:pt x="f76" y="f77"/>
                    <a:pt x="f78" y="f79"/>
                  </a:cubicBezTo>
                  <a:cubicBezTo>
                    <a:pt x="f80" y="f81"/>
                    <a:pt x="f82" y="f83"/>
                    <a:pt x="f14" y="f84"/>
                  </a:cubicBezTo>
                  <a:lnTo>
                    <a:pt x="f14" y="f85"/>
                  </a:lnTo>
                  <a:lnTo>
                    <a:pt x="f7" y="f85"/>
                  </a:lnTo>
                  <a:lnTo>
                    <a:pt x="f7" y="f84"/>
                  </a:lnTo>
                  <a:cubicBezTo>
                    <a:pt x="f86" y="f87"/>
                    <a:pt x="f88" y="f89"/>
                    <a:pt x="f90" y="f79"/>
                  </a:cubicBezTo>
                  <a:cubicBezTo>
                    <a:pt x="f69" y="f77"/>
                    <a:pt x="f91" y="f92"/>
                    <a:pt x="f73" y="f73"/>
                  </a:cubicBezTo>
                  <a:cubicBezTo>
                    <a:pt x="f75" y="f91"/>
                    <a:pt x="f77" y="f69"/>
                    <a:pt x="f93" y="f90"/>
                  </a:cubicBezTo>
                  <a:cubicBezTo>
                    <a:pt x="f94" y="f65"/>
                    <a:pt x="f3" y="f95"/>
                    <a:pt x="f96" y="f97"/>
                  </a:cubicBezTo>
                  <a:lnTo>
                    <a:pt x="f96" y="f2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21" tIns="91421" rIns="91421" bIns="91421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s-PE" sz="1400" b="0" i="0" u="none" strike="noStrike" kern="0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</a:endParaRPr>
            </a:p>
          </p:txBody>
        </p:sp>
        <p:sp>
          <p:nvSpPr>
            <p:cNvPr id="21" name="Google Shape;897;p63">
              <a:extLst>
                <a:ext uri="{FF2B5EF4-FFF2-40B4-BE49-F238E27FC236}">
                  <a16:creationId xmlns:a16="http://schemas.microsoft.com/office/drawing/2014/main" id="{63D1380C-805B-C35C-863E-067A892F769D}"/>
                </a:ext>
              </a:extLst>
            </p:cNvPr>
            <p:cNvSpPr/>
            <p:nvPr/>
          </p:nvSpPr>
          <p:spPr>
            <a:xfrm>
              <a:off x="7496059" y="1414101"/>
              <a:ext cx="254623" cy="254623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39957"/>
                <a:gd name="f4" fmla="val 39956"/>
                <a:gd name="f5" fmla="val 19970"/>
                <a:gd name="f6" fmla="val 1"/>
                <a:gd name="f7" fmla="*/ f0 1 39957"/>
                <a:gd name="f8" fmla="*/ f1 1 39956"/>
                <a:gd name="f9" fmla="val f2"/>
                <a:gd name="f10" fmla="val f3"/>
                <a:gd name="f11" fmla="val f4"/>
                <a:gd name="f12" fmla="+- f11 0 f9"/>
                <a:gd name="f13" fmla="+- f10 0 f9"/>
                <a:gd name="f14" fmla="*/ f13 1 39957"/>
                <a:gd name="f15" fmla="*/ f12 1 39956"/>
                <a:gd name="f16" fmla="*/ f9 1 f14"/>
                <a:gd name="f17" fmla="*/ f10 1 f14"/>
                <a:gd name="f18" fmla="*/ f9 1 f15"/>
                <a:gd name="f19" fmla="*/ f11 1 f15"/>
                <a:gd name="f20" fmla="*/ f16 f7 1"/>
                <a:gd name="f21" fmla="*/ f17 f7 1"/>
                <a:gd name="f22" fmla="*/ f19 f8 1"/>
                <a:gd name="f23" fmla="*/ f18 f8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0" t="f23" r="f21" b="f22"/>
              <a:pathLst>
                <a:path w="39957" h="39956">
                  <a:moveTo>
                    <a:pt x="f5" y="f2"/>
                  </a:moveTo>
                  <a:lnTo>
                    <a:pt x="f6" y="f5"/>
                  </a:lnTo>
                  <a:lnTo>
                    <a:pt x="f5" y="f4"/>
                  </a:lnTo>
                  <a:lnTo>
                    <a:pt x="f4" y="f5"/>
                  </a:lnTo>
                  <a:lnTo>
                    <a:pt x="f5" y="f2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21" tIns="91421" rIns="91421" bIns="91421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s-PE" sz="1400" b="0" i="0" u="none" strike="noStrike" kern="0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</a:endParaRPr>
            </a:p>
          </p:txBody>
        </p:sp>
      </p:grpSp>
      <p:pic>
        <p:nvPicPr>
          <p:cNvPr id="22" name="Picture 10">
            <a:extLst>
              <a:ext uri="{FF2B5EF4-FFF2-40B4-BE49-F238E27FC236}">
                <a16:creationId xmlns:a16="http://schemas.microsoft.com/office/drawing/2014/main" id="{B913130C-767B-0CF3-61A3-B147EEE783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/>
        </p:blipFill>
        <p:spPr>
          <a:xfrm>
            <a:off x="4890655" y="0"/>
            <a:ext cx="4253345" cy="5027828"/>
          </a:xfrm>
          <a:prstGeom prst="rect">
            <a:avLst/>
          </a:prstGeom>
          <a:noFill/>
          <a:ln cap="flat">
            <a:noFill/>
          </a:ln>
        </p:spPr>
      </p:pic>
      <p:grpSp>
        <p:nvGrpSpPr>
          <p:cNvPr id="28" name="Grupo 35">
            <a:extLst>
              <a:ext uri="{FF2B5EF4-FFF2-40B4-BE49-F238E27FC236}">
                <a16:creationId xmlns:a16="http://schemas.microsoft.com/office/drawing/2014/main" id="{FB8DA028-028B-C3D9-866E-C3077F3AC132}"/>
              </a:ext>
            </a:extLst>
          </p:cNvPr>
          <p:cNvGrpSpPr/>
          <p:nvPr/>
        </p:nvGrpSpPr>
        <p:grpSpPr>
          <a:xfrm>
            <a:off x="107515" y="4580083"/>
            <a:ext cx="427061" cy="518564"/>
            <a:chOff x="107515" y="4580083"/>
            <a:chExt cx="427061" cy="518564"/>
          </a:xfrm>
        </p:grpSpPr>
        <p:sp>
          <p:nvSpPr>
            <p:cNvPr id="29" name="Freeform 4">
              <a:extLst>
                <a:ext uri="{FF2B5EF4-FFF2-40B4-BE49-F238E27FC236}">
                  <a16:creationId xmlns:a16="http://schemas.microsoft.com/office/drawing/2014/main" id="{FFA8AB93-859B-DC8D-85B9-7884130AA83B}"/>
                </a:ext>
              </a:extLst>
            </p:cNvPr>
            <p:cNvSpPr/>
            <p:nvPr/>
          </p:nvSpPr>
          <p:spPr>
            <a:xfrm>
              <a:off x="294025" y="4634416"/>
              <a:ext cx="240551" cy="464231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1"/>
                <a:gd name="f7" fmla="val 334"/>
                <a:gd name="f8" fmla="val 150"/>
                <a:gd name="f9" fmla="val 7"/>
                <a:gd name="f10" fmla="val 13"/>
                <a:gd name="f11" fmla="val 19"/>
                <a:gd name="f12" fmla="val 40"/>
                <a:gd name="f13" fmla="val 62"/>
                <a:gd name="f14" fmla="val 149"/>
                <a:gd name="f15" fmla="val 84"/>
                <a:gd name="f16" fmla="val 148"/>
                <a:gd name="f17" fmla="val 104"/>
                <a:gd name="f18" fmla="val 140"/>
                <a:gd name="f19" fmla="val 123"/>
                <a:gd name="f20" fmla="val 124"/>
                <a:gd name="f21" fmla="val 138"/>
                <a:gd name="f22" fmla="val 117"/>
                <a:gd name="f23" fmla="val 144"/>
                <a:gd name="f24" fmla="val 110"/>
                <a:gd name="f25" fmla="val 158"/>
                <a:gd name="f26" fmla="val 94"/>
                <a:gd name="f27" fmla="val 167"/>
                <a:gd name="f28" fmla="val 88"/>
                <a:gd name="f29" fmla="val 179"/>
                <a:gd name="f30" fmla="val 193"/>
                <a:gd name="f31" fmla="val 86"/>
                <a:gd name="f32" fmla="val 232"/>
                <a:gd name="f33" fmla="val 271"/>
                <a:gd name="f34" fmla="val 82"/>
                <a:gd name="f35" fmla="val 310"/>
                <a:gd name="f36" fmla="val 312"/>
                <a:gd name="f37" fmla="val 313"/>
                <a:gd name="f38" fmla="val 315"/>
                <a:gd name="f39" fmla="val 105"/>
                <a:gd name="f40" fmla="val 319"/>
                <a:gd name="f41" fmla="val 127"/>
                <a:gd name="f42" fmla="val 322"/>
                <a:gd name="f43" fmla="val 326"/>
                <a:gd name="f44" fmla="val 141"/>
                <a:gd name="f45" fmla="val 333"/>
                <a:gd name="f46" fmla="val 22"/>
                <a:gd name="f47" fmla="val 327"/>
                <a:gd name="f48" fmla="val 3"/>
                <a:gd name="f49" fmla="val 4"/>
                <a:gd name="f50" fmla="val 6"/>
                <a:gd name="f51" fmla="val 325"/>
                <a:gd name="f52" fmla="val 25"/>
                <a:gd name="f53" fmla="val 45"/>
                <a:gd name="f54" fmla="val 64"/>
                <a:gd name="f55" fmla="val 316"/>
                <a:gd name="f56" fmla="val 66"/>
                <a:gd name="f57" fmla="val 70"/>
                <a:gd name="f58" fmla="val 311"/>
                <a:gd name="f59" fmla="val 68"/>
                <a:gd name="f60" fmla="val 231"/>
                <a:gd name="f61" fmla="val 190"/>
                <a:gd name="f62" fmla="val 63"/>
                <a:gd name="f63" fmla="val 175"/>
                <a:gd name="f64" fmla="val 54"/>
                <a:gd name="f65" fmla="val 163"/>
                <a:gd name="f66" fmla="val 43"/>
                <a:gd name="f67" fmla="val 153"/>
                <a:gd name="f68" fmla="val 35"/>
                <a:gd name="f69" fmla="val 145"/>
                <a:gd name="f70" fmla="val 27"/>
                <a:gd name="f71" fmla="val 137"/>
                <a:gd name="f72" fmla="val 20"/>
                <a:gd name="f73" fmla="val 129"/>
                <a:gd name="f74" fmla="val 8"/>
                <a:gd name="f75" fmla="val 115"/>
                <a:gd name="f76" fmla="val 97"/>
                <a:gd name="f77" fmla="val 79"/>
                <a:gd name="f78" fmla="val 2"/>
                <a:gd name="f79" fmla="val 30"/>
                <a:gd name="f80" fmla="val 1"/>
                <a:gd name="f81" fmla="val 53"/>
                <a:gd name="f82" fmla="val 100"/>
                <a:gd name="f83" fmla="val 146"/>
                <a:gd name="f84" fmla="val 147"/>
                <a:gd name="f85" fmla="val 125"/>
                <a:gd name="f86" fmla="val 52"/>
                <a:gd name="f87" fmla="val 103"/>
                <a:gd name="f88" fmla="val 116"/>
                <a:gd name="f89" fmla="val 120"/>
                <a:gd name="f90" fmla="val 101"/>
                <a:gd name="f91" fmla="val 132"/>
                <a:gd name="f92" fmla="val 85"/>
                <a:gd name="f93" fmla="val 142"/>
                <a:gd name="f94" fmla="val 90"/>
                <a:gd name="f95" fmla="val 126"/>
                <a:gd name="f96" fmla="val 113"/>
                <a:gd name="f97" fmla="val 96"/>
                <a:gd name="f98" fmla="val 143"/>
                <a:gd name="f99" fmla="val 74"/>
                <a:gd name="f100" fmla="val 98"/>
                <a:gd name="f101" fmla="val 17"/>
                <a:gd name="f102" fmla="val 26"/>
                <a:gd name="f103" fmla="val 47"/>
                <a:gd name="f104" fmla="+- 0 0 -90"/>
                <a:gd name="f105" fmla="*/ f3 1 151"/>
                <a:gd name="f106" fmla="*/ f4 1 334"/>
                <a:gd name="f107" fmla="val f5"/>
                <a:gd name="f108" fmla="val f6"/>
                <a:gd name="f109" fmla="val f7"/>
                <a:gd name="f110" fmla="*/ f104 f0 1"/>
                <a:gd name="f111" fmla="+- f109 0 f107"/>
                <a:gd name="f112" fmla="+- f108 0 f107"/>
                <a:gd name="f113" fmla="*/ f110 1 f2"/>
                <a:gd name="f114" fmla="*/ f112 1 151"/>
                <a:gd name="f115" fmla="*/ f111 1 334"/>
                <a:gd name="f116" fmla="*/ 150 f112 1"/>
                <a:gd name="f117" fmla="*/ 0 f111 1"/>
                <a:gd name="f118" fmla="*/ 19 f111 1"/>
                <a:gd name="f119" fmla="*/ 149 f112 1"/>
                <a:gd name="f120" fmla="*/ 84 f111 1"/>
                <a:gd name="f121" fmla="*/ 124 f112 1"/>
                <a:gd name="f122" fmla="*/ 138 f111 1"/>
                <a:gd name="f123" fmla="*/ 104 f112 1"/>
                <a:gd name="f124" fmla="*/ 158 f111 1"/>
                <a:gd name="f125" fmla="*/ 88 f112 1"/>
                <a:gd name="f126" fmla="*/ 193 f111 1"/>
                <a:gd name="f127" fmla="*/ 82 f112 1"/>
                <a:gd name="f128" fmla="*/ 310 f111 1"/>
                <a:gd name="f129" fmla="*/ 315 f111 1"/>
                <a:gd name="f130" fmla="*/ 151 f112 1"/>
                <a:gd name="f131" fmla="*/ 326 f111 1"/>
                <a:gd name="f132" fmla="*/ 0 f112 1"/>
                <a:gd name="f133" fmla="*/ 327 f111 1"/>
                <a:gd name="f134" fmla="*/ 6 f112 1"/>
                <a:gd name="f135" fmla="*/ 325 f111 1"/>
                <a:gd name="f136" fmla="*/ 64 f112 1"/>
                <a:gd name="f137" fmla="*/ 316 f111 1"/>
                <a:gd name="f138" fmla="*/ 70 f112 1"/>
                <a:gd name="f139" fmla="*/ 311 f111 1"/>
                <a:gd name="f140" fmla="*/ 190 f111 1"/>
                <a:gd name="f141" fmla="*/ 43 f112 1"/>
                <a:gd name="f142" fmla="*/ 153 f111 1"/>
                <a:gd name="f143" fmla="*/ 20 f112 1"/>
                <a:gd name="f144" fmla="*/ 129 f111 1"/>
                <a:gd name="f145" fmla="*/ 3 f112 1"/>
                <a:gd name="f146" fmla="*/ 79 f111 1"/>
                <a:gd name="f147" fmla="*/ 1 f112 1"/>
                <a:gd name="f148" fmla="*/ 6 f111 1"/>
                <a:gd name="f149" fmla="*/ 7 f112 1"/>
                <a:gd name="f150" fmla="*/ 146 f112 1"/>
                <a:gd name="f151" fmla="*/ 125 f112 1"/>
                <a:gd name="f152" fmla="*/ 35 f111 1"/>
                <a:gd name="f153" fmla="*/ 101 f112 1"/>
                <a:gd name="f154" fmla="*/ 132 f111 1"/>
                <a:gd name="f155" fmla="*/ 79 f112 1"/>
                <a:gd name="f156" fmla="*/ 146 f111 1"/>
                <a:gd name="f157" fmla="*/ 115 f112 1"/>
                <a:gd name="f158" fmla="*/ 137 f111 1"/>
                <a:gd name="f159" fmla="*/ 141 f112 1"/>
                <a:gd name="f160" fmla="*/ 96 f111 1"/>
                <a:gd name="f161" fmla="*/ 144 f112 1"/>
                <a:gd name="f162" fmla="*/ 63 f111 1"/>
                <a:gd name="f163" fmla="*/ 8 f111 1"/>
                <a:gd name="f164" fmla="*/ 8 f112 1"/>
                <a:gd name="f165" fmla="+- f113 0 f1"/>
                <a:gd name="f166" fmla="*/ f116 1 151"/>
                <a:gd name="f167" fmla="*/ f117 1 334"/>
                <a:gd name="f168" fmla="*/ f118 1 334"/>
                <a:gd name="f169" fmla="*/ f119 1 151"/>
                <a:gd name="f170" fmla="*/ f120 1 334"/>
                <a:gd name="f171" fmla="*/ f121 1 151"/>
                <a:gd name="f172" fmla="*/ f122 1 334"/>
                <a:gd name="f173" fmla="*/ f123 1 151"/>
                <a:gd name="f174" fmla="*/ f124 1 334"/>
                <a:gd name="f175" fmla="*/ f125 1 151"/>
                <a:gd name="f176" fmla="*/ f126 1 334"/>
                <a:gd name="f177" fmla="*/ f127 1 151"/>
                <a:gd name="f178" fmla="*/ f128 1 334"/>
                <a:gd name="f179" fmla="*/ f129 1 334"/>
                <a:gd name="f180" fmla="*/ f130 1 151"/>
                <a:gd name="f181" fmla="*/ f131 1 334"/>
                <a:gd name="f182" fmla="*/ f132 1 151"/>
                <a:gd name="f183" fmla="*/ f133 1 334"/>
                <a:gd name="f184" fmla="*/ f134 1 151"/>
                <a:gd name="f185" fmla="*/ f135 1 334"/>
                <a:gd name="f186" fmla="*/ f136 1 151"/>
                <a:gd name="f187" fmla="*/ f137 1 334"/>
                <a:gd name="f188" fmla="*/ f138 1 151"/>
                <a:gd name="f189" fmla="*/ f139 1 334"/>
                <a:gd name="f190" fmla="*/ f140 1 334"/>
                <a:gd name="f191" fmla="*/ f141 1 151"/>
                <a:gd name="f192" fmla="*/ f142 1 334"/>
                <a:gd name="f193" fmla="*/ f143 1 151"/>
                <a:gd name="f194" fmla="*/ f144 1 334"/>
                <a:gd name="f195" fmla="*/ f145 1 151"/>
                <a:gd name="f196" fmla="*/ f146 1 334"/>
                <a:gd name="f197" fmla="*/ f147 1 151"/>
                <a:gd name="f198" fmla="*/ f148 1 334"/>
                <a:gd name="f199" fmla="*/ f149 1 151"/>
                <a:gd name="f200" fmla="*/ f150 1 151"/>
                <a:gd name="f201" fmla="*/ f151 1 151"/>
                <a:gd name="f202" fmla="*/ f152 1 334"/>
                <a:gd name="f203" fmla="*/ f153 1 151"/>
                <a:gd name="f204" fmla="*/ f154 1 334"/>
                <a:gd name="f205" fmla="*/ f155 1 151"/>
                <a:gd name="f206" fmla="*/ f156 1 334"/>
                <a:gd name="f207" fmla="*/ f157 1 151"/>
                <a:gd name="f208" fmla="*/ f158 1 334"/>
                <a:gd name="f209" fmla="*/ f159 1 151"/>
                <a:gd name="f210" fmla="*/ f160 1 334"/>
                <a:gd name="f211" fmla="*/ f161 1 151"/>
                <a:gd name="f212" fmla="*/ f162 1 334"/>
                <a:gd name="f213" fmla="*/ f163 1 334"/>
                <a:gd name="f214" fmla="*/ f164 1 151"/>
                <a:gd name="f215" fmla="*/ 0 1 f114"/>
                <a:gd name="f216" fmla="*/ f108 1 f114"/>
                <a:gd name="f217" fmla="*/ 0 1 f115"/>
                <a:gd name="f218" fmla="*/ f109 1 f115"/>
                <a:gd name="f219" fmla="*/ f166 1 f114"/>
                <a:gd name="f220" fmla="*/ f167 1 f115"/>
                <a:gd name="f221" fmla="*/ f168 1 f115"/>
                <a:gd name="f222" fmla="*/ f169 1 f114"/>
                <a:gd name="f223" fmla="*/ f170 1 f115"/>
                <a:gd name="f224" fmla="*/ f171 1 f114"/>
                <a:gd name="f225" fmla="*/ f172 1 f115"/>
                <a:gd name="f226" fmla="*/ f173 1 f114"/>
                <a:gd name="f227" fmla="*/ f174 1 f115"/>
                <a:gd name="f228" fmla="*/ f175 1 f114"/>
                <a:gd name="f229" fmla="*/ f176 1 f115"/>
                <a:gd name="f230" fmla="*/ f177 1 f114"/>
                <a:gd name="f231" fmla="*/ f178 1 f115"/>
                <a:gd name="f232" fmla="*/ f179 1 f115"/>
                <a:gd name="f233" fmla="*/ f180 1 f114"/>
                <a:gd name="f234" fmla="*/ f181 1 f115"/>
                <a:gd name="f235" fmla="*/ f182 1 f114"/>
                <a:gd name="f236" fmla="*/ f183 1 f115"/>
                <a:gd name="f237" fmla="*/ f184 1 f114"/>
                <a:gd name="f238" fmla="*/ f185 1 f115"/>
                <a:gd name="f239" fmla="*/ f186 1 f114"/>
                <a:gd name="f240" fmla="*/ f187 1 f115"/>
                <a:gd name="f241" fmla="*/ f188 1 f114"/>
                <a:gd name="f242" fmla="*/ f189 1 f115"/>
                <a:gd name="f243" fmla="*/ f190 1 f115"/>
                <a:gd name="f244" fmla="*/ f191 1 f114"/>
                <a:gd name="f245" fmla="*/ f192 1 f115"/>
                <a:gd name="f246" fmla="*/ f193 1 f114"/>
                <a:gd name="f247" fmla="*/ f194 1 f115"/>
                <a:gd name="f248" fmla="*/ f195 1 f114"/>
                <a:gd name="f249" fmla="*/ f196 1 f115"/>
                <a:gd name="f250" fmla="*/ f197 1 f114"/>
                <a:gd name="f251" fmla="*/ f198 1 f115"/>
                <a:gd name="f252" fmla="*/ f199 1 f114"/>
                <a:gd name="f253" fmla="*/ f200 1 f114"/>
                <a:gd name="f254" fmla="*/ f201 1 f114"/>
                <a:gd name="f255" fmla="*/ f202 1 f115"/>
                <a:gd name="f256" fmla="*/ f203 1 f114"/>
                <a:gd name="f257" fmla="*/ f204 1 f115"/>
                <a:gd name="f258" fmla="*/ f205 1 f114"/>
                <a:gd name="f259" fmla="*/ f206 1 f115"/>
                <a:gd name="f260" fmla="*/ f207 1 f114"/>
                <a:gd name="f261" fmla="*/ f208 1 f115"/>
                <a:gd name="f262" fmla="*/ f209 1 f114"/>
                <a:gd name="f263" fmla="*/ f210 1 f115"/>
                <a:gd name="f264" fmla="*/ f211 1 f114"/>
                <a:gd name="f265" fmla="*/ f212 1 f115"/>
                <a:gd name="f266" fmla="*/ f213 1 f115"/>
                <a:gd name="f267" fmla="*/ f214 1 f114"/>
                <a:gd name="f268" fmla="*/ f215 f105 1"/>
                <a:gd name="f269" fmla="*/ f216 f105 1"/>
                <a:gd name="f270" fmla="*/ f218 f106 1"/>
                <a:gd name="f271" fmla="*/ f217 f106 1"/>
                <a:gd name="f272" fmla="*/ f219 f105 1"/>
                <a:gd name="f273" fmla="*/ f220 f106 1"/>
                <a:gd name="f274" fmla="*/ f221 f106 1"/>
                <a:gd name="f275" fmla="*/ f222 f105 1"/>
                <a:gd name="f276" fmla="*/ f223 f106 1"/>
                <a:gd name="f277" fmla="*/ f224 f105 1"/>
                <a:gd name="f278" fmla="*/ f225 f106 1"/>
                <a:gd name="f279" fmla="*/ f226 f105 1"/>
                <a:gd name="f280" fmla="*/ f227 f106 1"/>
                <a:gd name="f281" fmla="*/ f228 f105 1"/>
                <a:gd name="f282" fmla="*/ f229 f106 1"/>
                <a:gd name="f283" fmla="*/ f230 f105 1"/>
                <a:gd name="f284" fmla="*/ f231 f106 1"/>
                <a:gd name="f285" fmla="*/ f232 f106 1"/>
                <a:gd name="f286" fmla="*/ f233 f105 1"/>
                <a:gd name="f287" fmla="*/ f234 f106 1"/>
                <a:gd name="f288" fmla="*/ f235 f105 1"/>
                <a:gd name="f289" fmla="*/ f236 f106 1"/>
                <a:gd name="f290" fmla="*/ f237 f105 1"/>
                <a:gd name="f291" fmla="*/ f238 f106 1"/>
                <a:gd name="f292" fmla="*/ f239 f105 1"/>
                <a:gd name="f293" fmla="*/ f240 f106 1"/>
                <a:gd name="f294" fmla="*/ f241 f105 1"/>
                <a:gd name="f295" fmla="*/ f242 f106 1"/>
                <a:gd name="f296" fmla="*/ f243 f106 1"/>
                <a:gd name="f297" fmla="*/ f244 f105 1"/>
                <a:gd name="f298" fmla="*/ f245 f106 1"/>
                <a:gd name="f299" fmla="*/ f246 f105 1"/>
                <a:gd name="f300" fmla="*/ f247 f106 1"/>
                <a:gd name="f301" fmla="*/ f248 f105 1"/>
                <a:gd name="f302" fmla="*/ f249 f106 1"/>
                <a:gd name="f303" fmla="*/ f250 f105 1"/>
                <a:gd name="f304" fmla="*/ f251 f106 1"/>
                <a:gd name="f305" fmla="*/ f252 f105 1"/>
                <a:gd name="f306" fmla="*/ f253 f105 1"/>
                <a:gd name="f307" fmla="*/ f254 f105 1"/>
                <a:gd name="f308" fmla="*/ f255 f106 1"/>
                <a:gd name="f309" fmla="*/ f256 f105 1"/>
                <a:gd name="f310" fmla="*/ f257 f106 1"/>
                <a:gd name="f311" fmla="*/ f258 f105 1"/>
                <a:gd name="f312" fmla="*/ f259 f106 1"/>
                <a:gd name="f313" fmla="*/ f260 f105 1"/>
                <a:gd name="f314" fmla="*/ f261 f106 1"/>
                <a:gd name="f315" fmla="*/ f262 f105 1"/>
                <a:gd name="f316" fmla="*/ f263 f106 1"/>
                <a:gd name="f317" fmla="*/ f264 f105 1"/>
                <a:gd name="f318" fmla="*/ f265 f106 1"/>
                <a:gd name="f319" fmla="*/ f266 f106 1"/>
                <a:gd name="f320" fmla="*/ f267 f10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65">
                  <a:pos x="f272" y="f273"/>
                </a:cxn>
                <a:cxn ang="f165">
                  <a:pos x="f272" y="f274"/>
                </a:cxn>
                <a:cxn ang="f165">
                  <a:pos x="f275" y="f276"/>
                </a:cxn>
                <a:cxn ang="f165">
                  <a:pos x="f277" y="f278"/>
                </a:cxn>
                <a:cxn ang="f165">
                  <a:pos x="f279" y="f280"/>
                </a:cxn>
                <a:cxn ang="f165">
                  <a:pos x="f281" y="f282"/>
                </a:cxn>
                <a:cxn ang="f165">
                  <a:pos x="f283" y="f284"/>
                </a:cxn>
                <a:cxn ang="f165">
                  <a:pos x="f283" y="f285"/>
                </a:cxn>
                <a:cxn ang="f165">
                  <a:pos x="f286" y="f287"/>
                </a:cxn>
                <a:cxn ang="f165">
                  <a:pos x="f288" y="f289"/>
                </a:cxn>
                <a:cxn ang="f165">
                  <a:pos x="f290" y="f291"/>
                </a:cxn>
                <a:cxn ang="f165">
                  <a:pos x="f292" y="f293"/>
                </a:cxn>
                <a:cxn ang="f165">
                  <a:pos x="f294" y="f295"/>
                </a:cxn>
                <a:cxn ang="f165">
                  <a:pos x="f292" y="f296"/>
                </a:cxn>
                <a:cxn ang="f165">
                  <a:pos x="f297" y="f298"/>
                </a:cxn>
                <a:cxn ang="f165">
                  <a:pos x="f299" y="f300"/>
                </a:cxn>
                <a:cxn ang="f165">
                  <a:pos x="f301" y="f302"/>
                </a:cxn>
                <a:cxn ang="f165">
                  <a:pos x="f303" y="f304"/>
                </a:cxn>
                <a:cxn ang="f165">
                  <a:pos x="f305" y="f273"/>
                </a:cxn>
                <a:cxn ang="f165">
                  <a:pos x="f306" y="f273"/>
                </a:cxn>
                <a:cxn ang="f165">
                  <a:pos x="f272" y="f273"/>
                </a:cxn>
                <a:cxn ang="f165">
                  <a:pos x="f307" y="f308"/>
                </a:cxn>
                <a:cxn ang="f165">
                  <a:pos x="f277" y="f276"/>
                </a:cxn>
                <a:cxn ang="f165">
                  <a:pos x="f309" y="f310"/>
                </a:cxn>
                <a:cxn ang="f165">
                  <a:pos x="f311" y="f312"/>
                </a:cxn>
                <a:cxn ang="f165">
                  <a:pos x="f313" y="f314"/>
                </a:cxn>
                <a:cxn ang="f165">
                  <a:pos x="f315" y="f316"/>
                </a:cxn>
                <a:cxn ang="f165">
                  <a:pos x="f317" y="f318"/>
                </a:cxn>
                <a:cxn ang="f165">
                  <a:pos x="f317" y="f319"/>
                </a:cxn>
                <a:cxn ang="f165">
                  <a:pos x="f320" y="f319"/>
                </a:cxn>
                <a:cxn ang="f165">
                  <a:pos x="f320" y="f308"/>
                </a:cxn>
                <a:cxn ang="f165">
                  <a:pos x="f307" y="f308"/>
                </a:cxn>
              </a:cxnLst>
              <a:rect l="f268" t="f271" r="f269" b="f270"/>
              <a:pathLst>
                <a:path w="151" h="334">
                  <a:moveTo>
                    <a:pt x="f8" y="f5"/>
                  </a:moveTo>
                  <a:cubicBezTo>
                    <a:pt x="f8" y="f9"/>
                    <a:pt x="f8" y="f10"/>
                    <a:pt x="f8" y="f11"/>
                  </a:cubicBezTo>
                  <a:cubicBezTo>
                    <a:pt x="f8" y="f12"/>
                    <a:pt x="f8" y="f13"/>
                    <a:pt x="f14" y="f15"/>
                  </a:cubicBezTo>
                  <a:cubicBezTo>
                    <a:pt x="f16" y="f17"/>
                    <a:pt x="f18" y="f19"/>
                    <a:pt x="f20" y="f21"/>
                  </a:cubicBezTo>
                  <a:cubicBezTo>
                    <a:pt x="f22" y="f23"/>
                    <a:pt x="f24" y="f6"/>
                    <a:pt x="f17" y="f25"/>
                  </a:cubicBezTo>
                  <a:cubicBezTo>
                    <a:pt x="f26" y="f27"/>
                    <a:pt x="f28" y="f29"/>
                    <a:pt x="f28" y="f30"/>
                  </a:cubicBezTo>
                  <a:cubicBezTo>
                    <a:pt x="f31" y="f32"/>
                    <a:pt x="f15" y="f33"/>
                    <a:pt x="f34" y="f35"/>
                  </a:cubicBezTo>
                  <a:cubicBezTo>
                    <a:pt x="f34" y="f36"/>
                    <a:pt x="f34" y="f37"/>
                    <a:pt x="f34" y="f38"/>
                  </a:cubicBezTo>
                  <a:cubicBezTo>
                    <a:pt x="f39" y="f40"/>
                    <a:pt x="f41" y="f42"/>
                    <a:pt x="f6" y="f43"/>
                  </a:cubicBezTo>
                  <a:cubicBezTo>
                    <a:pt x="f44" y="f45"/>
                    <a:pt x="f46" y="f7"/>
                    <a:pt x="f5" y="f47"/>
                  </a:cubicBezTo>
                  <a:cubicBezTo>
                    <a:pt x="f48" y="f47"/>
                    <a:pt x="f49" y="f43"/>
                    <a:pt x="f50" y="f51"/>
                  </a:cubicBezTo>
                  <a:cubicBezTo>
                    <a:pt x="f52" y="f42"/>
                    <a:pt x="f53" y="f40"/>
                    <a:pt x="f54" y="f55"/>
                  </a:cubicBezTo>
                  <a:cubicBezTo>
                    <a:pt x="f56" y="f55"/>
                    <a:pt x="f57" y="f37"/>
                    <a:pt x="f57" y="f58"/>
                  </a:cubicBezTo>
                  <a:cubicBezTo>
                    <a:pt x="f59" y="f33"/>
                    <a:pt x="f56" y="f60"/>
                    <a:pt x="f54" y="f61"/>
                  </a:cubicBezTo>
                  <a:cubicBezTo>
                    <a:pt x="f62" y="f63"/>
                    <a:pt x="f64" y="f65"/>
                    <a:pt x="f66" y="f67"/>
                  </a:cubicBezTo>
                  <a:cubicBezTo>
                    <a:pt x="f68" y="f69"/>
                    <a:pt x="f70" y="f71"/>
                    <a:pt x="f72" y="f73"/>
                  </a:cubicBezTo>
                  <a:cubicBezTo>
                    <a:pt x="f74" y="f75"/>
                    <a:pt x="f48" y="f76"/>
                    <a:pt x="f48" y="f77"/>
                  </a:cubicBezTo>
                  <a:cubicBezTo>
                    <a:pt x="f78" y="f64"/>
                    <a:pt x="f78" y="f79"/>
                    <a:pt x="f80" y="f50"/>
                  </a:cubicBezTo>
                  <a:cubicBezTo>
                    <a:pt x="f80" y="f78"/>
                    <a:pt x="f78" y="f5"/>
                    <a:pt x="f9" y="f5"/>
                  </a:cubicBezTo>
                  <a:cubicBezTo>
                    <a:pt x="f81" y="f5"/>
                    <a:pt x="f82" y="f5"/>
                    <a:pt x="f83" y="f5"/>
                  </a:cubicBezTo>
                  <a:cubicBezTo>
                    <a:pt x="f84" y="f5"/>
                    <a:pt x="f16" y="f5"/>
                    <a:pt x="f8" y="f5"/>
                  </a:cubicBezTo>
                  <a:close/>
                  <a:moveTo>
                    <a:pt x="f85" y="f68"/>
                  </a:moveTo>
                  <a:cubicBezTo>
                    <a:pt x="f85" y="f86"/>
                    <a:pt x="f85" y="f59"/>
                    <a:pt x="f20" y="f15"/>
                  </a:cubicBezTo>
                  <a:cubicBezTo>
                    <a:pt x="f19" y="f87"/>
                    <a:pt x="f88" y="f89"/>
                    <a:pt x="f90" y="f91"/>
                  </a:cubicBezTo>
                  <a:cubicBezTo>
                    <a:pt x="f26" y="f21"/>
                    <a:pt x="f92" y="f93"/>
                    <a:pt x="f77" y="f83"/>
                  </a:cubicBezTo>
                  <a:cubicBezTo>
                    <a:pt x="f94" y="f83"/>
                    <a:pt x="f17" y="f83"/>
                    <a:pt x="f75" y="f71"/>
                  </a:cubicBezTo>
                  <a:cubicBezTo>
                    <a:pt x="f73" y="f95"/>
                    <a:pt x="f21" y="f96"/>
                    <a:pt x="f44" y="f97"/>
                  </a:cubicBezTo>
                  <a:cubicBezTo>
                    <a:pt x="f98" y="f92"/>
                    <a:pt x="f23" y="f99"/>
                    <a:pt x="f23" y="f62"/>
                  </a:cubicBezTo>
                  <a:cubicBezTo>
                    <a:pt x="f69" y="f53"/>
                    <a:pt x="f23" y="f70"/>
                    <a:pt x="f23" y="f74"/>
                  </a:cubicBezTo>
                  <a:cubicBezTo>
                    <a:pt x="f100" y="f74"/>
                    <a:pt x="f81" y="f74"/>
                    <a:pt x="f74" y="f74"/>
                  </a:cubicBezTo>
                  <a:cubicBezTo>
                    <a:pt x="f74" y="f101"/>
                    <a:pt x="f74" y="f102"/>
                    <a:pt x="f74" y="f68"/>
                  </a:cubicBezTo>
                  <a:cubicBezTo>
                    <a:pt x="f103" y="f68"/>
                    <a:pt x="f31" y="f68"/>
                    <a:pt x="f85" y="f6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s-ES" sz="1400" b="0" i="0" u="none" strike="noStrike" kern="0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</a:endParaRPr>
            </a:p>
          </p:txBody>
        </p:sp>
        <p:sp>
          <p:nvSpPr>
            <p:cNvPr id="30" name="Freeform 5">
              <a:extLst>
                <a:ext uri="{FF2B5EF4-FFF2-40B4-BE49-F238E27FC236}">
                  <a16:creationId xmlns:a16="http://schemas.microsoft.com/office/drawing/2014/main" id="{EA347F38-C129-F9F9-ED7E-51EA7B331543}"/>
                </a:ext>
              </a:extLst>
            </p:cNvPr>
            <p:cNvSpPr/>
            <p:nvPr/>
          </p:nvSpPr>
          <p:spPr>
            <a:xfrm>
              <a:off x="107515" y="4580083"/>
              <a:ext cx="264636" cy="515767"/>
            </a:xfrm>
            <a:custGeom>
              <a:avLst/>
              <a:gdLst>
                <a:gd name="f0" fmla="val 10800000"/>
                <a:gd name="f1" fmla="val 5400000"/>
                <a:gd name="f2" fmla="val 360"/>
                <a:gd name="f3" fmla="val 180"/>
                <a:gd name="f4" fmla="val w"/>
                <a:gd name="f5" fmla="val h"/>
                <a:gd name="f6" fmla="val 0"/>
                <a:gd name="f7" fmla="val 166"/>
                <a:gd name="f8" fmla="val 371"/>
                <a:gd name="f9" fmla="val 1"/>
                <a:gd name="f10" fmla="val 56"/>
                <a:gd name="f11" fmla="val 111"/>
                <a:gd name="f12" fmla="val 8"/>
                <a:gd name="f13" fmla="val 15"/>
                <a:gd name="f14" fmla="val 23"/>
                <a:gd name="f15" fmla="val 145"/>
                <a:gd name="f16" fmla="val 125"/>
                <a:gd name="f17" fmla="val 103"/>
                <a:gd name="f18" fmla="val 34"/>
                <a:gd name="f19" fmla="val 44"/>
                <a:gd name="f20" fmla="val 55"/>
                <a:gd name="f21" fmla="val 74"/>
                <a:gd name="f22" fmla="val 45"/>
                <a:gd name="f23" fmla="val 16"/>
                <a:gd name="f24" fmla="val 75"/>
                <a:gd name="f25" fmla="val 14"/>
                <a:gd name="f26" fmla="val 94"/>
                <a:gd name="f27" fmla="val 20"/>
                <a:gd name="f28" fmla="val 113"/>
                <a:gd name="f29" fmla="val 27"/>
                <a:gd name="f30" fmla="val 134"/>
                <a:gd name="f31" fmla="val 40"/>
                <a:gd name="f32" fmla="val 152"/>
                <a:gd name="f33" fmla="val 63"/>
                <a:gd name="f34" fmla="val 156"/>
                <a:gd name="f35" fmla="val 76"/>
                <a:gd name="f36" fmla="val 158"/>
                <a:gd name="f37" fmla="val 90"/>
                <a:gd name="f38" fmla="val 106"/>
                <a:gd name="f39" fmla="val 108"/>
                <a:gd name="f40" fmla="val 155"/>
                <a:gd name="f41" fmla="val 114"/>
                <a:gd name="f42" fmla="val 160"/>
                <a:gd name="f43" fmla="val 116"/>
                <a:gd name="f44" fmla="val 165"/>
                <a:gd name="f45" fmla="val 119"/>
                <a:gd name="f46" fmla="val 171"/>
                <a:gd name="f47" fmla="val 172"/>
                <a:gd name="f48" fmla="val 101"/>
                <a:gd name="f49" fmla="val 188"/>
                <a:gd name="f50" fmla="val 96"/>
                <a:gd name="f51" fmla="val 209"/>
                <a:gd name="f52" fmla="val 95"/>
                <a:gd name="f53" fmla="val 232"/>
                <a:gd name="f54" fmla="val 271"/>
                <a:gd name="f55" fmla="val 92"/>
                <a:gd name="f56" fmla="val 310"/>
                <a:gd name="f57" fmla="val 349"/>
                <a:gd name="f58" fmla="val 350"/>
                <a:gd name="f59" fmla="val 351"/>
                <a:gd name="f60" fmla="val 352"/>
                <a:gd name="f61" fmla="val 353"/>
                <a:gd name="f62" fmla="val 99"/>
                <a:gd name="f63" fmla="val 354"/>
                <a:gd name="f64" fmla="val 104"/>
                <a:gd name="f65" fmla="val 355"/>
                <a:gd name="f66" fmla="val 102"/>
                <a:gd name="f67" fmla="val 364"/>
                <a:gd name="f68" fmla="val 100"/>
                <a:gd name="f69" fmla="val 370"/>
                <a:gd name="f70" fmla="val 67"/>
                <a:gd name="f71" fmla="val 367"/>
                <a:gd name="f72" fmla="val 366"/>
                <a:gd name="f73" fmla="val 365"/>
                <a:gd name="f74" fmla="val 26"/>
                <a:gd name="f75" fmla="val 51"/>
                <a:gd name="f76" fmla="val 356"/>
                <a:gd name="f77" fmla="val 77"/>
                <a:gd name="f78" fmla="val 333"/>
                <a:gd name="f79" fmla="val 314"/>
                <a:gd name="f80" fmla="val 295"/>
                <a:gd name="f81" fmla="val 73"/>
                <a:gd name="f82" fmla="val 72"/>
                <a:gd name="f83" fmla="val 246"/>
                <a:gd name="f84" fmla="val 71"/>
                <a:gd name="f85" fmla="val 222"/>
                <a:gd name="f86" fmla="val 204"/>
                <a:gd name="f87" fmla="val 65"/>
                <a:gd name="f88" fmla="val 52"/>
                <a:gd name="f89" fmla="val 175"/>
                <a:gd name="f90" fmla="val 168"/>
                <a:gd name="f91" fmla="val 37"/>
                <a:gd name="f92" fmla="val 161"/>
                <a:gd name="f93" fmla="val 29"/>
                <a:gd name="f94" fmla="val 154"/>
                <a:gd name="f95" fmla="val 9"/>
                <a:gd name="f96" fmla="val 135"/>
                <a:gd name="f97" fmla="val 2"/>
                <a:gd name="f98" fmla="val 85"/>
                <a:gd name="f99" fmla="val 58"/>
                <a:gd name="f100" fmla="val 31"/>
                <a:gd name="f101" fmla="val 4"/>
                <a:gd name="f102" fmla="val 3"/>
                <a:gd name="f103" fmla="+- 0 0 -90"/>
                <a:gd name="f104" fmla="*/ f4 1 166"/>
                <a:gd name="f105" fmla="*/ f5 1 371"/>
                <a:gd name="f106" fmla="val f6"/>
                <a:gd name="f107" fmla="val f7"/>
                <a:gd name="f108" fmla="val f8"/>
                <a:gd name="f109" fmla="*/ f103 f0 1"/>
                <a:gd name="f110" fmla="+- f108 0 f106"/>
                <a:gd name="f111" fmla="+- f107 0 f106"/>
                <a:gd name="f112" fmla="*/ f109 1 f3"/>
                <a:gd name="f113" fmla="*/ f111 1 166"/>
                <a:gd name="f114" fmla="*/ f110 1 371"/>
                <a:gd name="f115" fmla="*/ 1 f111 1"/>
                <a:gd name="f116" fmla="*/ 0 f110 1"/>
                <a:gd name="f117" fmla="*/ 166 f111 1"/>
                <a:gd name="f118" fmla="*/ 23 f110 1"/>
                <a:gd name="f119" fmla="*/ 103 f111 1"/>
                <a:gd name="f120" fmla="*/ 55 f110 1"/>
                <a:gd name="f121" fmla="*/ 16 f111 1"/>
                <a:gd name="f122" fmla="*/ 20 f111 1"/>
                <a:gd name="f123" fmla="*/ 113 f110 1"/>
                <a:gd name="f124" fmla="*/ 63 f111 1"/>
                <a:gd name="f125" fmla="*/ 156 f110 1"/>
                <a:gd name="f126" fmla="*/ 111 f111 1"/>
                <a:gd name="f127" fmla="*/ 155 f110 1"/>
                <a:gd name="f128" fmla="*/ 119 f111 1"/>
                <a:gd name="f129" fmla="*/ 171 f110 1"/>
                <a:gd name="f130" fmla="*/ 172 f110 1"/>
                <a:gd name="f131" fmla="*/ 95 f111 1"/>
                <a:gd name="f132" fmla="*/ 232 f110 1"/>
                <a:gd name="f133" fmla="*/ 90 f111 1"/>
                <a:gd name="f134" fmla="*/ 349 f110 1"/>
                <a:gd name="f135" fmla="*/ 352 f110 1"/>
                <a:gd name="f136" fmla="*/ 104 f111 1"/>
                <a:gd name="f137" fmla="*/ 355 f110 1"/>
                <a:gd name="f138" fmla="*/ 100 f111 1"/>
                <a:gd name="f139" fmla="*/ 370 f110 1"/>
                <a:gd name="f140" fmla="*/ 0 f111 1"/>
                <a:gd name="f141" fmla="*/ 367 f110 1"/>
                <a:gd name="f142" fmla="*/ 364 f110 1"/>
                <a:gd name="f143" fmla="*/ 77 f111 1"/>
                <a:gd name="f144" fmla="*/ 75 f111 1"/>
                <a:gd name="f145" fmla="*/ 295 f110 1"/>
                <a:gd name="f146" fmla="*/ 71 f111 1"/>
                <a:gd name="f147" fmla="*/ 222 f110 1"/>
                <a:gd name="f148" fmla="*/ 52 f111 1"/>
                <a:gd name="f149" fmla="*/ 175 f110 1"/>
                <a:gd name="f150" fmla="*/ 29 f111 1"/>
                <a:gd name="f151" fmla="*/ 154 f110 1"/>
                <a:gd name="f152" fmla="*/ 85 f110 1"/>
                <a:gd name="f153" fmla="*/ 4 f110 1"/>
                <a:gd name="f154" fmla="+- f112 0 f1"/>
                <a:gd name="f155" fmla="*/ f115 1 166"/>
                <a:gd name="f156" fmla="*/ f116 1 371"/>
                <a:gd name="f157" fmla="*/ f117 1 166"/>
                <a:gd name="f158" fmla="*/ f118 1 371"/>
                <a:gd name="f159" fmla="*/ f119 1 166"/>
                <a:gd name="f160" fmla="*/ f120 1 371"/>
                <a:gd name="f161" fmla="*/ f121 1 166"/>
                <a:gd name="f162" fmla="*/ f122 1 166"/>
                <a:gd name="f163" fmla="*/ f123 1 371"/>
                <a:gd name="f164" fmla="*/ f124 1 166"/>
                <a:gd name="f165" fmla="*/ f125 1 371"/>
                <a:gd name="f166" fmla="*/ f126 1 166"/>
                <a:gd name="f167" fmla="*/ f127 1 371"/>
                <a:gd name="f168" fmla="*/ f128 1 166"/>
                <a:gd name="f169" fmla="*/ f129 1 371"/>
                <a:gd name="f170" fmla="*/ f130 1 371"/>
                <a:gd name="f171" fmla="*/ f131 1 166"/>
                <a:gd name="f172" fmla="*/ f132 1 371"/>
                <a:gd name="f173" fmla="*/ f133 1 166"/>
                <a:gd name="f174" fmla="*/ f134 1 371"/>
                <a:gd name="f175" fmla="*/ f135 1 371"/>
                <a:gd name="f176" fmla="*/ f136 1 166"/>
                <a:gd name="f177" fmla="*/ f137 1 371"/>
                <a:gd name="f178" fmla="*/ f138 1 166"/>
                <a:gd name="f179" fmla="*/ f139 1 371"/>
                <a:gd name="f180" fmla="*/ f140 1 166"/>
                <a:gd name="f181" fmla="*/ f141 1 371"/>
                <a:gd name="f182" fmla="*/ f142 1 371"/>
                <a:gd name="f183" fmla="*/ f143 1 166"/>
                <a:gd name="f184" fmla="*/ f144 1 166"/>
                <a:gd name="f185" fmla="*/ f145 1 371"/>
                <a:gd name="f186" fmla="*/ f146 1 166"/>
                <a:gd name="f187" fmla="*/ f147 1 371"/>
                <a:gd name="f188" fmla="*/ f148 1 166"/>
                <a:gd name="f189" fmla="*/ f149 1 371"/>
                <a:gd name="f190" fmla="*/ f150 1 166"/>
                <a:gd name="f191" fmla="*/ f151 1 371"/>
                <a:gd name="f192" fmla="*/ f152 1 371"/>
                <a:gd name="f193" fmla="*/ f153 1 371"/>
                <a:gd name="f194" fmla="*/ 0 1 f113"/>
                <a:gd name="f195" fmla="*/ f107 1 f113"/>
                <a:gd name="f196" fmla="*/ 0 1 f114"/>
                <a:gd name="f197" fmla="*/ f108 1 f114"/>
                <a:gd name="f198" fmla="*/ f155 1 f113"/>
                <a:gd name="f199" fmla="*/ f156 1 f114"/>
                <a:gd name="f200" fmla="*/ f157 1 f113"/>
                <a:gd name="f201" fmla="*/ f158 1 f114"/>
                <a:gd name="f202" fmla="*/ f159 1 f113"/>
                <a:gd name="f203" fmla="*/ f160 1 f114"/>
                <a:gd name="f204" fmla="*/ f161 1 f113"/>
                <a:gd name="f205" fmla="*/ f162 1 f113"/>
                <a:gd name="f206" fmla="*/ f163 1 f114"/>
                <a:gd name="f207" fmla="*/ f164 1 f113"/>
                <a:gd name="f208" fmla="*/ f165 1 f114"/>
                <a:gd name="f209" fmla="*/ f166 1 f113"/>
                <a:gd name="f210" fmla="*/ f167 1 f114"/>
                <a:gd name="f211" fmla="*/ f168 1 f113"/>
                <a:gd name="f212" fmla="*/ f169 1 f114"/>
                <a:gd name="f213" fmla="*/ f170 1 f114"/>
                <a:gd name="f214" fmla="*/ f171 1 f113"/>
                <a:gd name="f215" fmla="*/ f172 1 f114"/>
                <a:gd name="f216" fmla="*/ f173 1 f113"/>
                <a:gd name="f217" fmla="*/ f174 1 f114"/>
                <a:gd name="f218" fmla="*/ f175 1 f114"/>
                <a:gd name="f219" fmla="*/ f176 1 f113"/>
                <a:gd name="f220" fmla="*/ f177 1 f114"/>
                <a:gd name="f221" fmla="*/ f178 1 f113"/>
                <a:gd name="f222" fmla="*/ f179 1 f114"/>
                <a:gd name="f223" fmla="*/ f180 1 f113"/>
                <a:gd name="f224" fmla="*/ f181 1 f114"/>
                <a:gd name="f225" fmla="*/ f182 1 f114"/>
                <a:gd name="f226" fmla="*/ f183 1 f113"/>
                <a:gd name="f227" fmla="*/ f184 1 f113"/>
                <a:gd name="f228" fmla="*/ f185 1 f114"/>
                <a:gd name="f229" fmla="*/ f186 1 f113"/>
                <a:gd name="f230" fmla="*/ f187 1 f114"/>
                <a:gd name="f231" fmla="*/ f188 1 f113"/>
                <a:gd name="f232" fmla="*/ f189 1 f114"/>
                <a:gd name="f233" fmla="*/ f190 1 f113"/>
                <a:gd name="f234" fmla="*/ f191 1 f114"/>
                <a:gd name="f235" fmla="*/ f192 1 f114"/>
                <a:gd name="f236" fmla="*/ f193 1 f114"/>
                <a:gd name="f237" fmla="*/ f194 f104 1"/>
                <a:gd name="f238" fmla="*/ f195 f104 1"/>
                <a:gd name="f239" fmla="*/ f197 f105 1"/>
                <a:gd name="f240" fmla="*/ f196 f105 1"/>
                <a:gd name="f241" fmla="*/ f198 f104 1"/>
                <a:gd name="f242" fmla="*/ f199 f105 1"/>
                <a:gd name="f243" fmla="*/ f200 f104 1"/>
                <a:gd name="f244" fmla="*/ f201 f105 1"/>
                <a:gd name="f245" fmla="*/ f202 f104 1"/>
                <a:gd name="f246" fmla="*/ f203 f105 1"/>
                <a:gd name="f247" fmla="*/ f204 f104 1"/>
                <a:gd name="f248" fmla="*/ f205 f104 1"/>
                <a:gd name="f249" fmla="*/ f206 f105 1"/>
                <a:gd name="f250" fmla="*/ f207 f104 1"/>
                <a:gd name="f251" fmla="*/ f208 f105 1"/>
                <a:gd name="f252" fmla="*/ f209 f104 1"/>
                <a:gd name="f253" fmla="*/ f210 f105 1"/>
                <a:gd name="f254" fmla="*/ f211 f104 1"/>
                <a:gd name="f255" fmla="*/ f212 f105 1"/>
                <a:gd name="f256" fmla="*/ f213 f105 1"/>
                <a:gd name="f257" fmla="*/ f214 f104 1"/>
                <a:gd name="f258" fmla="*/ f215 f105 1"/>
                <a:gd name="f259" fmla="*/ f216 f104 1"/>
                <a:gd name="f260" fmla="*/ f217 f105 1"/>
                <a:gd name="f261" fmla="*/ f218 f105 1"/>
                <a:gd name="f262" fmla="*/ f219 f104 1"/>
                <a:gd name="f263" fmla="*/ f220 f105 1"/>
                <a:gd name="f264" fmla="*/ f221 f104 1"/>
                <a:gd name="f265" fmla="*/ f222 f105 1"/>
                <a:gd name="f266" fmla="*/ f223 f104 1"/>
                <a:gd name="f267" fmla="*/ f224 f105 1"/>
                <a:gd name="f268" fmla="*/ f225 f105 1"/>
                <a:gd name="f269" fmla="*/ f226 f104 1"/>
                <a:gd name="f270" fmla="*/ f227 f104 1"/>
                <a:gd name="f271" fmla="*/ f228 f105 1"/>
                <a:gd name="f272" fmla="*/ f229 f104 1"/>
                <a:gd name="f273" fmla="*/ f230 f105 1"/>
                <a:gd name="f274" fmla="*/ f231 f104 1"/>
                <a:gd name="f275" fmla="*/ f232 f105 1"/>
                <a:gd name="f276" fmla="*/ f233 f104 1"/>
                <a:gd name="f277" fmla="*/ f234 f105 1"/>
                <a:gd name="f278" fmla="*/ f235 f105 1"/>
                <a:gd name="f279" fmla="*/ f236 f10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54">
                  <a:pos x="f241" y="f242"/>
                </a:cxn>
                <a:cxn ang="f154">
                  <a:pos x="f243" y="f242"/>
                </a:cxn>
                <a:cxn ang="f154">
                  <a:pos x="f243" y="f244"/>
                </a:cxn>
                <a:cxn ang="f154">
                  <a:pos x="f245" y="f244"/>
                </a:cxn>
                <a:cxn ang="f154">
                  <a:pos x="f245" y="f246"/>
                </a:cxn>
                <a:cxn ang="f154">
                  <a:pos x="f247" y="f246"/>
                </a:cxn>
                <a:cxn ang="f154">
                  <a:pos x="f248" y="f249"/>
                </a:cxn>
                <a:cxn ang="f154">
                  <a:pos x="f250" y="f251"/>
                </a:cxn>
                <a:cxn ang="f154">
                  <a:pos x="f245" y="f251"/>
                </a:cxn>
                <a:cxn ang="f154">
                  <a:pos x="f252" y="f253"/>
                </a:cxn>
                <a:cxn ang="f154">
                  <a:pos x="f254" y="f255"/>
                </a:cxn>
                <a:cxn ang="f154">
                  <a:pos x="f254" y="f256"/>
                </a:cxn>
                <a:cxn ang="f154">
                  <a:pos x="f257" y="f258"/>
                </a:cxn>
                <a:cxn ang="f154">
                  <a:pos x="f259" y="f260"/>
                </a:cxn>
                <a:cxn ang="f154">
                  <a:pos x="f259" y="f261"/>
                </a:cxn>
                <a:cxn ang="f154">
                  <a:pos x="f262" y="f263"/>
                </a:cxn>
                <a:cxn ang="f154">
                  <a:pos x="f264" y="f265"/>
                </a:cxn>
                <a:cxn ang="f154">
                  <a:pos x="f266" y="f267"/>
                </a:cxn>
                <a:cxn ang="f154">
                  <a:pos x="f266" y="f268"/>
                </a:cxn>
                <a:cxn ang="f154">
                  <a:pos x="f269" y="f261"/>
                </a:cxn>
                <a:cxn ang="f154">
                  <a:pos x="f270" y="f271"/>
                </a:cxn>
                <a:cxn ang="f154">
                  <a:pos x="f272" y="f273"/>
                </a:cxn>
                <a:cxn ang="f154">
                  <a:pos x="f274" y="f275"/>
                </a:cxn>
                <a:cxn ang="f154">
                  <a:pos x="f276" y="f277"/>
                </a:cxn>
                <a:cxn ang="f154">
                  <a:pos x="f241" y="f278"/>
                </a:cxn>
                <a:cxn ang="f154">
                  <a:pos x="f241" y="f279"/>
                </a:cxn>
                <a:cxn ang="f154">
                  <a:pos x="f241" y="f242"/>
                </a:cxn>
              </a:cxnLst>
              <a:rect l="f237" t="f240" r="f238" b="f239"/>
              <a:pathLst>
                <a:path w="166" h="371">
                  <a:moveTo>
                    <a:pt x="f9" y="f6"/>
                  </a:moveTo>
                  <a:cubicBezTo>
                    <a:pt x="f10" y="f6"/>
                    <a:pt x="f11" y="f6"/>
                    <a:pt x="f7" y="f6"/>
                  </a:cubicBezTo>
                  <a:cubicBezTo>
                    <a:pt x="f7" y="f12"/>
                    <a:pt x="f7" y="f13"/>
                    <a:pt x="f7" y="f14"/>
                  </a:cubicBezTo>
                  <a:cubicBezTo>
                    <a:pt x="f15" y="f14"/>
                    <a:pt x="f16" y="f14"/>
                    <a:pt x="f17" y="f14"/>
                  </a:cubicBezTo>
                  <a:cubicBezTo>
                    <a:pt x="f17" y="f18"/>
                    <a:pt x="f17" y="f19"/>
                    <a:pt x="f17" y="f20"/>
                  </a:cubicBezTo>
                  <a:cubicBezTo>
                    <a:pt x="f21" y="f20"/>
                    <a:pt x="f22" y="f20"/>
                    <a:pt x="f23" y="f20"/>
                  </a:cubicBezTo>
                  <a:cubicBezTo>
                    <a:pt x="f13" y="f24"/>
                    <a:pt x="f25" y="f26"/>
                    <a:pt x="f27" y="f28"/>
                  </a:cubicBezTo>
                  <a:cubicBezTo>
                    <a:pt x="f29" y="f30"/>
                    <a:pt x="f31" y="f32"/>
                    <a:pt x="f33" y="f34"/>
                  </a:cubicBezTo>
                  <a:cubicBezTo>
                    <a:pt x="f35" y="f36"/>
                    <a:pt x="f37" y="f34"/>
                    <a:pt x="f17" y="f34"/>
                  </a:cubicBezTo>
                  <a:cubicBezTo>
                    <a:pt x="f38" y="f34"/>
                    <a:pt x="f39" y="f40"/>
                    <a:pt x="f11" y="f40"/>
                  </a:cubicBezTo>
                  <a:cubicBezTo>
                    <a:pt x="f41" y="f42"/>
                    <a:pt x="f43" y="f44"/>
                    <a:pt x="f45" y="f46"/>
                  </a:cubicBezTo>
                  <a:cubicBezTo>
                    <a:pt x="f45" y="f46"/>
                    <a:pt x="f45" y="f46"/>
                    <a:pt x="f45" y="f47"/>
                  </a:cubicBezTo>
                  <a:cubicBezTo>
                    <a:pt x="f48" y="f49"/>
                    <a:pt x="f50" y="f51"/>
                    <a:pt x="f52" y="f53"/>
                  </a:cubicBezTo>
                  <a:cubicBezTo>
                    <a:pt x="f26" y="f54"/>
                    <a:pt x="f55" y="f56"/>
                    <a:pt x="f37" y="f57"/>
                  </a:cubicBezTo>
                  <a:cubicBezTo>
                    <a:pt x="f37" y="f58"/>
                    <a:pt x="f37" y="f59"/>
                    <a:pt x="f37" y="f60"/>
                  </a:cubicBezTo>
                  <a:cubicBezTo>
                    <a:pt x="f52" y="f61"/>
                    <a:pt x="f62" y="f63"/>
                    <a:pt x="f64" y="f65"/>
                  </a:cubicBezTo>
                  <a:cubicBezTo>
                    <a:pt x="f17" y="f2"/>
                    <a:pt x="f66" y="f67"/>
                    <a:pt x="f68" y="f69"/>
                  </a:cubicBezTo>
                  <a:cubicBezTo>
                    <a:pt x="f70" y="f8"/>
                    <a:pt x="f18" y="f8"/>
                    <a:pt x="f6" y="f71"/>
                  </a:cubicBezTo>
                  <a:cubicBezTo>
                    <a:pt x="f6" y="f72"/>
                    <a:pt x="f6" y="f73"/>
                    <a:pt x="f6" y="f67"/>
                  </a:cubicBezTo>
                  <a:cubicBezTo>
                    <a:pt x="f74" y="f2"/>
                    <a:pt x="f75" y="f76"/>
                    <a:pt x="f77" y="f60"/>
                  </a:cubicBezTo>
                  <a:cubicBezTo>
                    <a:pt x="f35" y="f78"/>
                    <a:pt x="f35" y="f79"/>
                    <a:pt x="f24" y="f80"/>
                  </a:cubicBezTo>
                  <a:cubicBezTo>
                    <a:pt x="f81" y="f54"/>
                    <a:pt x="f82" y="f83"/>
                    <a:pt x="f84" y="f85"/>
                  </a:cubicBezTo>
                  <a:cubicBezTo>
                    <a:pt x="f84" y="f86"/>
                    <a:pt x="f87" y="f49"/>
                    <a:pt x="f88" y="f89"/>
                  </a:cubicBezTo>
                  <a:cubicBezTo>
                    <a:pt x="f19" y="f90"/>
                    <a:pt x="f91" y="f92"/>
                    <a:pt x="f93" y="f94"/>
                  </a:cubicBezTo>
                  <a:cubicBezTo>
                    <a:pt x="f95" y="f96"/>
                    <a:pt x="f97" y="f11"/>
                    <a:pt x="f9" y="f98"/>
                  </a:cubicBezTo>
                  <a:cubicBezTo>
                    <a:pt x="f6" y="f99"/>
                    <a:pt x="f9" y="f100"/>
                    <a:pt x="f9" y="f101"/>
                  </a:cubicBezTo>
                  <a:cubicBezTo>
                    <a:pt x="f9" y="f102"/>
                    <a:pt x="f9" y="f97"/>
                    <a:pt x="f9" y="f6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s-ES" sz="1400" b="0" i="0" u="none" strike="noStrike" kern="0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31" name="Elipse 38">
            <a:extLst>
              <a:ext uri="{FF2B5EF4-FFF2-40B4-BE49-F238E27FC236}">
                <a16:creationId xmlns:a16="http://schemas.microsoft.com/office/drawing/2014/main" id="{2635E12F-F6EA-0A2F-65F2-B41B21B71DC6}"/>
              </a:ext>
            </a:extLst>
          </p:cNvPr>
          <p:cNvSpPr/>
          <p:nvPr/>
        </p:nvSpPr>
        <p:spPr>
          <a:xfrm>
            <a:off x="398971" y="5027828"/>
            <a:ext cx="8665467" cy="85725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400" b="0" i="0" u="none" strike="noStrike" kern="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35372</TotalTime>
  <Words>1497</Words>
  <Application>Microsoft Office PowerPoint</Application>
  <PresentationFormat>Affichage à l'écran (16:9)</PresentationFormat>
  <Paragraphs>242</Paragraphs>
  <Slides>20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5" baseType="lpstr">
      <vt:lpstr>Times New Roman</vt:lpstr>
      <vt:lpstr>Arial</vt:lpstr>
      <vt:lpstr>Calibri</vt:lpstr>
      <vt:lpstr>Century Gothic</vt:lpstr>
      <vt:lpstr>Simple Light</vt:lpstr>
      <vt:lpstr>Présentation PowerPoint</vt:lpstr>
      <vt:lpstr>Analyses exploratoires des données</vt:lpstr>
      <vt:lpstr>Analyses exploratoires des données</vt:lpstr>
      <vt:lpstr>Fichier erp.xlsx</vt:lpstr>
      <vt:lpstr>Fichier web.xlsx</vt:lpstr>
      <vt:lpstr>Fichier liaison.xlsx</vt:lpstr>
      <vt:lpstr>Fusions ou consolidations des données</vt:lpstr>
      <vt:lpstr>Fusions ou consolidations des données</vt:lpstr>
      <vt:lpstr>Exploitation des données et résultats</vt:lpstr>
      <vt:lpstr>Analyses univariées du prix</vt:lpstr>
      <vt:lpstr>Analyses univariées du CA</vt:lpstr>
      <vt:lpstr>Analyses univariées des quantités</vt:lpstr>
      <vt:lpstr>Analyses univariées des stocks</vt:lpstr>
      <vt:lpstr>Analyses univariées des taux de marge</vt:lpstr>
      <vt:lpstr>Analyses univariées des corrélations</vt:lpstr>
      <vt:lpstr>Actions à mener pour la suite</vt:lpstr>
      <vt:lpstr>Actions pour la suite</vt:lpstr>
      <vt:lpstr>Point sur les compétences apprises</vt:lpstr>
      <vt:lpstr>Point sur les compétences apprises</vt:lpstr>
      <vt:lpstr>Merci de votre attention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David DUFOUR</dc:creator>
  <cp:lastModifiedBy>David DUFOUR</cp:lastModifiedBy>
  <cp:revision>4</cp:revision>
  <dcterms:modified xsi:type="dcterms:W3CDTF">2024-08-14T13:28:49Z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6a12554-321c-45c3-b2fd-7e3f55c509d9_Enabled">
    <vt:lpwstr>true</vt:lpwstr>
  </property>
  <property fmtid="{D5CDD505-2E9C-101B-9397-08002B2CF9AE}" pid="3" name="MSIP_Label_56a12554-321c-45c3-b2fd-7e3f55c509d9_SetDate">
    <vt:lpwstr>2024-07-18T13:44:00Z</vt:lpwstr>
  </property>
  <property fmtid="{D5CDD505-2E9C-101B-9397-08002B2CF9AE}" pid="4" name="MSIP_Label_56a12554-321c-45c3-b2fd-7e3f55c509d9_Method">
    <vt:lpwstr>Privileged</vt:lpwstr>
  </property>
  <property fmtid="{D5CDD505-2E9C-101B-9397-08002B2CF9AE}" pid="5" name="MSIP_Label_56a12554-321c-45c3-b2fd-7e3f55c509d9_Name">
    <vt:lpwstr>56a12554-321c-45c3-b2fd-7e3f55c509d9</vt:lpwstr>
  </property>
  <property fmtid="{D5CDD505-2E9C-101B-9397-08002B2CF9AE}" pid="6" name="MSIP_Label_56a12554-321c-45c3-b2fd-7e3f55c509d9_SiteId">
    <vt:lpwstr>614f9c25-bffa-42c7-86d8-964101f55fa2</vt:lpwstr>
  </property>
  <property fmtid="{D5CDD505-2E9C-101B-9397-08002B2CF9AE}" pid="7" name="MSIP_Label_56a12554-321c-45c3-b2fd-7e3f55c509d9_ActionId">
    <vt:lpwstr>56b4de01-12cb-4df5-bf2d-ffdbf51089a3</vt:lpwstr>
  </property>
  <property fmtid="{D5CDD505-2E9C-101B-9397-08002B2CF9AE}" pid="8" name="MSIP_Label_56a12554-321c-45c3-b2fd-7e3f55c509d9_ContentBits">
    <vt:lpwstr>0</vt:lpwstr>
  </property>
</Properties>
</file>